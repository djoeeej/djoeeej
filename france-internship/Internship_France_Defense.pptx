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Good afternoon. My name is Djoudi Mohamed Salah E. Today I will present my Erasmus+ internship in France. I did my internship at Boulangerie D.O, a bakery in the city of Creil. It lasted from 5 June to 25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of my presentation. First, I will present the company. Then I will explain the goal of my internship and my main tasks. After that, I will talk about what I learned and my results. At the end, I will give my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my internship in France, in a city called Creil. Creil is about 50 kilometres north of Paris. The company is Boulangerie D.O, a bakery at 59 Rue Gambetta. My internship lasted almost three months, from 5 June to 25 August 2026. My supervisor was Mr. Djamel Ounnadi, the director of the bakery.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Boulangerie D.O is a local bakery in Creil. It makes fresh bread, pastries and cakes, and sells them in its shop. The work has three main parts. Production: the pastry chef prepares the products. Shop and sales: the team serves customers and takes payments. Management: the director organises the team, the documents and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title of my internship was: Administrative Skills Training and Customer Relationship Management. In simple words, I had two goals. The first goal was administration: to learn how a real business is organised, with documents, planning, people and management. The second goal was customers: to learn how to understand customers, help them, and make them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my main tasks. I worked as a cashier and took payments. I served customers and answered their questions. I also helped the pastry chef, so I learned how the products are made. On the administrative side, I organised documents, helped to plan the daily work, and I learned the basic money flows by helping with accounting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bakery works, step by step. First, the director plans the day and the team. Second, the pastry chef makes fresh products. Third, the shop team sells the products to customers. Fourth, sales and costs go to accounting. And last, we check the results and look for better ways to work. During my internship I took part in each of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part of my internship was customer relationship management, or CRM. I learned that good service is a cycle. First, listen and understand what the customer needs. Second, help: answer questions and handle requests. Third, solve problems quickly and politely. Fourth, keep the customer: good service makes loyal customers. The main lesson for me is simple: a happy customer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internship helped me grow, at work and as a person. I learned practical skills: using the cash register, serving customers, organising documents, and understanding basic accounting. I also developed soft skills: communication, teamwork, responsibility, time management, problem solving and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internship, my supervisor evaluated my work with eight criteria. For example: presenting the company's activities, knowing its legal documents, analysing planning and management, using information technologies, communication, speaking a foreign language, bringing new ideas, and suggesting improvements. I received 10 out of 10 in every criterion. My final grade is 10, excellent. I am very proud of this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feedback from my supervisor, Mr. Djamel Ounnadi. In my traineeship certificate he wrote that I did my duties responsibly, that I showed good communication and teamwork skills, and that I adapted well to the work environment. In the evaluation form he wrote: it was a pleasure having the trainee as part of our team. This feedback means a lot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internship gave me three important things. First, real work experience in a French business. Second, stronger skills: communication, teamwork and customer service. Third, more confidence for my studies and my future job. For me, theory from university plus practice in France equals real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 Merci!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ade"/>
          <p:cNvSpPr/>
          <p:nvPr/>
        </p:nvSpPr>
        <p:spPr>
          <a:xfrm>
            <a:off x="685800" y="1399032"/>
            <a:ext cx="182880" cy="182880"/>
          </a:xfrm>
          <a:prstGeom prst="ellipse">
            <a:avLst/>
          </a:prstGeom>
          <a:solidFill>
            <a:srgbClr val="0055A4"/>
          </a:solidFill>
          <a:ln w="12700">
            <a:solidFill>
              <a:srgbClr val="0055A4"/>
            </a:solidFill>
            <a:prstDash val="solid"/>
          </a:ln>
        </p:spPr>
      </p:sp>
      <p:sp>
        <p:nvSpPr>
          <p:cNvPr id="3" name="a1-fade"/>
          <p:cNvSpPr/>
          <p:nvPr/>
        </p:nvSpPr>
        <p:spPr>
          <a:xfrm>
            <a:off x="960120" y="1399032"/>
            <a:ext cx="182880" cy="182880"/>
          </a:xfrm>
          <a:prstGeom prst="ellipse">
            <a:avLst/>
          </a:prstGeom>
          <a:solidFill>
            <a:srgbClr val="FFFFFF"/>
          </a:solidFill>
          <a:ln w="12700">
            <a:solidFill>
              <a:srgbClr val="FFFFFF"/>
            </a:solidFill>
            <a:prstDash val="solid"/>
          </a:ln>
        </p:spPr>
      </p:sp>
      <p:sp>
        <p:nvSpPr>
          <p:cNvPr id="4" name="a1-fade"/>
          <p:cNvSpPr/>
          <p:nvPr/>
        </p:nvSpPr>
        <p:spPr>
          <a:xfrm>
            <a:off x="1234440" y="1399032"/>
            <a:ext cx="182880" cy="182880"/>
          </a:xfrm>
          <a:prstGeom prst="ellipse">
            <a:avLst/>
          </a:prstGeom>
          <a:solidFill>
            <a:srgbClr val="EF4135"/>
          </a:solidFill>
          <a:ln w="12700">
            <a:solidFill>
              <a:srgbClr val="EF4135"/>
            </a:solidFill>
            <a:prstDash val="solid"/>
          </a:ln>
        </p:spPr>
      </p:sp>
      <p:sp>
        <p:nvSpPr>
          <p:cNvPr id="5" name="a1-fade"/>
          <p:cNvSpPr txBox="1"/>
          <p:nvPr/>
        </p:nvSpPr>
        <p:spPr>
          <a:xfrm>
            <a:off x="1600200" y="1307592"/>
            <a:ext cx="5486400" cy="365760"/>
          </a:xfrm>
          <a:prstGeom prst="rect">
            <a:avLst/>
          </a:prstGeom>
          <a:noFill/>
          <a:ln/>
        </p:spPr>
        <p:txBody>
          <a:bodyPr wrap="square" lIns="0" tIns="0" rIns="0" bIns="0" rtlCol="0" anchor="ctr"/>
          <a:lstStyle/>
          <a:p>
            <a:pPr indent="0" marL="0">
              <a:buNone/>
            </a:pPr>
            <a:r>
              <a:rPr lang="en-US" sz="1400" b="1" spc="400" kern="0" dirty="0">
                <a:solidFill>
                  <a:srgbClr val="D9973A"/>
                </a:solidFill>
                <a:latin typeface="Calibri" pitchFamily="34" charset="0"/>
                <a:ea typeface="Calibri" pitchFamily="34" charset="-122"/>
                <a:cs typeface="Calibri" pitchFamily="34" charset="-120"/>
              </a:rPr>
              <a:t>ERASMUS+ INTERNSHIP  ·  DEFENSE</a:t>
            </a:r>
            <a:endParaRPr lang="en-US" sz="1400" dirty="0"/>
          </a:p>
        </p:txBody>
      </p:sp>
      <p:sp>
        <p:nvSpPr>
          <p:cNvPr id="6" name="a2-float"/>
          <p:cNvSpPr txBox="1"/>
          <p:nvPr/>
        </p:nvSpPr>
        <p:spPr>
          <a:xfrm>
            <a:off x="685800" y="1828800"/>
            <a:ext cx="658368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My Internship</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in France</a:t>
            </a:r>
            <a:endParaRPr lang="en-US" sz="5400" dirty="0"/>
          </a:p>
        </p:txBody>
      </p:sp>
      <p:sp>
        <p:nvSpPr>
          <p:cNvPr id="7" name="a3-float"/>
          <p:cNvSpPr txBox="1"/>
          <p:nvPr/>
        </p:nvSpPr>
        <p:spPr>
          <a:xfrm>
            <a:off x="685800" y="3749040"/>
            <a:ext cx="6400800" cy="502920"/>
          </a:xfrm>
          <a:prstGeom prst="rect">
            <a:avLst/>
          </a:prstGeom>
          <a:noFill/>
          <a:ln/>
        </p:spPr>
        <p:txBody>
          <a:bodyPr wrap="square" lIns="0" tIns="0" rIns="0" bIns="0" rtlCol="0" anchor="t"/>
          <a:lstStyle/>
          <a:p>
            <a:pPr indent="0" marL="0">
              <a:buNone/>
            </a:pPr>
            <a:r>
              <a:rPr lang="en-US" sz="2600" i="1" dirty="0">
                <a:solidFill>
                  <a:srgbClr val="F2C98A"/>
                </a:solidFill>
                <a:latin typeface="Cambria" pitchFamily="34" charset="0"/>
                <a:ea typeface="Cambria" pitchFamily="34" charset="-122"/>
                <a:cs typeface="Cambria" pitchFamily="34" charset="-120"/>
              </a:rPr>
              <a:t>Boulangerie D.O  ·  Creil</a:t>
            </a:r>
            <a:endParaRPr lang="en-US" sz="2600" dirty="0"/>
          </a:p>
        </p:txBody>
      </p:sp>
      <p:sp>
        <p:nvSpPr>
          <p:cNvPr id="8" name="a4-fade"/>
          <p:cNvSpPr txBox="1"/>
          <p:nvPr/>
        </p:nvSpPr>
        <p:spPr>
          <a:xfrm>
            <a:off x="685800" y="4800600"/>
            <a:ext cx="6583680" cy="822960"/>
          </a:xfrm>
          <a:prstGeom prst="rect">
            <a:avLst/>
          </a:prstGeom>
          <a:noFill/>
          <a:ln/>
        </p:spPr>
        <p:txBody>
          <a:bodyPr wrap="square" lIns="0" tIns="0" rIns="0" bIns="0" rtlCol="0" anchor="t"/>
          <a:lstStyle/>
          <a:p>
            <a:pPr indent="0" marL="0">
              <a:spcAft>
                <a:spcPts val="400"/>
              </a:spcAft>
              <a:buNone/>
            </a:pPr>
            <a:r>
              <a:rPr lang="en-US" sz="2000" b="1" dirty="0">
                <a:solidFill>
                  <a:srgbClr val="FFFFFF"/>
                </a:solidFill>
                <a:latin typeface="Calibri" pitchFamily="34" charset="0"/>
                <a:ea typeface="Calibri" pitchFamily="34" charset="-122"/>
                <a:cs typeface="Calibri" pitchFamily="34" charset="-120"/>
              </a:rPr>
              <a:t>Djoudi Mohamed Salah E</a:t>
            </a:r>
            <a:endParaRPr lang="en-US" sz="2000" dirty="0"/>
          </a:p>
          <a:p>
            <a:pPr indent="0" marL="0">
              <a:spcAft>
                <a:spcPts val="400"/>
              </a:spcAft>
              <a:buNone/>
            </a:pPr>
            <a:r>
              <a:rPr lang="en-US" sz="1500" dirty="0">
                <a:solidFill>
                  <a:srgbClr val="C9D3E6"/>
                </a:solidFill>
                <a:latin typeface="Calibri" pitchFamily="34" charset="0"/>
                <a:ea typeface="Calibri" pitchFamily="34" charset="-122"/>
                <a:cs typeface="Calibri" pitchFamily="34" charset="-120"/>
              </a:rPr>
              <a:t>5 June – 25 August 2026   |   Academic year 2025/2026</a:t>
            </a:r>
            <a:endParaRPr lang="en-US" sz="2000" dirty="0"/>
          </a:p>
        </p:txBody>
      </p:sp>
      <p:sp>
        <p:nvSpPr>
          <p:cNvPr id="9" name="a1-zoom"/>
          <p:cNvSpPr/>
          <p:nvPr/>
        </p:nvSpPr>
        <p:spPr>
          <a:xfrm>
            <a:off x="7132320" y="1051560"/>
            <a:ext cx="4754880" cy="4754880"/>
          </a:xfrm>
          <a:prstGeom prst="ellipse">
            <a:avLst/>
          </a:prstGeom>
          <a:ln w="19050">
            <a:solidFill>
              <a:srgbClr val="D9973A">
                <a:alpha val="50000"/>
              </a:srgbClr>
            </a:solidFill>
            <a:prstDash val="solid"/>
          </a:ln>
        </p:spPr>
      </p:sp>
      <p:sp>
        <p:nvSpPr>
          <p:cNvPr id="10" name="a1-zoom"/>
          <p:cNvSpPr/>
          <p:nvPr/>
        </p:nvSpPr>
        <p:spPr>
          <a:xfrm>
            <a:off x="7406640" y="1325880"/>
            <a:ext cx="4206240" cy="4206240"/>
          </a:xfrm>
          <a:prstGeom prst="ellipse">
            <a:avLst/>
          </a:prstGeom>
          <a:solidFill>
            <a:srgbClr val="D9973A"/>
          </a:solidFill>
          <a:ln w="12700">
            <a:solidFill>
              <a:srgbClr val="D9973A"/>
            </a:solidFill>
            <a:prstDash val="solid"/>
          </a:ln>
        </p:spPr>
      </p:sp>
      <p:pic>
        <p:nvPicPr>
          <p:cNvPr id="11" name="a2-zoom" descr="">    </p:cNvPr>
          <p:cNvPicPr>
            <a:picLocks noChangeAspect="1"/>
          </p:cNvPicPr>
          <p:nvPr/>
        </p:nvPicPr>
        <p:blipFill>
          <a:blip r:embed="rId2"/>
          <a:stretch>
            <a:fillRect/>
          </a:stretch>
        </p:blipFill>
        <p:spPr>
          <a:xfrm>
            <a:off x="8183880" y="2103120"/>
            <a:ext cx="2651760" cy="26517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450" fill="hold"/>
                                        <p:tgtEl>
                                          <p:spTgt spid="9"/>
                                        </p:tgtEl>
                                        <p:attrNameLst>
                                          <p:attrName>ppt_w</p:attrName>
                                        </p:attrNameLst>
                                      </p:cBhvr>
                                      <p:tavLst>
                                        <p:tav tm="0">
                                          <p:val>
                                            <p:fltVal val="0"/>
                                          </p:val>
                                        </p:tav>
                                        <p:tav tm="100000">
                                          <p:val>
                                            <p:strVal val="#ppt_w"/>
                                          </p:val>
                                        </p:tav>
                                      </p:tavLst>
                                    </p:anim>
                                    <p:anim calcmode="lin" valueType="num">
                                      <p:cBhvr>
                                        <p:cTn id="20" dur="450" fill="hold"/>
                                        <p:tgtEl>
                                          <p:spTgt spid="9"/>
                                        </p:tgtEl>
                                        <p:attrNameLst>
                                          <p:attrName>ppt_h</p:attrName>
                                        </p:attrNameLst>
                                      </p:cBhvr>
                                      <p:tavLst>
                                        <p:tav tm="0">
                                          <p:val>
                                            <p:fltVal val="0"/>
                                          </p:val>
                                        </p:tav>
                                        <p:tav tm="100000">
                                          <p:val>
                                            <p:strVal val="#ppt_h"/>
                                          </p:val>
                                        </p:tav>
                                      </p:tavLst>
                                    </p:anim>
                                    <p:animEffect transition="in" filter="fade">
                                      <p:cBhvr>
                                        <p:cTn id="21" dur="450"/>
                                        <p:tgtEl>
                                          <p:spTgt spid="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450" fill="hold"/>
                                        <p:tgtEl>
                                          <p:spTgt spid="10"/>
                                        </p:tgtEl>
                                        <p:attrNameLst>
                                          <p:attrName>ppt_w</p:attrName>
                                        </p:attrNameLst>
                                      </p:cBhvr>
                                      <p:tavLst>
                                        <p:tav tm="0">
                                          <p:val>
                                            <p:fltVal val="0"/>
                                          </p:val>
                                        </p:tav>
                                        <p:tav tm="100000">
                                          <p:val>
                                            <p:strVal val="#ppt_w"/>
                                          </p:val>
                                        </p:tav>
                                      </p:tavLst>
                                    </p:anim>
                                    <p:anim calcmode="lin" valueType="num">
                                      <p:cBhvr>
                                        <p:cTn id="25" dur="450" fill="hold"/>
                                        <p:tgtEl>
                                          <p:spTgt spid="10"/>
                                        </p:tgtEl>
                                        <p:attrNameLst>
                                          <p:attrName>ppt_h</p:attrName>
                                        </p:attrNameLst>
                                      </p:cBhvr>
                                      <p:tavLst>
                                        <p:tav tm="0">
                                          <p:val>
                                            <p:fltVal val="0"/>
                                          </p:val>
                                        </p:tav>
                                        <p:tav tm="100000">
                                          <p:val>
                                            <p:strVal val="#ppt_h"/>
                                          </p:val>
                                        </p:tav>
                                      </p:tavLst>
                                    </p:anim>
                                    <p:animEffect transition="in" filter="fade">
                                      <p:cBhvr>
                                        <p:cTn id="26" dur="450"/>
                                        <p:tgtEl>
                                          <p:spTgt spid="10"/>
                                        </p:tgtEl>
                                      </p:cBhvr>
                                    </p:animEffect>
                                  </p:childTnLst>
                                </p:cTn>
                              </p:par>
                              <p:par>
                                <p:cTn id="27" presetID="42" presetClass="entr" presetSubtype="0" fill="hold" grpId="0" nodeType="withEffect">
                                  <p:stCondLst>
                                    <p:cond delay="35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600"/>
                                        <p:tgtEl>
                                          <p:spTgt spid="6"/>
                                        </p:tgtEl>
                                      </p:cBhvr>
                                    </p:animEffect>
                                    <p:anim calcmode="lin" valueType="num">
                                      <p:cBhvr>
                                        <p:cTn id="30" dur="600" fill="hold"/>
                                        <p:tgtEl>
                                          <p:spTgt spid="6"/>
                                        </p:tgtEl>
                                        <p:attrNameLst>
                                          <p:attrName>ppt_x</p:attrName>
                                        </p:attrNameLst>
                                      </p:cBhvr>
                                      <p:tavLst>
                                        <p:tav tm="0">
                                          <p:val>
                                            <p:strVal val="#ppt_x"/>
                                          </p:val>
                                        </p:tav>
                                        <p:tav tm="100000">
                                          <p:val>
                                            <p:strVal val="#ppt_x"/>
                                          </p:val>
                                        </p:tav>
                                      </p:tavLst>
                                    </p:anim>
                                    <p:anim calcmode="lin" valueType="num">
                                      <p:cBhvr>
                                        <p:cTn id="31" dur="600" fill="hold"/>
                                        <p:tgtEl>
                                          <p:spTgt spid="6"/>
                                        </p:tgtEl>
                                        <p:attrNameLst>
                                          <p:attrName>ppt_y</p:attrName>
                                        </p:attrNameLst>
                                      </p:cBhvr>
                                      <p:tavLst>
                                        <p:tav tm="0">
                                          <p:val>
                                            <p:strVal val="#ppt_y+.1"/>
                                          </p:val>
                                        </p:tav>
                                        <p:tav tm="100000">
                                          <p:val>
                                            <p:strVal val="#ppt_y"/>
                                          </p:val>
                                        </p:tav>
                                      </p:tavLst>
                                    </p:anim>
                                  </p:childTnLst>
                                </p:cTn>
                              </p:par>
                              <p:par>
                                <p:cTn id="32" presetID="53" presetClass="entr" presetSubtype="16" fill="hold" grpId="0" nodeType="withEffect">
                                  <p:stCondLst>
                                    <p:cond delay="3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450" fill="hold"/>
                                        <p:tgtEl>
                                          <p:spTgt spid="11"/>
                                        </p:tgtEl>
                                        <p:attrNameLst>
                                          <p:attrName>ppt_w</p:attrName>
                                        </p:attrNameLst>
                                      </p:cBhvr>
                                      <p:tavLst>
                                        <p:tav tm="0">
                                          <p:val>
                                            <p:fltVal val="0"/>
                                          </p:val>
                                        </p:tav>
                                        <p:tav tm="100000">
                                          <p:val>
                                            <p:strVal val="#ppt_w"/>
                                          </p:val>
                                        </p:tav>
                                      </p:tavLst>
                                    </p:anim>
                                    <p:anim calcmode="lin" valueType="num">
                                      <p:cBhvr>
                                        <p:cTn id="35" dur="450" fill="hold"/>
                                        <p:tgtEl>
                                          <p:spTgt spid="11"/>
                                        </p:tgtEl>
                                        <p:attrNameLst>
                                          <p:attrName>ppt_h</p:attrName>
                                        </p:attrNameLst>
                                      </p:cBhvr>
                                      <p:tavLst>
                                        <p:tav tm="0">
                                          <p:val>
                                            <p:fltVal val="0"/>
                                          </p:val>
                                        </p:tav>
                                        <p:tav tm="100000">
                                          <p:val>
                                            <p:strVal val="#ppt_h"/>
                                          </p:val>
                                        </p:tav>
                                      </p:tavLst>
                                    </p:anim>
                                    <p:animEffect transition="in" filter="fade">
                                      <p:cBhvr>
                                        <p:cTn id="36" dur="450"/>
                                        <p:tgtEl>
                                          <p:spTgt spid="11"/>
                                        </p:tgtEl>
                                      </p:cBhvr>
                                    </p:animEffect>
                                  </p:childTnLst>
                                </p:cTn>
                              </p:par>
                              <p:par>
                                <p:cTn id="37" presetID="42" presetClass="entr" presetSubtype="0" fill="hold" grpId="0" nodeType="withEffect">
                                  <p:stCondLst>
                                    <p:cond delay="77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600"/>
                                        <p:tgtEl>
                                          <p:spTgt spid="7"/>
                                        </p:tgtEl>
                                      </p:cBhvr>
                                    </p:animEffect>
                                    <p:anim calcmode="lin" valueType="num">
                                      <p:cBhvr>
                                        <p:cTn id="40" dur="600" fill="hold"/>
                                        <p:tgtEl>
                                          <p:spTgt spid="7"/>
                                        </p:tgtEl>
                                        <p:attrNameLst>
                                          <p:attrName>ppt_x</p:attrName>
                                        </p:attrNameLst>
                                      </p:cBhvr>
                                      <p:tavLst>
                                        <p:tav tm="0">
                                          <p:val>
                                            <p:strVal val="#ppt_x"/>
                                          </p:val>
                                        </p:tav>
                                        <p:tav tm="100000">
                                          <p:val>
                                            <p:strVal val="#ppt_x"/>
                                          </p:val>
                                        </p:tav>
                                      </p:tavLst>
                                    </p:anim>
                                    <p:anim calcmode="lin" valueType="num">
                                      <p:cBhvr>
                                        <p:cTn id="41" dur="600" fill="hold"/>
                                        <p:tgtEl>
                                          <p:spTgt spid="7"/>
                                        </p:tgtEl>
                                        <p:attrNameLst>
                                          <p:attrName>ppt_y</p:attrName>
                                        </p:attrNameLst>
                                      </p:cBhvr>
                                      <p:tavLst>
                                        <p:tav tm="0">
                                          <p:val>
                                            <p:strVal val="#ppt_y+.1"/>
                                          </p:val>
                                        </p:tav>
                                        <p:tav tm="100000">
                                          <p:val>
                                            <p:strVal val="#ppt_y"/>
                                          </p:val>
                                        </p:tav>
                                      </p:tavLst>
                                    </p:anim>
                                  </p:childTnLst>
                                </p:cTn>
                              </p:par>
                              <p:par>
                                <p:cTn id="42" presetID="10" presetClass="entr" presetSubtype="0" fill="hold" grpId="0" nodeType="withEffect">
                                  <p:stCondLst>
                                    <p:cond delay="119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A4A"/>
          </a:solidFill>
          <a:ln w="12700">
            <a:solidFill>
              <a:srgbClr val="1B2A4A"/>
            </a:solidFill>
            <a:prstDash val="solid"/>
          </a:ln>
        </p:spPr>
      </p:sp>
      <p:sp>
        <p:nvSpPr>
          <p:cNvPr id="3" name="Text 1"/>
          <p:cNvSpPr txBox="1"/>
          <p:nvPr/>
        </p:nvSpPr>
        <p:spPr>
          <a:xfrm>
            <a:off x="640080" y="2011680"/>
            <a:ext cx="32004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TODAY</a:t>
            </a:r>
            <a:endParaRPr lang="en-US" sz="1300" dirty="0"/>
          </a:p>
        </p:txBody>
      </p:sp>
      <p:sp>
        <p:nvSpPr>
          <p:cNvPr id="4" name="Text 2"/>
          <p:cNvSpPr txBox="1"/>
          <p:nvPr/>
        </p:nvSpPr>
        <p:spPr>
          <a:xfrm>
            <a:off x="640080" y="2377440"/>
            <a:ext cx="329184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What I will</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talk about</a:t>
            </a:r>
            <a:endParaRPr lang="en-US" sz="4000" dirty="0"/>
          </a:p>
        </p:txBody>
      </p:sp>
      <p:pic>
        <p:nvPicPr>
          <p:cNvPr id="5" name="a1-zoom" descr="">    </p:cNvPr>
          <p:cNvPicPr>
            <a:picLocks noChangeAspect="1"/>
          </p:cNvPicPr>
          <p:nvPr/>
        </p:nvPicPr>
        <p:blipFill>
          <a:blip r:embed="rId1"/>
          <a:stretch>
            <a:fillRect/>
          </a:stretch>
        </p:blipFill>
        <p:spPr>
          <a:xfrm>
            <a:off x="640080" y="4160520"/>
            <a:ext cx="1188720" cy="1188720"/>
          </a:xfrm>
          <a:prstGeom prst="rect">
            <a:avLst/>
          </a:prstGeom>
        </p:spPr>
      </p:pic>
      <p:sp>
        <p:nvSpPr>
          <p:cNvPr id="6" name="a2-float"/>
          <p:cNvSpPr txBox="1"/>
          <p:nvPr/>
        </p:nvSpPr>
        <p:spPr>
          <a:xfrm>
            <a:off x="4937760" y="731520"/>
            <a:ext cx="658368" cy="658368"/>
          </a:xfrm>
          <a:prstGeom prst="ellipse">
            <a:avLst/>
          </a:prstGeom>
          <a:solidFill>
            <a:srgbClr val="D9973A"/>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a2-float"/>
          <p:cNvSpPr txBox="1"/>
          <p:nvPr/>
        </p:nvSpPr>
        <p:spPr>
          <a:xfrm>
            <a:off x="5897880" y="713232"/>
            <a:ext cx="5669280" cy="384048"/>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The company</a:t>
            </a:r>
            <a:endParaRPr lang="en-US" sz="2200" dirty="0"/>
          </a:p>
        </p:txBody>
      </p:sp>
      <p:sp>
        <p:nvSpPr>
          <p:cNvPr id="8" name="a2-float"/>
          <p:cNvSpPr txBox="1"/>
          <p:nvPr/>
        </p:nvSpPr>
        <p:spPr>
          <a:xfrm>
            <a:off x="5897880" y="1097280"/>
            <a:ext cx="5669280" cy="292608"/>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Where I did my internship</a:t>
            </a:r>
            <a:endParaRPr lang="en-US" sz="1500" dirty="0"/>
          </a:p>
        </p:txBody>
      </p:sp>
      <p:sp>
        <p:nvSpPr>
          <p:cNvPr id="9" name="a3-float"/>
          <p:cNvSpPr txBox="1"/>
          <p:nvPr/>
        </p:nvSpPr>
        <p:spPr>
          <a:xfrm>
            <a:off x="4937760" y="1673352"/>
            <a:ext cx="658368" cy="658368"/>
          </a:xfrm>
          <a:prstGeom prst="ellipse">
            <a:avLst/>
          </a:prstGeom>
          <a:solidFill>
            <a:srgbClr val="D9973A"/>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a3-float"/>
          <p:cNvSpPr txBox="1"/>
          <p:nvPr/>
        </p:nvSpPr>
        <p:spPr>
          <a:xfrm>
            <a:off x="5897880" y="1655064"/>
            <a:ext cx="5669280" cy="384048"/>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My goal</a:t>
            </a:r>
            <a:endParaRPr lang="en-US" sz="2200" dirty="0"/>
          </a:p>
        </p:txBody>
      </p:sp>
      <p:sp>
        <p:nvSpPr>
          <p:cNvPr id="11" name="a3-float"/>
          <p:cNvSpPr txBox="1"/>
          <p:nvPr/>
        </p:nvSpPr>
        <p:spPr>
          <a:xfrm>
            <a:off x="5897880" y="2039112"/>
            <a:ext cx="5669280" cy="292608"/>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What the internship was about</a:t>
            </a:r>
            <a:endParaRPr lang="en-US" sz="1500" dirty="0"/>
          </a:p>
        </p:txBody>
      </p:sp>
      <p:sp>
        <p:nvSpPr>
          <p:cNvPr id="12" name="a4-float"/>
          <p:cNvSpPr txBox="1"/>
          <p:nvPr/>
        </p:nvSpPr>
        <p:spPr>
          <a:xfrm>
            <a:off x="4937760" y="2615184"/>
            <a:ext cx="658368" cy="658368"/>
          </a:xfrm>
          <a:prstGeom prst="ellipse">
            <a:avLst/>
          </a:prstGeom>
          <a:solidFill>
            <a:srgbClr val="D9973A"/>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a4-float"/>
          <p:cNvSpPr txBox="1"/>
          <p:nvPr/>
        </p:nvSpPr>
        <p:spPr>
          <a:xfrm>
            <a:off x="5897880" y="2596896"/>
            <a:ext cx="5669280" cy="384048"/>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My tasks</a:t>
            </a:r>
            <a:endParaRPr lang="en-US" sz="2200" dirty="0"/>
          </a:p>
        </p:txBody>
      </p:sp>
      <p:sp>
        <p:nvSpPr>
          <p:cNvPr id="14" name="a4-float"/>
          <p:cNvSpPr txBox="1"/>
          <p:nvPr/>
        </p:nvSpPr>
        <p:spPr>
          <a:xfrm>
            <a:off x="5897880" y="2980944"/>
            <a:ext cx="5669280" cy="292608"/>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What I did at the bakery</a:t>
            </a:r>
            <a:endParaRPr lang="en-US" sz="1500" dirty="0"/>
          </a:p>
        </p:txBody>
      </p:sp>
      <p:sp>
        <p:nvSpPr>
          <p:cNvPr id="15" name="a5-float"/>
          <p:cNvSpPr txBox="1"/>
          <p:nvPr/>
        </p:nvSpPr>
        <p:spPr>
          <a:xfrm>
            <a:off x="4937760" y="3557016"/>
            <a:ext cx="658368" cy="658368"/>
          </a:xfrm>
          <a:prstGeom prst="ellipse">
            <a:avLst/>
          </a:prstGeom>
          <a:solidFill>
            <a:srgbClr val="D9973A"/>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6" name="a5-float"/>
          <p:cNvSpPr txBox="1"/>
          <p:nvPr/>
        </p:nvSpPr>
        <p:spPr>
          <a:xfrm>
            <a:off x="5897880" y="3538728"/>
            <a:ext cx="5669280" cy="384048"/>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What I learned</a:t>
            </a:r>
            <a:endParaRPr lang="en-US" sz="2200" dirty="0"/>
          </a:p>
        </p:txBody>
      </p:sp>
      <p:sp>
        <p:nvSpPr>
          <p:cNvPr id="17" name="a5-float"/>
          <p:cNvSpPr txBox="1"/>
          <p:nvPr/>
        </p:nvSpPr>
        <p:spPr>
          <a:xfrm>
            <a:off x="5897880" y="3922776"/>
            <a:ext cx="5669280" cy="292608"/>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How a business and its customers work</a:t>
            </a:r>
            <a:endParaRPr lang="en-US" sz="1500" dirty="0"/>
          </a:p>
        </p:txBody>
      </p:sp>
      <p:sp>
        <p:nvSpPr>
          <p:cNvPr id="18" name="a6-float"/>
          <p:cNvSpPr txBox="1"/>
          <p:nvPr/>
        </p:nvSpPr>
        <p:spPr>
          <a:xfrm>
            <a:off x="4937760" y="4498848"/>
            <a:ext cx="658368" cy="658368"/>
          </a:xfrm>
          <a:prstGeom prst="ellipse">
            <a:avLst/>
          </a:prstGeom>
          <a:solidFill>
            <a:srgbClr val="D9973A"/>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9" name="a6-float"/>
          <p:cNvSpPr txBox="1"/>
          <p:nvPr/>
        </p:nvSpPr>
        <p:spPr>
          <a:xfrm>
            <a:off x="5897880" y="4480560"/>
            <a:ext cx="5669280" cy="384048"/>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My results</a:t>
            </a:r>
            <a:endParaRPr lang="en-US" sz="2200" dirty="0"/>
          </a:p>
        </p:txBody>
      </p:sp>
      <p:sp>
        <p:nvSpPr>
          <p:cNvPr id="20" name="a6-float"/>
          <p:cNvSpPr txBox="1"/>
          <p:nvPr/>
        </p:nvSpPr>
        <p:spPr>
          <a:xfrm>
            <a:off x="5897880" y="4864608"/>
            <a:ext cx="5669280" cy="292608"/>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My evaluation from the company</a:t>
            </a:r>
            <a:endParaRPr lang="en-US" sz="1500" dirty="0"/>
          </a:p>
        </p:txBody>
      </p:sp>
      <p:sp>
        <p:nvSpPr>
          <p:cNvPr id="21" name="a7-float"/>
          <p:cNvSpPr txBox="1"/>
          <p:nvPr/>
        </p:nvSpPr>
        <p:spPr>
          <a:xfrm>
            <a:off x="4937760" y="5440680"/>
            <a:ext cx="658368" cy="658368"/>
          </a:xfrm>
          <a:prstGeom prst="ellipse">
            <a:avLst/>
          </a:prstGeom>
          <a:solidFill>
            <a:srgbClr val="D9973A"/>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2" name="a7-float"/>
          <p:cNvSpPr txBox="1"/>
          <p:nvPr/>
        </p:nvSpPr>
        <p:spPr>
          <a:xfrm>
            <a:off x="5897880" y="5422392"/>
            <a:ext cx="5669280" cy="384048"/>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Conclusion</a:t>
            </a:r>
            <a:endParaRPr lang="en-US" sz="2200" dirty="0"/>
          </a:p>
        </p:txBody>
      </p:sp>
      <p:sp>
        <p:nvSpPr>
          <p:cNvPr id="23" name="a7-float"/>
          <p:cNvSpPr txBox="1"/>
          <p:nvPr/>
        </p:nvSpPr>
        <p:spPr>
          <a:xfrm>
            <a:off x="5897880" y="5806440"/>
            <a:ext cx="5669280" cy="292608"/>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What this experience gave me</a:t>
            </a:r>
            <a:endParaRPr lang="en-US" sz="1500" dirty="0"/>
          </a:p>
        </p:txBody>
      </p:sp>
      <p:sp>
        <p:nvSpPr>
          <p:cNvPr id="24" name="Text 21"/>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2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450" fill="hold"/>
                                        <p:tgtEl>
                                          <p:spTgt spid="5"/>
                                        </p:tgtEl>
                                        <p:attrNameLst>
                                          <p:attrName>ppt_w</p:attrName>
                                        </p:attrNameLst>
                                      </p:cBhvr>
                                      <p:tavLst>
                                        <p:tav tm="0">
                                          <p:val>
                                            <p:fltVal val="0"/>
                                          </p:val>
                                        </p:tav>
                                        <p:tav tm="100000">
                                          <p:val>
                                            <p:strVal val="#ppt_w"/>
                                          </p:val>
                                        </p:tav>
                                      </p:tavLst>
                                    </p:anim>
                                    <p:anim calcmode="lin" valueType="num">
                                      <p:cBhvr>
                                        <p:cTn id="8" dur="450" fill="hold"/>
                                        <p:tgtEl>
                                          <p:spTgt spid="5"/>
                                        </p:tgtEl>
                                        <p:attrNameLst>
                                          <p:attrName>ppt_h</p:attrName>
                                        </p:attrNameLst>
                                      </p:cBhvr>
                                      <p:tavLst>
                                        <p:tav tm="0">
                                          <p:val>
                                            <p:fltVal val="0"/>
                                          </p:val>
                                        </p:tav>
                                        <p:tav tm="100000">
                                          <p:val>
                                            <p:strVal val="#ppt_h"/>
                                          </p:val>
                                        </p:tav>
                                      </p:tavLst>
                                    </p:anim>
                                    <p:animEffect transition="in" filter="fade">
                                      <p:cBhvr>
                                        <p:cTn id="9" dur="450"/>
                                        <p:tgtEl>
                                          <p:spTgt spid="5"/>
                                        </p:tgtEl>
                                      </p:cBhvr>
                                    </p:animEffect>
                                  </p:childTnLst>
                                </p:cTn>
                              </p:par>
                              <p:par>
                                <p:cTn id="10" presetID="42" presetClass="entr" presetSubtype="0" fill="hold" grpId="0" nodeType="withEffect">
                                  <p:stCondLst>
                                    <p:cond delay="31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anim calcmode="lin" valueType="num">
                                      <p:cBhvr>
                                        <p:cTn id="13" dur="600" fill="hold"/>
                                        <p:tgtEl>
                                          <p:spTgt spid="6"/>
                                        </p:tgtEl>
                                        <p:attrNameLst>
                                          <p:attrName>ppt_x</p:attrName>
                                        </p:attrNameLst>
                                      </p:cBhvr>
                                      <p:tavLst>
                                        <p:tav tm="0">
                                          <p:val>
                                            <p:strVal val="#ppt_x"/>
                                          </p:val>
                                        </p:tav>
                                        <p:tav tm="100000">
                                          <p:val>
                                            <p:strVal val="#ppt_x"/>
                                          </p:val>
                                        </p:tav>
                                      </p:tavLst>
                                    </p:anim>
                                    <p:anim calcmode="lin" valueType="num">
                                      <p:cBhvr>
                                        <p:cTn id="14" dur="6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315"/>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anim calcmode="lin" valueType="num">
                                      <p:cBhvr>
                                        <p:cTn id="18" dur="600" fill="hold"/>
                                        <p:tgtEl>
                                          <p:spTgt spid="7"/>
                                        </p:tgtEl>
                                        <p:attrNameLst>
                                          <p:attrName>ppt_x</p:attrName>
                                        </p:attrNameLst>
                                      </p:cBhvr>
                                      <p:tavLst>
                                        <p:tav tm="0">
                                          <p:val>
                                            <p:strVal val="#ppt_x"/>
                                          </p:val>
                                        </p:tav>
                                        <p:tav tm="100000">
                                          <p:val>
                                            <p:strVal val="#ppt_x"/>
                                          </p:val>
                                        </p:tav>
                                      </p:tavLst>
                                    </p:anim>
                                    <p:anim calcmode="lin" valueType="num">
                                      <p:cBhvr>
                                        <p:cTn id="19" dur="6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1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fill="hold"/>
                                        <p:tgtEl>
                                          <p:spTgt spid="8"/>
                                        </p:tgtEl>
                                        <p:attrNameLst>
                                          <p:attrName>ppt_x</p:attrName>
                                        </p:attrNameLst>
                                      </p:cBhvr>
                                      <p:tavLst>
                                        <p:tav tm="0">
                                          <p:val>
                                            <p:strVal val="#ppt_x"/>
                                          </p:val>
                                        </p:tav>
                                        <p:tav tm="100000">
                                          <p:val>
                                            <p:strVal val="#ppt_x"/>
                                          </p:val>
                                        </p:tav>
                                      </p:tavLst>
                                    </p:anim>
                                    <p:anim calcmode="lin" valueType="num">
                                      <p:cBhvr>
                                        <p:cTn id="24" dur="6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735"/>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anim calcmode="lin" valueType="num">
                                      <p:cBhvr>
                                        <p:cTn id="28" dur="600" fill="hold"/>
                                        <p:tgtEl>
                                          <p:spTgt spid="9"/>
                                        </p:tgtEl>
                                        <p:attrNameLst>
                                          <p:attrName>ppt_x</p:attrName>
                                        </p:attrNameLst>
                                      </p:cBhvr>
                                      <p:tavLst>
                                        <p:tav tm="0">
                                          <p:val>
                                            <p:strVal val="#ppt_x"/>
                                          </p:val>
                                        </p:tav>
                                        <p:tav tm="100000">
                                          <p:val>
                                            <p:strVal val="#ppt_x"/>
                                          </p:val>
                                        </p:tav>
                                      </p:tavLst>
                                    </p:anim>
                                    <p:anim calcmode="lin" valueType="num">
                                      <p:cBhvr>
                                        <p:cTn id="29" dur="6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735"/>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anim calcmode="lin" valueType="num">
                                      <p:cBhvr>
                                        <p:cTn id="33" dur="600" fill="hold"/>
                                        <p:tgtEl>
                                          <p:spTgt spid="10"/>
                                        </p:tgtEl>
                                        <p:attrNameLst>
                                          <p:attrName>ppt_x</p:attrName>
                                        </p:attrNameLst>
                                      </p:cBhvr>
                                      <p:tavLst>
                                        <p:tav tm="0">
                                          <p:val>
                                            <p:strVal val="#ppt_x"/>
                                          </p:val>
                                        </p:tav>
                                        <p:tav tm="100000">
                                          <p:val>
                                            <p:strVal val="#ppt_x"/>
                                          </p:val>
                                        </p:tav>
                                      </p:tavLst>
                                    </p:anim>
                                    <p:anim calcmode="lin" valueType="num">
                                      <p:cBhvr>
                                        <p:cTn id="34" dur="6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735"/>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00"/>
                                        <p:tgtEl>
                                          <p:spTgt spid="11"/>
                                        </p:tgtEl>
                                      </p:cBhvr>
                                    </p:animEffect>
                                    <p:anim calcmode="lin" valueType="num">
                                      <p:cBhvr>
                                        <p:cTn id="38" dur="600" fill="hold"/>
                                        <p:tgtEl>
                                          <p:spTgt spid="11"/>
                                        </p:tgtEl>
                                        <p:attrNameLst>
                                          <p:attrName>ppt_x</p:attrName>
                                        </p:attrNameLst>
                                      </p:cBhvr>
                                      <p:tavLst>
                                        <p:tav tm="0">
                                          <p:val>
                                            <p:strVal val="#ppt_x"/>
                                          </p:val>
                                        </p:tav>
                                        <p:tav tm="100000">
                                          <p:val>
                                            <p:strVal val="#ppt_x"/>
                                          </p:val>
                                        </p:tav>
                                      </p:tavLst>
                                    </p:anim>
                                    <p:anim calcmode="lin" valueType="num">
                                      <p:cBhvr>
                                        <p:cTn id="39" dur="6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155"/>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p:cTn id="43" dur="600" fill="hold"/>
                                        <p:tgtEl>
                                          <p:spTgt spid="12"/>
                                        </p:tgtEl>
                                        <p:attrNameLst>
                                          <p:attrName>ppt_x</p:attrName>
                                        </p:attrNameLst>
                                      </p:cBhvr>
                                      <p:tavLst>
                                        <p:tav tm="0">
                                          <p:val>
                                            <p:strVal val="#ppt_x"/>
                                          </p:val>
                                        </p:tav>
                                        <p:tav tm="100000">
                                          <p:val>
                                            <p:strVal val="#ppt_x"/>
                                          </p:val>
                                        </p:tav>
                                      </p:tavLst>
                                    </p:anim>
                                    <p:anim calcmode="lin" valueType="num">
                                      <p:cBhvr>
                                        <p:cTn id="44" dur="6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155"/>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p:cTn id="48" dur="600" fill="hold"/>
                                        <p:tgtEl>
                                          <p:spTgt spid="13"/>
                                        </p:tgtEl>
                                        <p:attrNameLst>
                                          <p:attrName>ppt_x</p:attrName>
                                        </p:attrNameLst>
                                      </p:cBhvr>
                                      <p:tavLst>
                                        <p:tav tm="0">
                                          <p:val>
                                            <p:strVal val="#ppt_x"/>
                                          </p:val>
                                        </p:tav>
                                        <p:tav tm="100000">
                                          <p:val>
                                            <p:strVal val="#ppt_x"/>
                                          </p:val>
                                        </p:tav>
                                      </p:tavLst>
                                    </p:anim>
                                    <p:anim calcmode="lin" valueType="num">
                                      <p:cBhvr>
                                        <p:cTn id="49" dur="6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155"/>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anim calcmode="lin" valueType="num">
                                      <p:cBhvr>
                                        <p:cTn id="53" dur="600" fill="hold"/>
                                        <p:tgtEl>
                                          <p:spTgt spid="14"/>
                                        </p:tgtEl>
                                        <p:attrNameLst>
                                          <p:attrName>ppt_x</p:attrName>
                                        </p:attrNameLst>
                                      </p:cBhvr>
                                      <p:tavLst>
                                        <p:tav tm="0">
                                          <p:val>
                                            <p:strVal val="#ppt_x"/>
                                          </p:val>
                                        </p:tav>
                                        <p:tav tm="100000">
                                          <p:val>
                                            <p:strVal val="#ppt_x"/>
                                          </p:val>
                                        </p:tav>
                                      </p:tavLst>
                                    </p:anim>
                                    <p:anim calcmode="lin" valueType="num">
                                      <p:cBhvr>
                                        <p:cTn id="54" dur="6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1575"/>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00"/>
                                        <p:tgtEl>
                                          <p:spTgt spid="15"/>
                                        </p:tgtEl>
                                      </p:cBhvr>
                                    </p:animEffect>
                                    <p:anim calcmode="lin" valueType="num">
                                      <p:cBhvr>
                                        <p:cTn id="58" dur="600" fill="hold"/>
                                        <p:tgtEl>
                                          <p:spTgt spid="15"/>
                                        </p:tgtEl>
                                        <p:attrNameLst>
                                          <p:attrName>ppt_x</p:attrName>
                                        </p:attrNameLst>
                                      </p:cBhvr>
                                      <p:tavLst>
                                        <p:tav tm="0">
                                          <p:val>
                                            <p:strVal val="#ppt_x"/>
                                          </p:val>
                                        </p:tav>
                                        <p:tav tm="100000">
                                          <p:val>
                                            <p:strVal val="#ppt_x"/>
                                          </p:val>
                                        </p:tav>
                                      </p:tavLst>
                                    </p:anim>
                                    <p:anim calcmode="lin" valueType="num">
                                      <p:cBhvr>
                                        <p:cTn id="59" dur="6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1575"/>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00"/>
                                        <p:tgtEl>
                                          <p:spTgt spid="16"/>
                                        </p:tgtEl>
                                      </p:cBhvr>
                                    </p:animEffect>
                                    <p:anim calcmode="lin" valueType="num">
                                      <p:cBhvr>
                                        <p:cTn id="63" dur="600" fill="hold"/>
                                        <p:tgtEl>
                                          <p:spTgt spid="16"/>
                                        </p:tgtEl>
                                        <p:attrNameLst>
                                          <p:attrName>ppt_x</p:attrName>
                                        </p:attrNameLst>
                                      </p:cBhvr>
                                      <p:tavLst>
                                        <p:tav tm="0">
                                          <p:val>
                                            <p:strVal val="#ppt_x"/>
                                          </p:val>
                                        </p:tav>
                                        <p:tav tm="100000">
                                          <p:val>
                                            <p:strVal val="#ppt_x"/>
                                          </p:val>
                                        </p:tav>
                                      </p:tavLst>
                                    </p:anim>
                                    <p:anim calcmode="lin" valueType="num">
                                      <p:cBhvr>
                                        <p:cTn id="64" dur="6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1575"/>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600"/>
                                        <p:tgtEl>
                                          <p:spTgt spid="17"/>
                                        </p:tgtEl>
                                      </p:cBhvr>
                                    </p:animEffect>
                                    <p:anim calcmode="lin" valueType="num">
                                      <p:cBhvr>
                                        <p:cTn id="68" dur="600" fill="hold"/>
                                        <p:tgtEl>
                                          <p:spTgt spid="17"/>
                                        </p:tgtEl>
                                        <p:attrNameLst>
                                          <p:attrName>ppt_x</p:attrName>
                                        </p:attrNameLst>
                                      </p:cBhvr>
                                      <p:tavLst>
                                        <p:tav tm="0">
                                          <p:val>
                                            <p:strVal val="#ppt_x"/>
                                          </p:val>
                                        </p:tav>
                                        <p:tav tm="100000">
                                          <p:val>
                                            <p:strVal val="#ppt_x"/>
                                          </p:val>
                                        </p:tav>
                                      </p:tavLst>
                                    </p:anim>
                                    <p:anim calcmode="lin" valueType="num">
                                      <p:cBhvr>
                                        <p:cTn id="69" dur="6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1995"/>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p:tgtEl>
                                          <p:spTgt spid="18"/>
                                        </p:tgtEl>
                                      </p:cBhvr>
                                    </p:animEffect>
                                    <p:anim calcmode="lin" valueType="num">
                                      <p:cBhvr>
                                        <p:cTn id="73" dur="600" fill="hold"/>
                                        <p:tgtEl>
                                          <p:spTgt spid="18"/>
                                        </p:tgtEl>
                                        <p:attrNameLst>
                                          <p:attrName>ppt_x</p:attrName>
                                        </p:attrNameLst>
                                      </p:cBhvr>
                                      <p:tavLst>
                                        <p:tav tm="0">
                                          <p:val>
                                            <p:strVal val="#ppt_x"/>
                                          </p:val>
                                        </p:tav>
                                        <p:tav tm="100000">
                                          <p:val>
                                            <p:strVal val="#ppt_x"/>
                                          </p:val>
                                        </p:tav>
                                      </p:tavLst>
                                    </p:anim>
                                    <p:anim calcmode="lin" valueType="num">
                                      <p:cBhvr>
                                        <p:cTn id="74" dur="6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1995"/>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600"/>
                                        <p:tgtEl>
                                          <p:spTgt spid="19"/>
                                        </p:tgtEl>
                                      </p:cBhvr>
                                    </p:animEffect>
                                    <p:anim calcmode="lin" valueType="num">
                                      <p:cBhvr>
                                        <p:cTn id="78" dur="600" fill="hold"/>
                                        <p:tgtEl>
                                          <p:spTgt spid="19"/>
                                        </p:tgtEl>
                                        <p:attrNameLst>
                                          <p:attrName>ppt_x</p:attrName>
                                        </p:attrNameLst>
                                      </p:cBhvr>
                                      <p:tavLst>
                                        <p:tav tm="0">
                                          <p:val>
                                            <p:strVal val="#ppt_x"/>
                                          </p:val>
                                        </p:tav>
                                        <p:tav tm="100000">
                                          <p:val>
                                            <p:strVal val="#ppt_x"/>
                                          </p:val>
                                        </p:tav>
                                      </p:tavLst>
                                    </p:anim>
                                    <p:anim calcmode="lin" valueType="num">
                                      <p:cBhvr>
                                        <p:cTn id="79" dur="6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1995"/>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600"/>
                                        <p:tgtEl>
                                          <p:spTgt spid="20"/>
                                        </p:tgtEl>
                                      </p:cBhvr>
                                    </p:animEffect>
                                    <p:anim calcmode="lin" valueType="num">
                                      <p:cBhvr>
                                        <p:cTn id="83" dur="600" fill="hold"/>
                                        <p:tgtEl>
                                          <p:spTgt spid="20"/>
                                        </p:tgtEl>
                                        <p:attrNameLst>
                                          <p:attrName>ppt_x</p:attrName>
                                        </p:attrNameLst>
                                      </p:cBhvr>
                                      <p:tavLst>
                                        <p:tav tm="0">
                                          <p:val>
                                            <p:strVal val="#ppt_x"/>
                                          </p:val>
                                        </p:tav>
                                        <p:tav tm="100000">
                                          <p:val>
                                            <p:strVal val="#ppt_x"/>
                                          </p:val>
                                        </p:tav>
                                      </p:tavLst>
                                    </p:anim>
                                    <p:anim calcmode="lin" valueType="num">
                                      <p:cBhvr>
                                        <p:cTn id="84" dur="6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2415"/>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600"/>
                                        <p:tgtEl>
                                          <p:spTgt spid="21"/>
                                        </p:tgtEl>
                                      </p:cBhvr>
                                    </p:animEffect>
                                    <p:anim calcmode="lin" valueType="num">
                                      <p:cBhvr>
                                        <p:cTn id="88" dur="600" fill="hold"/>
                                        <p:tgtEl>
                                          <p:spTgt spid="21"/>
                                        </p:tgtEl>
                                        <p:attrNameLst>
                                          <p:attrName>ppt_x</p:attrName>
                                        </p:attrNameLst>
                                      </p:cBhvr>
                                      <p:tavLst>
                                        <p:tav tm="0">
                                          <p:val>
                                            <p:strVal val="#ppt_x"/>
                                          </p:val>
                                        </p:tav>
                                        <p:tav tm="100000">
                                          <p:val>
                                            <p:strVal val="#ppt_x"/>
                                          </p:val>
                                        </p:tav>
                                      </p:tavLst>
                                    </p:anim>
                                    <p:anim calcmode="lin" valueType="num">
                                      <p:cBhvr>
                                        <p:cTn id="89" dur="6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2415"/>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600"/>
                                        <p:tgtEl>
                                          <p:spTgt spid="22"/>
                                        </p:tgtEl>
                                      </p:cBhvr>
                                    </p:animEffect>
                                    <p:anim calcmode="lin" valueType="num">
                                      <p:cBhvr>
                                        <p:cTn id="93" dur="600" fill="hold"/>
                                        <p:tgtEl>
                                          <p:spTgt spid="22"/>
                                        </p:tgtEl>
                                        <p:attrNameLst>
                                          <p:attrName>ppt_x</p:attrName>
                                        </p:attrNameLst>
                                      </p:cBhvr>
                                      <p:tavLst>
                                        <p:tav tm="0">
                                          <p:val>
                                            <p:strVal val="#ppt_x"/>
                                          </p:val>
                                        </p:tav>
                                        <p:tav tm="100000">
                                          <p:val>
                                            <p:strVal val="#ppt_x"/>
                                          </p:val>
                                        </p:tav>
                                      </p:tavLst>
                                    </p:anim>
                                    <p:anim calcmode="lin" valueType="num">
                                      <p:cBhvr>
                                        <p:cTn id="94" dur="6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2415"/>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600"/>
                                        <p:tgtEl>
                                          <p:spTgt spid="23"/>
                                        </p:tgtEl>
                                      </p:cBhvr>
                                    </p:animEffect>
                                    <p:anim calcmode="lin" valueType="num">
                                      <p:cBhvr>
                                        <p:cTn id="98" dur="600" fill="hold"/>
                                        <p:tgtEl>
                                          <p:spTgt spid="23"/>
                                        </p:tgtEl>
                                        <p:attrNameLst>
                                          <p:attrName>ppt_x</p:attrName>
                                        </p:attrNameLst>
                                      </p:cBhvr>
                                      <p:tavLst>
                                        <p:tav tm="0">
                                          <p:val>
                                            <p:strVal val="#ppt_x"/>
                                          </p:val>
                                        </p:tav>
                                        <p:tav tm="100000">
                                          <p:val>
                                            <p:strVal val="#ppt_x"/>
                                          </p:val>
                                        </p:tav>
                                      </p:tavLst>
                                    </p:anim>
                                    <p:anim calcmode="lin" valueType="num">
                                      <p:cBhvr>
                                        <p:cTn id="99" dur="6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WHERE</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Where I did my internship</a:t>
            </a:r>
            <a:endParaRPr lang="en-US" sz="3400" dirty="0"/>
          </a:p>
        </p:txBody>
      </p:sp>
      <p:pic>
        <p:nvPicPr>
          <p:cNvPr id="4" name="a1-zoom" descr="">    </p:cNvPr>
          <p:cNvPicPr>
            <a:picLocks noChangeAspect="1"/>
          </p:cNvPicPr>
          <p:nvPr/>
        </p:nvPicPr>
        <p:blipFill>
          <a:blip r:embed="rId1"/>
          <a:stretch>
            <a:fillRect/>
          </a:stretch>
        </p:blipFill>
        <p:spPr>
          <a:xfrm>
            <a:off x="731520" y="1783080"/>
            <a:ext cx="4114800" cy="4114800"/>
          </a:xfrm>
          <a:prstGeom prst="rect">
            <a:avLst/>
          </a:prstGeom>
        </p:spPr>
      </p:pic>
      <p:pic>
        <p:nvPicPr>
          <p:cNvPr id="5" name="a2-drop" descr="">    </p:cNvPr>
          <p:cNvPicPr>
            <a:picLocks noChangeAspect="1"/>
          </p:cNvPicPr>
          <p:nvPr/>
        </p:nvPicPr>
        <p:blipFill>
          <a:blip r:embed="rId2"/>
          <a:stretch>
            <a:fillRect/>
          </a:stretch>
        </p:blipFill>
        <p:spPr>
          <a:xfrm>
            <a:off x="2691408" y="2142589"/>
            <a:ext cx="548640" cy="548640"/>
          </a:xfrm>
          <a:prstGeom prst="rect">
            <a:avLst/>
          </a:prstGeom>
        </p:spPr>
      </p:pic>
      <p:sp>
        <p:nvSpPr>
          <p:cNvPr id="6" name="a3-fade"/>
          <p:cNvSpPr txBox="1"/>
          <p:nvPr/>
        </p:nvSpPr>
        <p:spPr>
          <a:xfrm>
            <a:off x="3331488" y="2124301"/>
            <a:ext cx="2194560" cy="64008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Creil</a:t>
            </a:r>
            <a:endParaRPr lang="en-US" sz="1800" dirty="0"/>
          </a:p>
          <a:p>
            <a:pPr indent="0" marL="0">
              <a:buNone/>
            </a:pPr>
            <a:r>
              <a:rPr lang="en-US" sz="1200" dirty="0">
                <a:solidFill>
                  <a:srgbClr val="5B6577"/>
                </a:solidFill>
                <a:latin typeface="Calibri" pitchFamily="34" charset="0"/>
                <a:ea typeface="Calibri" pitchFamily="34" charset="-122"/>
                <a:cs typeface="Calibri" pitchFamily="34" charset="-120"/>
              </a:rPr>
              <a:t>about 50 km north of Paris</a:t>
            </a:r>
            <a:endParaRPr lang="en-US" sz="1800" dirty="0"/>
          </a:p>
        </p:txBody>
      </p:sp>
      <p:sp>
        <p:nvSpPr>
          <p:cNvPr id="7" name="a3-fade"/>
          <p:cNvSpPr txBox="1"/>
          <p:nvPr/>
        </p:nvSpPr>
        <p:spPr>
          <a:xfrm>
            <a:off x="1920240" y="4343400"/>
            <a:ext cx="1828800" cy="457200"/>
          </a:xfrm>
          <a:prstGeom prst="rect">
            <a:avLst/>
          </a:prstGeom>
          <a:noFill/>
          <a:ln/>
        </p:spPr>
        <p:txBody>
          <a:bodyPr wrap="square" lIns="0" tIns="0" rIns="0" bIns="0" rtlCol="0" anchor="t"/>
          <a:lstStyle/>
          <a:p>
            <a:pPr algn="ctr" indent="0" marL="0">
              <a:buNone/>
            </a:pPr>
            <a:r>
              <a:rPr lang="en-US" sz="2200" b="1" dirty="0">
                <a:solidFill>
                  <a:srgbClr val="8A97AD"/>
                </a:solidFill>
                <a:latin typeface="Cambria" pitchFamily="34" charset="0"/>
                <a:ea typeface="Cambria" pitchFamily="34" charset="-122"/>
                <a:cs typeface="Cambria" pitchFamily="34" charset="-120"/>
              </a:rPr>
              <a:t>France</a:t>
            </a:r>
            <a:endParaRPr lang="en-US" sz="2200" dirty="0"/>
          </a:p>
        </p:txBody>
      </p:sp>
      <p:sp>
        <p:nvSpPr>
          <p:cNvPr id="8" name="a4-float"/>
          <p:cNvSpPr/>
          <p:nvPr/>
        </p:nvSpPr>
        <p:spPr>
          <a:xfrm>
            <a:off x="5577840" y="1828800"/>
            <a:ext cx="749808" cy="749808"/>
          </a:xfrm>
          <a:prstGeom prst="ellipse">
            <a:avLst/>
          </a:prstGeom>
          <a:solidFill>
            <a:srgbClr val="D9973A"/>
          </a:solidFill>
          <a:ln w="12700">
            <a:solidFill>
              <a:srgbClr val="D9973A"/>
            </a:solidFill>
            <a:prstDash val="solid"/>
          </a:ln>
        </p:spPr>
      </p:sp>
      <p:pic>
        <p:nvPicPr>
          <p:cNvPr id="9" name="a4-float" descr="">    </p:cNvPr>
          <p:cNvPicPr>
            <a:picLocks noChangeAspect="1"/>
          </p:cNvPicPr>
          <p:nvPr/>
        </p:nvPicPr>
        <p:blipFill>
          <a:blip r:embed="rId3"/>
          <a:stretch>
            <a:fillRect/>
          </a:stretch>
        </p:blipFill>
        <p:spPr>
          <a:xfrm>
            <a:off x="5757794" y="2008754"/>
            <a:ext cx="389900" cy="389900"/>
          </a:xfrm>
          <a:prstGeom prst="rect">
            <a:avLst/>
          </a:prstGeom>
        </p:spPr>
      </p:pic>
      <p:sp>
        <p:nvSpPr>
          <p:cNvPr id="10" name="a4-float"/>
          <p:cNvSpPr txBox="1"/>
          <p:nvPr/>
        </p:nvSpPr>
        <p:spPr>
          <a:xfrm>
            <a:off x="6583680" y="1856232"/>
            <a:ext cx="4937760" cy="256032"/>
          </a:xfrm>
          <a:prstGeom prst="rect">
            <a:avLst/>
          </a:prstGeom>
          <a:noFill/>
          <a:ln/>
        </p:spPr>
        <p:txBody>
          <a:bodyPr wrap="square" lIns="0" tIns="0" rIns="0" bIns="0" rtlCol="0" anchor="t"/>
          <a:lstStyle/>
          <a:p>
            <a:pPr indent="0" marL="0">
              <a:buNone/>
            </a:pPr>
            <a:r>
              <a:rPr lang="en-US" sz="1200" b="1" spc="200" kern="0" dirty="0">
                <a:solidFill>
                  <a:srgbClr val="D9973A"/>
                </a:solidFill>
                <a:latin typeface="Calibri" pitchFamily="34" charset="0"/>
                <a:ea typeface="Calibri" pitchFamily="34" charset="-122"/>
                <a:cs typeface="Calibri" pitchFamily="34" charset="-120"/>
              </a:rPr>
              <a:t>COMPANY</a:t>
            </a:r>
            <a:endParaRPr lang="en-US" sz="1200" dirty="0"/>
          </a:p>
        </p:txBody>
      </p:sp>
      <p:sp>
        <p:nvSpPr>
          <p:cNvPr id="11" name="a4-float"/>
          <p:cNvSpPr txBox="1"/>
          <p:nvPr/>
        </p:nvSpPr>
        <p:spPr>
          <a:xfrm>
            <a:off x="6583680" y="2130552"/>
            <a:ext cx="4937760" cy="4114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Boulangerie D.O (a bakery)</a:t>
            </a:r>
            <a:endParaRPr lang="en-US" sz="1900" dirty="0"/>
          </a:p>
        </p:txBody>
      </p:sp>
      <p:sp>
        <p:nvSpPr>
          <p:cNvPr id="12" name="a5-float"/>
          <p:cNvSpPr/>
          <p:nvPr/>
        </p:nvSpPr>
        <p:spPr>
          <a:xfrm>
            <a:off x="5577840" y="2880360"/>
            <a:ext cx="749808" cy="749808"/>
          </a:xfrm>
          <a:prstGeom prst="ellipse">
            <a:avLst/>
          </a:prstGeom>
          <a:solidFill>
            <a:srgbClr val="D9973A"/>
          </a:solidFill>
          <a:ln w="12700">
            <a:solidFill>
              <a:srgbClr val="D9973A"/>
            </a:solidFill>
            <a:prstDash val="solid"/>
          </a:ln>
        </p:spPr>
      </p:sp>
      <p:pic>
        <p:nvPicPr>
          <p:cNvPr id="13" name="a5-float" descr="">    </p:cNvPr>
          <p:cNvPicPr>
            <a:picLocks noChangeAspect="1"/>
          </p:cNvPicPr>
          <p:nvPr/>
        </p:nvPicPr>
        <p:blipFill>
          <a:blip r:embed="rId4"/>
          <a:stretch>
            <a:fillRect/>
          </a:stretch>
        </p:blipFill>
        <p:spPr>
          <a:xfrm>
            <a:off x="5757794" y="3060314"/>
            <a:ext cx="389900" cy="389900"/>
          </a:xfrm>
          <a:prstGeom prst="rect">
            <a:avLst/>
          </a:prstGeom>
        </p:spPr>
      </p:pic>
      <p:sp>
        <p:nvSpPr>
          <p:cNvPr id="14" name="a5-float"/>
          <p:cNvSpPr txBox="1"/>
          <p:nvPr/>
        </p:nvSpPr>
        <p:spPr>
          <a:xfrm>
            <a:off x="6583680" y="2907792"/>
            <a:ext cx="4937760" cy="256032"/>
          </a:xfrm>
          <a:prstGeom prst="rect">
            <a:avLst/>
          </a:prstGeom>
          <a:noFill/>
          <a:ln/>
        </p:spPr>
        <p:txBody>
          <a:bodyPr wrap="square" lIns="0" tIns="0" rIns="0" bIns="0" rtlCol="0" anchor="t"/>
          <a:lstStyle/>
          <a:p>
            <a:pPr indent="0" marL="0">
              <a:buNone/>
            </a:pPr>
            <a:r>
              <a:rPr lang="en-US" sz="1200" b="1" spc="200" kern="0" dirty="0">
                <a:solidFill>
                  <a:srgbClr val="D9973A"/>
                </a:solidFill>
                <a:latin typeface="Calibri" pitchFamily="34" charset="0"/>
                <a:ea typeface="Calibri" pitchFamily="34" charset="-122"/>
                <a:cs typeface="Calibri" pitchFamily="34" charset="-120"/>
              </a:rPr>
              <a:t>ADDRESS</a:t>
            </a:r>
            <a:endParaRPr lang="en-US" sz="1200" dirty="0"/>
          </a:p>
        </p:txBody>
      </p:sp>
      <p:sp>
        <p:nvSpPr>
          <p:cNvPr id="15" name="a5-float"/>
          <p:cNvSpPr txBox="1"/>
          <p:nvPr/>
        </p:nvSpPr>
        <p:spPr>
          <a:xfrm>
            <a:off x="6583680" y="3182112"/>
            <a:ext cx="4937760" cy="4114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59 Rue Gambetta, 60100 Creil, France</a:t>
            </a:r>
            <a:endParaRPr lang="en-US" sz="1900" dirty="0"/>
          </a:p>
        </p:txBody>
      </p:sp>
      <p:sp>
        <p:nvSpPr>
          <p:cNvPr id="16" name="a6-float"/>
          <p:cNvSpPr/>
          <p:nvPr/>
        </p:nvSpPr>
        <p:spPr>
          <a:xfrm>
            <a:off x="5577840" y="3931920"/>
            <a:ext cx="749808" cy="749808"/>
          </a:xfrm>
          <a:prstGeom prst="ellipse">
            <a:avLst/>
          </a:prstGeom>
          <a:solidFill>
            <a:srgbClr val="D9973A"/>
          </a:solidFill>
          <a:ln w="12700">
            <a:solidFill>
              <a:srgbClr val="D9973A"/>
            </a:solidFill>
            <a:prstDash val="solid"/>
          </a:ln>
        </p:spPr>
      </p:sp>
      <p:pic>
        <p:nvPicPr>
          <p:cNvPr id="17" name="a6-float" descr="">    </p:cNvPr>
          <p:cNvPicPr>
            <a:picLocks noChangeAspect="1"/>
          </p:cNvPicPr>
          <p:nvPr/>
        </p:nvPicPr>
        <p:blipFill>
          <a:blip r:embed="rId5"/>
          <a:stretch>
            <a:fillRect/>
          </a:stretch>
        </p:blipFill>
        <p:spPr>
          <a:xfrm>
            <a:off x="5757794" y="4111874"/>
            <a:ext cx="389900" cy="389900"/>
          </a:xfrm>
          <a:prstGeom prst="rect">
            <a:avLst/>
          </a:prstGeom>
        </p:spPr>
      </p:pic>
      <p:sp>
        <p:nvSpPr>
          <p:cNvPr id="18" name="a6-float"/>
          <p:cNvSpPr txBox="1"/>
          <p:nvPr/>
        </p:nvSpPr>
        <p:spPr>
          <a:xfrm>
            <a:off x="6583680" y="3959352"/>
            <a:ext cx="4937760" cy="256032"/>
          </a:xfrm>
          <a:prstGeom prst="rect">
            <a:avLst/>
          </a:prstGeom>
          <a:noFill/>
          <a:ln/>
        </p:spPr>
        <p:txBody>
          <a:bodyPr wrap="square" lIns="0" tIns="0" rIns="0" bIns="0" rtlCol="0" anchor="t"/>
          <a:lstStyle/>
          <a:p>
            <a:pPr indent="0" marL="0">
              <a:buNone/>
            </a:pPr>
            <a:r>
              <a:rPr lang="en-US" sz="1200" b="1" spc="200" kern="0" dirty="0">
                <a:solidFill>
                  <a:srgbClr val="D9973A"/>
                </a:solidFill>
                <a:latin typeface="Calibri" pitchFamily="34" charset="0"/>
                <a:ea typeface="Calibri" pitchFamily="34" charset="-122"/>
                <a:cs typeface="Calibri" pitchFamily="34" charset="-120"/>
              </a:rPr>
              <a:t>DATES</a:t>
            </a:r>
            <a:endParaRPr lang="en-US" sz="1200" dirty="0"/>
          </a:p>
        </p:txBody>
      </p:sp>
      <p:sp>
        <p:nvSpPr>
          <p:cNvPr id="19" name="a6-float"/>
          <p:cNvSpPr txBox="1"/>
          <p:nvPr/>
        </p:nvSpPr>
        <p:spPr>
          <a:xfrm>
            <a:off x="6583680" y="4233672"/>
            <a:ext cx="4937760" cy="4114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5 June – 25 August 2026 (almost 3 months)</a:t>
            </a:r>
            <a:endParaRPr lang="en-US" sz="1900" dirty="0"/>
          </a:p>
        </p:txBody>
      </p:sp>
      <p:sp>
        <p:nvSpPr>
          <p:cNvPr id="20" name="a7-float"/>
          <p:cNvSpPr/>
          <p:nvPr/>
        </p:nvSpPr>
        <p:spPr>
          <a:xfrm>
            <a:off x="5577840" y="4983480"/>
            <a:ext cx="749808" cy="749808"/>
          </a:xfrm>
          <a:prstGeom prst="ellipse">
            <a:avLst/>
          </a:prstGeom>
          <a:solidFill>
            <a:srgbClr val="D9973A"/>
          </a:solidFill>
          <a:ln w="12700">
            <a:solidFill>
              <a:srgbClr val="D9973A"/>
            </a:solidFill>
            <a:prstDash val="solid"/>
          </a:ln>
        </p:spPr>
      </p:sp>
      <p:pic>
        <p:nvPicPr>
          <p:cNvPr id="21" name="a7-float" descr="">    </p:cNvPr>
          <p:cNvPicPr>
            <a:picLocks noChangeAspect="1"/>
          </p:cNvPicPr>
          <p:nvPr/>
        </p:nvPicPr>
        <p:blipFill>
          <a:blip r:embed="rId6"/>
          <a:stretch>
            <a:fillRect/>
          </a:stretch>
        </p:blipFill>
        <p:spPr>
          <a:xfrm>
            <a:off x="5757794" y="5163434"/>
            <a:ext cx="389900" cy="389900"/>
          </a:xfrm>
          <a:prstGeom prst="rect">
            <a:avLst/>
          </a:prstGeom>
        </p:spPr>
      </p:pic>
      <p:sp>
        <p:nvSpPr>
          <p:cNvPr id="22" name="a7-float"/>
          <p:cNvSpPr txBox="1"/>
          <p:nvPr/>
        </p:nvSpPr>
        <p:spPr>
          <a:xfrm>
            <a:off x="6583680" y="5010912"/>
            <a:ext cx="4937760" cy="256032"/>
          </a:xfrm>
          <a:prstGeom prst="rect">
            <a:avLst/>
          </a:prstGeom>
          <a:noFill/>
          <a:ln/>
        </p:spPr>
        <p:txBody>
          <a:bodyPr wrap="square" lIns="0" tIns="0" rIns="0" bIns="0" rtlCol="0" anchor="t"/>
          <a:lstStyle/>
          <a:p>
            <a:pPr indent="0" marL="0">
              <a:buNone/>
            </a:pPr>
            <a:r>
              <a:rPr lang="en-US" sz="1200" b="1" spc="200" kern="0" dirty="0">
                <a:solidFill>
                  <a:srgbClr val="D9973A"/>
                </a:solidFill>
                <a:latin typeface="Calibri" pitchFamily="34" charset="0"/>
                <a:ea typeface="Calibri" pitchFamily="34" charset="-122"/>
                <a:cs typeface="Calibri" pitchFamily="34" charset="-120"/>
              </a:rPr>
              <a:t>SUPERVISOR</a:t>
            </a:r>
            <a:endParaRPr lang="en-US" sz="1200" dirty="0"/>
          </a:p>
        </p:txBody>
      </p:sp>
      <p:sp>
        <p:nvSpPr>
          <p:cNvPr id="23" name="a7-float"/>
          <p:cNvSpPr txBox="1"/>
          <p:nvPr/>
        </p:nvSpPr>
        <p:spPr>
          <a:xfrm>
            <a:off x="6583680" y="5285232"/>
            <a:ext cx="4937760" cy="4114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Mr. Djamel Ounnadi, Director</a:t>
            </a:r>
            <a:endParaRPr lang="en-US" sz="1900" dirty="0"/>
          </a:p>
        </p:txBody>
      </p:sp>
      <p:sp>
        <p:nvSpPr>
          <p:cNvPr id="24" name="Text 16"/>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25" name="Text 17"/>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3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2" presetClass="entr" presetSubtype="1" fill="hold" grpId="0" nodeType="withEffect">
                                  <p:stCondLst>
                                    <p:cond delay="315"/>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0-#ppt_h/2"/>
                                          </p:val>
                                        </p:tav>
                                        <p:tav tm="100000">
                                          <p:val>
                                            <p:strVal val="#ppt_y"/>
                                          </p:val>
                                        </p:tav>
                                      </p:tavLst>
                                    </p:anim>
                                  </p:childTnLst>
                                </p:cTn>
                              </p:par>
                              <p:par>
                                <p:cTn id="14" presetID="10" presetClass="entr" presetSubtype="0" fill="hold" grpId="0" nodeType="withEffect">
                                  <p:stCondLst>
                                    <p:cond delay="665"/>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665"/>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42" presetClass="entr" presetSubtype="0" fill="hold" grpId="0" nodeType="withEffect">
                                  <p:stCondLst>
                                    <p:cond delay="101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p:cTn id="23" dur="600" fill="hold"/>
                                        <p:tgtEl>
                                          <p:spTgt spid="8"/>
                                        </p:tgtEl>
                                        <p:attrNameLst>
                                          <p:attrName>ppt_x</p:attrName>
                                        </p:attrNameLst>
                                      </p:cBhvr>
                                      <p:tavLst>
                                        <p:tav tm="0">
                                          <p:val>
                                            <p:strVal val="#ppt_x"/>
                                          </p:val>
                                        </p:tav>
                                        <p:tav tm="100000">
                                          <p:val>
                                            <p:strVal val="#ppt_x"/>
                                          </p:val>
                                        </p:tav>
                                      </p:tavLst>
                                    </p:anim>
                                    <p:anim calcmode="lin" valueType="num">
                                      <p:cBhvr>
                                        <p:cTn id="24" dur="6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015"/>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anim calcmode="lin" valueType="num">
                                      <p:cBhvr>
                                        <p:cTn id="28" dur="600" fill="hold"/>
                                        <p:tgtEl>
                                          <p:spTgt spid="9"/>
                                        </p:tgtEl>
                                        <p:attrNameLst>
                                          <p:attrName>ppt_x</p:attrName>
                                        </p:attrNameLst>
                                      </p:cBhvr>
                                      <p:tavLst>
                                        <p:tav tm="0">
                                          <p:val>
                                            <p:strVal val="#ppt_x"/>
                                          </p:val>
                                        </p:tav>
                                        <p:tav tm="100000">
                                          <p:val>
                                            <p:strVal val="#ppt_x"/>
                                          </p:val>
                                        </p:tav>
                                      </p:tavLst>
                                    </p:anim>
                                    <p:anim calcmode="lin" valueType="num">
                                      <p:cBhvr>
                                        <p:cTn id="29" dur="6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1015"/>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anim calcmode="lin" valueType="num">
                                      <p:cBhvr>
                                        <p:cTn id="33" dur="600" fill="hold"/>
                                        <p:tgtEl>
                                          <p:spTgt spid="10"/>
                                        </p:tgtEl>
                                        <p:attrNameLst>
                                          <p:attrName>ppt_x</p:attrName>
                                        </p:attrNameLst>
                                      </p:cBhvr>
                                      <p:tavLst>
                                        <p:tav tm="0">
                                          <p:val>
                                            <p:strVal val="#ppt_x"/>
                                          </p:val>
                                        </p:tav>
                                        <p:tav tm="100000">
                                          <p:val>
                                            <p:strVal val="#ppt_x"/>
                                          </p:val>
                                        </p:tav>
                                      </p:tavLst>
                                    </p:anim>
                                    <p:anim calcmode="lin" valueType="num">
                                      <p:cBhvr>
                                        <p:cTn id="34" dur="6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015"/>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00"/>
                                        <p:tgtEl>
                                          <p:spTgt spid="11"/>
                                        </p:tgtEl>
                                      </p:cBhvr>
                                    </p:animEffect>
                                    <p:anim calcmode="lin" valueType="num">
                                      <p:cBhvr>
                                        <p:cTn id="38" dur="600" fill="hold"/>
                                        <p:tgtEl>
                                          <p:spTgt spid="11"/>
                                        </p:tgtEl>
                                        <p:attrNameLst>
                                          <p:attrName>ppt_x</p:attrName>
                                        </p:attrNameLst>
                                      </p:cBhvr>
                                      <p:tavLst>
                                        <p:tav tm="0">
                                          <p:val>
                                            <p:strVal val="#ppt_x"/>
                                          </p:val>
                                        </p:tav>
                                        <p:tav tm="100000">
                                          <p:val>
                                            <p:strVal val="#ppt_x"/>
                                          </p:val>
                                        </p:tav>
                                      </p:tavLst>
                                    </p:anim>
                                    <p:anim calcmode="lin" valueType="num">
                                      <p:cBhvr>
                                        <p:cTn id="39" dur="6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435"/>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p:cTn id="43" dur="600" fill="hold"/>
                                        <p:tgtEl>
                                          <p:spTgt spid="12"/>
                                        </p:tgtEl>
                                        <p:attrNameLst>
                                          <p:attrName>ppt_x</p:attrName>
                                        </p:attrNameLst>
                                      </p:cBhvr>
                                      <p:tavLst>
                                        <p:tav tm="0">
                                          <p:val>
                                            <p:strVal val="#ppt_x"/>
                                          </p:val>
                                        </p:tav>
                                        <p:tav tm="100000">
                                          <p:val>
                                            <p:strVal val="#ppt_x"/>
                                          </p:val>
                                        </p:tav>
                                      </p:tavLst>
                                    </p:anim>
                                    <p:anim calcmode="lin" valueType="num">
                                      <p:cBhvr>
                                        <p:cTn id="44" dur="6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435"/>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p:cTn id="48" dur="600" fill="hold"/>
                                        <p:tgtEl>
                                          <p:spTgt spid="13"/>
                                        </p:tgtEl>
                                        <p:attrNameLst>
                                          <p:attrName>ppt_x</p:attrName>
                                        </p:attrNameLst>
                                      </p:cBhvr>
                                      <p:tavLst>
                                        <p:tav tm="0">
                                          <p:val>
                                            <p:strVal val="#ppt_x"/>
                                          </p:val>
                                        </p:tav>
                                        <p:tav tm="100000">
                                          <p:val>
                                            <p:strVal val="#ppt_x"/>
                                          </p:val>
                                        </p:tav>
                                      </p:tavLst>
                                    </p:anim>
                                    <p:anim calcmode="lin" valueType="num">
                                      <p:cBhvr>
                                        <p:cTn id="49" dur="6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435"/>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anim calcmode="lin" valueType="num">
                                      <p:cBhvr>
                                        <p:cTn id="53" dur="600" fill="hold"/>
                                        <p:tgtEl>
                                          <p:spTgt spid="14"/>
                                        </p:tgtEl>
                                        <p:attrNameLst>
                                          <p:attrName>ppt_x</p:attrName>
                                        </p:attrNameLst>
                                      </p:cBhvr>
                                      <p:tavLst>
                                        <p:tav tm="0">
                                          <p:val>
                                            <p:strVal val="#ppt_x"/>
                                          </p:val>
                                        </p:tav>
                                        <p:tav tm="100000">
                                          <p:val>
                                            <p:strVal val="#ppt_x"/>
                                          </p:val>
                                        </p:tav>
                                      </p:tavLst>
                                    </p:anim>
                                    <p:anim calcmode="lin" valueType="num">
                                      <p:cBhvr>
                                        <p:cTn id="54" dur="6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1435"/>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00"/>
                                        <p:tgtEl>
                                          <p:spTgt spid="15"/>
                                        </p:tgtEl>
                                      </p:cBhvr>
                                    </p:animEffect>
                                    <p:anim calcmode="lin" valueType="num">
                                      <p:cBhvr>
                                        <p:cTn id="58" dur="600" fill="hold"/>
                                        <p:tgtEl>
                                          <p:spTgt spid="15"/>
                                        </p:tgtEl>
                                        <p:attrNameLst>
                                          <p:attrName>ppt_x</p:attrName>
                                        </p:attrNameLst>
                                      </p:cBhvr>
                                      <p:tavLst>
                                        <p:tav tm="0">
                                          <p:val>
                                            <p:strVal val="#ppt_x"/>
                                          </p:val>
                                        </p:tav>
                                        <p:tav tm="100000">
                                          <p:val>
                                            <p:strVal val="#ppt_x"/>
                                          </p:val>
                                        </p:tav>
                                      </p:tavLst>
                                    </p:anim>
                                    <p:anim calcmode="lin" valueType="num">
                                      <p:cBhvr>
                                        <p:cTn id="59" dur="6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1855"/>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00"/>
                                        <p:tgtEl>
                                          <p:spTgt spid="16"/>
                                        </p:tgtEl>
                                      </p:cBhvr>
                                    </p:animEffect>
                                    <p:anim calcmode="lin" valueType="num">
                                      <p:cBhvr>
                                        <p:cTn id="63" dur="600" fill="hold"/>
                                        <p:tgtEl>
                                          <p:spTgt spid="16"/>
                                        </p:tgtEl>
                                        <p:attrNameLst>
                                          <p:attrName>ppt_x</p:attrName>
                                        </p:attrNameLst>
                                      </p:cBhvr>
                                      <p:tavLst>
                                        <p:tav tm="0">
                                          <p:val>
                                            <p:strVal val="#ppt_x"/>
                                          </p:val>
                                        </p:tav>
                                        <p:tav tm="100000">
                                          <p:val>
                                            <p:strVal val="#ppt_x"/>
                                          </p:val>
                                        </p:tav>
                                      </p:tavLst>
                                    </p:anim>
                                    <p:anim calcmode="lin" valueType="num">
                                      <p:cBhvr>
                                        <p:cTn id="64" dur="6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1855"/>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600"/>
                                        <p:tgtEl>
                                          <p:spTgt spid="17"/>
                                        </p:tgtEl>
                                      </p:cBhvr>
                                    </p:animEffect>
                                    <p:anim calcmode="lin" valueType="num">
                                      <p:cBhvr>
                                        <p:cTn id="68" dur="600" fill="hold"/>
                                        <p:tgtEl>
                                          <p:spTgt spid="17"/>
                                        </p:tgtEl>
                                        <p:attrNameLst>
                                          <p:attrName>ppt_x</p:attrName>
                                        </p:attrNameLst>
                                      </p:cBhvr>
                                      <p:tavLst>
                                        <p:tav tm="0">
                                          <p:val>
                                            <p:strVal val="#ppt_x"/>
                                          </p:val>
                                        </p:tav>
                                        <p:tav tm="100000">
                                          <p:val>
                                            <p:strVal val="#ppt_x"/>
                                          </p:val>
                                        </p:tav>
                                      </p:tavLst>
                                    </p:anim>
                                    <p:anim calcmode="lin" valueType="num">
                                      <p:cBhvr>
                                        <p:cTn id="69" dur="6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1855"/>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00"/>
                                        <p:tgtEl>
                                          <p:spTgt spid="18"/>
                                        </p:tgtEl>
                                      </p:cBhvr>
                                    </p:animEffect>
                                    <p:anim calcmode="lin" valueType="num">
                                      <p:cBhvr>
                                        <p:cTn id="73" dur="600" fill="hold"/>
                                        <p:tgtEl>
                                          <p:spTgt spid="18"/>
                                        </p:tgtEl>
                                        <p:attrNameLst>
                                          <p:attrName>ppt_x</p:attrName>
                                        </p:attrNameLst>
                                      </p:cBhvr>
                                      <p:tavLst>
                                        <p:tav tm="0">
                                          <p:val>
                                            <p:strVal val="#ppt_x"/>
                                          </p:val>
                                        </p:tav>
                                        <p:tav tm="100000">
                                          <p:val>
                                            <p:strVal val="#ppt_x"/>
                                          </p:val>
                                        </p:tav>
                                      </p:tavLst>
                                    </p:anim>
                                    <p:anim calcmode="lin" valueType="num">
                                      <p:cBhvr>
                                        <p:cTn id="74" dur="6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1855"/>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600"/>
                                        <p:tgtEl>
                                          <p:spTgt spid="19"/>
                                        </p:tgtEl>
                                      </p:cBhvr>
                                    </p:animEffect>
                                    <p:anim calcmode="lin" valueType="num">
                                      <p:cBhvr>
                                        <p:cTn id="78" dur="600" fill="hold"/>
                                        <p:tgtEl>
                                          <p:spTgt spid="19"/>
                                        </p:tgtEl>
                                        <p:attrNameLst>
                                          <p:attrName>ppt_x</p:attrName>
                                        </p:attrNameLst>
                                      </p:cBhvr>
                                      <p:tavLst>
                                        <p:tav tm="0">
                                          <p:val>
                                            <p:strVal val="#ppt_x"/>
                                          </p:val>
                                        </p:tav>
                                        <p:tav tm="100000">
                                          <p:val>
                                            <p:strVal val="#ppt_x"/>
                                          </p:val>
                                        </p:tav>
                                      </p:tavLst>
                                    </p:anim>
                                    <p:anim calcmode="lin" valueType="num">
                                      <p:cBhvr>
                                        <p:cTn id="79" dur="6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2275"/>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600"/>
                                        <p:tgtEl>
                                          <p:spTgt spid="20"/>
                                        </p:tgtEl>
                                      </p:cBhvr>
                                    </p:animEffect>
                                    <p:anim calcmode="lin" valueType="num">
                                      <p:cBhvr>
                                        <p:cTn id="83" dur="600" fill="hold"/>
                                        <p:tgtEl>
                                          <p:spTgt spid="20"/>
                                        </p:tgtEl>
                                        <p:attrNameLst>
                                          <p:attrName>ppt_x</p:attrName>
                                        </p:attrNameLst>
                                      </p:cBhvr>
                                      <p:tavLst>
                                        <p:tav tm="0">
                                          <p:val>
                                            <p:strVal val="#ppt_x"/>
                                          </p:val>
                                        </p:tav>
                                        <p:tav tm="100000">
                                          <p:val>
                                            <p:strVal val="#ppt_x"/>
                                          </p:val>
                                        </p:tav>
                                      </p:tavLst>
                                    </p:anim>
                                    <p:anim calcmode="lin" valueType="num">
                                      <p:cBhvr>
                                        <p:cTn id="84" dur="6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2275"/>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600"/>
                                        <p:tgtEl>
                                          <p:spTgt spid="21"/>
                                        </p:tgtEl>
                                      </p:cBhvr>
                                    </p:animEffect>
                                    <p:anim calcmode="lin" valueType="num">
                                      <p:cBhvr>
                                        <p:cTn id="88" dur="600" fill="hold"/>
                                        <p:tgtEl>
                                          <p:spTgt spid="21"/>
                                        </p:tgtEl>
                                        <p:attrNameLst>
                                          <p:attrName>ppt_x</p:attrName>
                                        </p:attrNameLst>
                                      </p:cBhvr>
                                      <p:tavLst>
                                        <p:tav tm="0">
                                          <p:val>
                                            <p:strVal val="#ppt_x"/>
                                          </p:val>
                                        </p:tav>
                                        <p:tav tm="100000">
                                          <p:val>
                                            <p:strVal val="#ppt_x"/>
                                          </p:val>
                                        </p:tav>
                                      </p:tavLst>
                                    </p:anim>
                                    <p:anim calcmode="lin" valueType="num">
                                      <p:cBhvr>
                                        <p:cTn id="89" dur="6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2275"/>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600"/>
                                        <p:tgtEl>
                                          <p:spTgt spid="22"/>
                                        </p:tgtEl>
                                      </p:cBhvr>
                                    </p:animEffect>
                                    <p:anim calcmode="lin" valueType="num">
                                      <p:cBhvr>
                                        <p:cTn id="93" dur="600" fill="hold"/>
                                        <p:tgtEl>
                                          <p:spTgt spid="22"/>
                                        </p:tgtEl>
                                        <p:attrNameLst>
                                          <p:attrName>ppt_x</p:attrName>
                                        </p:attrNameLst>
                                      </p:cBhvr>
                                      <p:tavLst>
                                        <p:tav tm="0">
                                          <p:val>
                                            <p:strVal val="#ppt_x"/>
                                          </p:val>
                                        </p:tav>
                                        <p:tav tm="100000">
                                          <p:val>
                                            <p:strVal val="#ppt_x"/>
                                          </p:val>
                                        </p:tav>
                                      </p:tavLst>
                                    </p:anim>
                                    <p:anim calcmode="lin" valueType="num">
                                      <p:cBhvr>
                                        <p:cTn id="94" dur="6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2275"/>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600"/>
                                        <p:tgtEl>
                                          <p:spTgt spid="23"/>
                                        </p:tgtEl>
                                      </p:cBhvr>
                                    </p:animEffect>
                                    <p:anim calcmode="lin" valueType="num">
                                      <p:cBhvr>
                                        <p:cTn id="98" dur="600" fill="hold"/>
                                        <p:tgtEl>
                                          <p:spTgt spid="23"/>
                                        </p:tgtEl>
                                        <p:attrNameLst>
                                          <p:attrName>ppt_x</p:attrName>
                                        </p:attrNameLst>
                                      </p:cBhvr>
                                      <p:tavLst>
                                        <p:tav tm="0">
                                          <p:val>
                                            <p:strVal val="#ppt_x"/>
                                          </p:val>
                                        </p:tav>
                                        <p:tav tm="100000">
                                          <p:val>
                                            <p:strVal val="#ppt_x"/>
                                          </p:val>
                                        </p:tav>
                                      </p:tavLst>
                                    </p:anim>
                                    <p:anim calcmode="lin" valueType="num">
                                      <p:cBhvr>
                                        <p:cTn id="99" dur="6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THE COMPANY</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Boulangerie D.O – a French bakery</a:t>
            </a:r>
            <a:endParaRPr lang="en-US" sz="3400" dirty="0"/>
          </a:p>
        </p:txBody>
      </p:sp>
      <p:sp>
        <p:nvSpPr>
          <p:cNvPr id="4" name="a1-fade"/>
          <p:cNvSpPr txBox="1"/>
          <p:nvPr/>
        </p:nvSpPr>
        <p:spPr>
          <a:xfrm>
            <a:off x="640080" y="1691640"/>
            <a:ext cx="10881360" cy="685800"/>
          </a:xfrm>
          <a:prstGeom prst="rect">
            <a:avLst/>
          </a:prstGeom>
          <a:noFill/>
          <a:ln/>
        </p:spPr>
        <p:txBody>
          <a:bodyPr wrap="square" lIns="0" tIns="0" rIns="0" bIns="0" rtlCol="0" anchor="t"/>
          <a:lstStyle/>
          <a:p>
            <a:pPr indent="0" marL="0">
              <a:buNone/>
            </a:pPr>
            <a:r>
              <a:rPr lang="en-US" sz="1900" dirty="0">
                <a:solidFill>
                  <a:srgbClr val="5B6577"/>
                </a:solidFill>
                <a:latin typeface="Calibri" pitchFamily="34" charset="0"/>
                <a:ea typeface="Calibri" pitchFamily="34" charset="-122"/>
                <a:cs typeface="Calibri" pitchFamily="34" charset="-120"/>
              </a:rPr>
              <a:t>A local bakery in Creil. It makes fresh bread, pastries and cakes and sells them to customers in its shop.</a:t>
            </a:r>
            <a:endParaRPr lang="en-US" sz="1900" dirty="0"/>
          </a:p>
        </p:txBody>
      </p:sp>
      <p:sp>
        <p:nvSpPr>
          <p:cNvPr id="5" name="a2-zoom"/>
          <p:cNvSpPr/>
          <p:nvPr/>
        </p:nvSpPr>
        <p:spPr>
          <a:xfrm>
            <a:off x="640080" y="2697480"/>
            <a:ext cx="3456432" cy="3154680"/>
          </a:xfrm>
          <a:prstGeom prst="roundRect">
            <a:avLst>
              <a:gd name="adj" fmla="val 4348"/>
            </a:avLst>
          </a:prstGeom>
          <a:solidFill>
            <a:srgbClr val="F3F5F9"/>
          </a:solidFill>
          <a:ln w="12700">
            <a:solidFill>
              <a:srgbClr val="F3F5F9"/>
            </a:solidFill>
            <a:prstDash val="solid"/>
          </a:ln>
        </p:spPr>
      </p:sp>
      <p:sp>
        <p:nvSpPr>
          <p:cNvPr id="6" name="a2-zoom"/>
          <p:cNvSpPr/>
          <p:nvPr/>
        </p:nvSpPr>
        <p:spPr>
          <a:xfrm>
            <a:off x="1005840" y="3063240"/>
            <a:ext cx="914400" cy="914400"/>
          </a:xfrm>
          <a:prstGeom prst="ellipse">
            <a:avLst/>
          </a:prstGeom>
          <a:solidFill>
            <a:srgbClr val="D9973A"/>
          </a:solidFill>
          <a:ln w="12700">
            <a:solidFill>
              <a:srgbClr val="D9973A"/>
            </a:solidFill>
            <a:prstDash val="solid"/>
          </a:ln>
        </p:spPr>
      </p:sp>
      <p:pic>
        <p:nvPicPr>
          <p:cNvPr id="7" name="a2-zoom" descr="">    </p:cNvPr>
          <p:cNvPicPr>
            <a:picLocks noChangeAspect="1"/>
          </p:cNvPicPr>
          <p:nvPr/>
        </p:nvPicPr>
        <p:blipFill>
          <a:blip r:embed="rId1"/>
          <a:stretch>
            <a:fillRect/>
          </a:stretch>
        </p:blipFill>
        <p:spPr>
          <a:xfrm>
            <a:off x="1225296" y="3282696"/>
            <a:ext cx="475488" cy="475488"/>
          </a:xfrm>
          <a:prstGeom prst="rect">
            <a:avLst/>
          </a:prstGeom>
        </p:spPr>
      </p:pic>
      <p:sp>
        <p:nvSpPr>
          <p:cNvPr id="8" name="a2-zoom"/>
          <p:cNvSpPr txBox="1"/>
          <p:nvPr/>
        </p:nvSpPr>
        <p:spPr>
          <a:xfrm>
            <a:off x="1005840" y="4160520"/>
            <a:ext cx="2724912" cy="41148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Production</a:t>
            </a:r>
            <a:endParaRPr lang="en-US" sz="2200" dirty="0"/>
          </a:p>
        </p:txBody>
      </p:sp>
      <p:sp>
        <p:nvSpPr>
          <p:cNvPr id="9" name="a2-zoom"/>
          <p:cNvSpPr txBox="1"/>
          <p:nvPr/>
        </p:nvSpPr>
        <p:spPr>
          <a:xfrm>
            <a:off x="1005840" y="4617720"/>
            <a:ext cx="2724912" cy="1005840"/>
          </a:xfrm>
          <a:prstGeom prst="rect">
            <a:avLst/>
          </a:prstGeom>
          <a:noFill/>
          <a:ln/>
        </p:spPr>
        <p:txBody>
          <a:bodyPr wrap="square" lIns="0" tIns="0" rIns="0" bIns="0" rtlCol="0" anchor="t"/>
          <a:lstStyle/>
          <a:p>
            <a:pPr indent="0" marL="0">
              <a:buNone/>
            </a:pPr>
            <a:r>
              <a:rPr lang="en-US" sz="1600" dirty="0">
                <a:solidFill>
                  <a:srgbClr val="5B6577"/>
                </a:solidFill>
                <a:latin typeface="Calibri" pitchFamily="34" charset="0"/>
                <a:ea typeface="Calibri" pitchFamily="34" charset="-122"/>
                <a:cs typeface="Calibri" pitchFamily="34" charset="-120"/>
              </a:rPr>
              <a:t>The pastry chef and the team prepare bread, pastries and cakes.</a:t>
            </a:r>
            <a:endParaRPr lang="en-US" sz="1600" dirty="0"/>
          </a:p>
        </p:txBody>
      </p:sp>
      <p:sp>
        <p:nvSpPr>
          <p:cNvPr id="10" name="a3-zoom"/>
          <p:cNvSpPr/>
          <p:nvPr/>
        </p:nvSpPr>
        <p:spPr>
          <a:xfrm>
            <a:off x="4370832" y="2697480"/>
            <a:ext cx="3456432" cy="3154680"/>
          </a:xfrm>
          <a:prstGeom prst="roundRect">
            <a:avLst>
              <a:gd name="adj" fmla="val 4348"/>
            </a:avLst>
          </a:prstGeom>
          <a:solidFill>
            <a:srgbClr val="F3F5F9"/>
          </a:solidFill>
          <a:ln w="12700">
            <a:solidFill>
              <a:srgbClr val="F3F5F9"/>
            </a:solidFill>
            <a:prstDash val="solid"/>
          </a:ln>
        </p:spPr>
      </p:sp>
      <p:sp>
        <p:nvSpPr>
          <p:cNvPr id="11" name="a3-zoom"/>
          <p:cNvSpPr/>
          <p:nvPr/>
        </p:nvSpPr>
        <p:spPr>
          <a:xfrm>
            <a:off x="4736592" y="3063240"/>
            <a:ext cx="914400" cy="914400"/>
          </a:xfrm>
          <a:prstGeom prst="ellipse">
            <a:avLst/>
          </a:prstGeom>
          <a:solidFill>
            <a:srgbClr val="D9973A"/>
          </a:solidFill>
          <a:ln w="12700">
            <a:solidFill>
              <a:srgbClr val="D9973A"/>
            </a:solidFill>
            <a:prstDash val="solid"/>
          </a:ln>
        </p:spPr>
      </p:sp>
      <p:pic>
        <p:nvPicPr>
          <p:cNvPr id="12" name="a3-zoom" descr="">    </p:cNvPr>
          <p:cNvPicPr>
            <a:picLocks noChangeAspect="1"/>
          </p:cNvPicPr>
          <p:nvPr/>
        </p:nvPicPr>
        <p:blipFill>
          <a:blip r:embed="rId2"/>
          <a:stretch>
            <a:fillRect/>
          </a:stretch>
        </p:blipFill>
        <p:spPr>
          <a:xfrm>
            <a:off x="4956048" y="3282696"/>
            <a:ext cx="475488" cy="475488"/>
          </a:xfrm>
          <a:prstGeom prst="rect">
            <a:avLst/>
          </a:prstGeom>
        </p:spPr>
      </p:pic>
      <p:sp>
        <p:nvSpPr>
          <p:cNvPr id="13" name="a3-zoom"/>
          <p:cNvSpPr txBox="1"/>
          <p:nvPr/>
        </p:nvSpPr>
        <p:spPr>
          <a:xfrm>
            <a:off x="4736592" y="4160520"/>
            <a:ext cx="2724912" cy="41148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Shop &amp; sales</a:t>
            </a:r>
            <a:endParaRPr lang="en-US" sz="2200" dirty="0"/>
          </a:p>
        </p:txBody>
      </p:sp>
      <p:sp>
        <p:nvSpPr>
          <p:cNvPr id="14" name="a3-zoom"/>
          <p:cNvSpPr txBox="1"/>
          <p:nvPr/>
        </p:nvSpPr>
        <p:spPr>
          <a:xfrm>
            <a:off x="4736592" y="4617720"/>
            <a:ext cx="2724912" cy="1005840"/>
          </a:xfrm>
          <a:prstGeom prst="rect">
            <a:avLst/>
          </a:prstGeom>
          <a:noFill/>
          <a:ln/>
        </p:spPr>
        <p:txBody>
          <a:bodyPr wrap="square" lIns="0" tIns="0" rIns="0" bIns="0" rtlCol="0" anchor="t"/>
          <a:lstStyle/>
          <a:p>
            <a:pPr indent="0" marL="0">
              <a:buNone/>
            </a:pPr>
            <a:r>
              <a:rPr lang="en-US" sz="1600" dirty="0">
                <a:solidFill>
                  <a:srgbClr val="5B6577"/>
                </a:solidFill>
                <a:latin typeface="Calibri" pitchFamily="34" charset="0"/>
                <a:ea typeface="Calibri" pitchFamily="34" charset="-122"/>
                <a:cs typeface="Calibri" pitchFamily="34" charset="-120"/>
              </a:rPr>
              <a:t>The team serves customers and takes payments at the cash register.</a:t>
            </a:r>
            <a:endParaRPr lang="en-US" sz="1600" dirty="0"/>
          </a:p>
        </p:txBody>
      </p:sp>
      <p:sp>
        <p:nvSpPr>
          <p:cNvPr id="15" name="a4-zoom"/>
          <p:cNvSpPr/>
          <p:nvPr/>
        </p:nvSpPr>
        <p:spPr>
          <a:xfrm>
            <a:off x="8101584" y="2697480"/>
            <a:ext cx="3456432" cy="3154680"/>
          </a:xfrm>
          <a:prstGeom prst="roundRect">
            <a:avLst>
              <a:gd name="adj" fmla="val 4348"/>
            </a:avLst>
          </a:prstGeom>
          <a:solidFill>
            <a:srgbClr val="F3F5F9"/>
          </a:solidFill>
          <a:ln w="12700">
            <a:solidFill>
              <a:srgbClr val="F3F5F9"/>
            </a:solidFill>
            <a:prstDash val="solid"/>
          </a:ln>
        </p:spPr>
      </p:sp>
      <p:sp>
        <p:nvSpPr>
          <p:cNvPr id="16" name="a4-zoom"/>
          <p:cNvSpPr/>
          <p:nvPr/>
        </p:nvSpPr>
        <p:spPr>
          <a:xfrm>
            <a:off x="8467344" y="3063240"/>
            <a:ext cx="914400" cy="914400"/>
          </a:xfrm>
          <a:prstGeom prst="ellipse">
            <a:avLst/>
          </a:prstGeom>
          <a:solidFill>
            <a:srgbClr val="D9973A"/>
          </a:solidFill>
          <a:ln w="12700">
            <a:solidFill>
              <a:srgbClr val="D9973A"/>
            </a:solidFill>
            <a:prstDash val="solid"/>
          </a:ln>
        </p:spPr>
      </p:sp>
      <p:pic>
        <p:nvPicPr>
          <p:cNvPr id="17" name="a4-zoom" descr="">    </p:cNvPr>
          <p:cNvPicPr>
            <a:picLocks noChangeAspect="1"/>
          </p:cNvPicPr>
          <p:nvPr/>
        </p:nvPicPr>
        <p:blipFill>
          <a:blip r:embed="rId3"/>
          <a:stretch>
            <a:fillRect/>
          </a:stretch>
        </p:blipFill>
        <p:spPr>
          <a:xfrm>
            <a:off x="8686800" y="3282696"/>
            <a:ext cx="475488" cy="475488"/>
          </a:xfrm>
          <a:prstGeom prst="rect">
            <a:avLst/>
          </a:prstGeom>
        </p:spPr>
      </p:pic>
      <p:sp>
        <p:nvSpPr>
          <p:cNvPr id="18" name="a4-zoom"/>
          <p:cNvSpPr txBox="1"/>
          <p:nvPr/>
        </p:nvSpPr>
        <p:spPr>
          <a:xfrm>
            <a:off x="8467344" y="4160520"/>
            <a:ext cx="2724912" cy="41148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Management</a:t>
            </a:r>
            <a:endParaRPr lang="en-US" sz="2200" dirty="0"/>
          </a:p>
        </p:txBody>
      </p:sp>
      <p:sp>
        <p:nvSpPr>
          <p:cNvPr id="19" name="a4-zoom"/>
          <p:cNvSpPr txBox="1"/>
          <p:nvPr/>
        </p:nvSpPr>
        <p:spPr>
          <a:xfrm>
            <a:off x="8467344" y="4617720"/>
            <a:ext cx="2724912" cy="1005840"/>
          </a:xfrm>
          <a:prstGeom prst="rect">
            <a:avLst/>
          </a:prstGeom>
          <a:noFill/>
          <a:ln/>
        </p:spPr>
        <p:txBody>
          <a:bodyPr wrap="square" lIns="0" tIns="0" rIns="0" bIns="0" rtlCol="0" anchor="t"/>
          <a:lstStyle/>
          <a:p>
            <a:pPr indent="0" marL="0">
              <a:buNone/>
            </a:pPr>
            <a:r>
              <a:rPr lang="en-US" sz="1600" dirty="0">
                <a:solidFill>
                  <a:srgbClr val="5B6577"/>
                </a:solidFill>
                <a:latin typeface="Calibri" pitchFamily="34" charset="0"/>
                <a:ea typeface="Calibri" pitchFamily="34" charset="-122"/>
                <a:cs typeface="Calibri" pitchFamily="34" charset="-120"/>
              </a:rPr>
              <a:t>The director organises the team, the documents and the money.</a:t>
            </a:r>
            <a:endParaRPr lang="en-US" sz="1600" dirty="0"/>
          </a:p>
        </p:txBody>
      </p:sp>
      <p:sp>
        <p:nvSpPr>
          <p:cNvPr id="20" name="Text 15"/>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21" name="Text 16"/>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4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53" presetClass="entr" presetSubtype="16" fill="hold" grpId="0" nodeType="withEffect">
                                  <p:stCondLst>
                                    <p:cond delay="350"/>
                                  </p:stCondLst>
                                  <p:childTnLst>
                                    <p:set>
                                      <p:cBhvr>
                                        <p:cTn id="9" dur="1" fill="hold">
                                          <p:stCondLst>
                                            <p:cond delay="0"/>
                                          </p:stCondLst>
                                        </p:cTn>
                                        <p:tgtEl>
                                          <p:spTgt spid="5"/>
                                        </p:tgtEl>
                                        <p:attrNameLst>
                                          <p:attrName>style.visibility</p:attrName>
                                        </p:attrNameLst>
                                      </p:cBhvr>
                                      <p:to>
                                        <p:strVal val="visible"/>
                                      </p:to>
                                    </p:set>
                                    <p:anim calcmode="lin" valueType="num">
                                      <p:cBhvr>
                                        <p:cTn id="10" dur="450" fill="hold"/>
                                        <p:tgtEl>
                                          <p:spTgt spid="5"/>
                                        </p:tgtEl>
                                        <p:attrNameLst>
                                          <p:attrName>ppt_w</p:attrName>
                                        </p:attrNameLst>
                                      </p:cBhvr>
                                      <p:tavLst>
                                        <p:tav tm="0">
                                          <p:val>
                                            <p:fltVal val="0"/>
                                          </p:val>
                                        </p:tav>
                                        <p:tav tm="100000">
                                          <p:val>
                                            <p:strVal val="#ppt_w"/>
                                          </p:val>
                                        </p:tav>
                                      </p:tavLst>
                                    </p:anim>
                                    <p:anim calcmode="lin" valueType="num">
                                      <p:cBhvr>
                                        <p:cTn id="11" dur="450" fill="hold"/>
                                        <p:tgtEl>
                                          <p:spTgt spid="5"/>
                                        </p:tgtEl>
                                        <p:attrNameLst>
                                          <p:attrName>ppt_h</p:attrName>
                                        </p:attrNameLst>
                                      </p:cBhvr>
                                      <p:tavLst>
                                        <p:tav tm="0">
                                          <p:val>
                                            <p:fltVal val="0"/>
                                          </p:val>
                                        </p:tav>
                                        <p:tav tm="100000">
                                          <p:val>
                                            <p:strVal val="#ppt_h"/>
                                          </p:val>
                                        </p:tav>
                                      </p:tavLst>
                                    </p:anim>
                                    <p:animEffect transition="in" filter="fade">
                                      <p:cBhvr>
                                        <p:cTn id="12" dur="450"/>
                                        <p:tgtEl>
                                          <p:spTgt spid="5"/>
                                        </p:tgtEl>
                                      </p:cBhvr>
                                    </p:animEffect>
                                  </p:childTnLst>
                                </p:cTn>
                              </p:par>
                              <p:par>
                                <p:cTn id="13" presetID="53" presetClass="entr" presetSubtype="16" fill="hold" grpId="0" nodeType="withEffect">
                                  <p:stCondLst>
                                    <p:cond delay="350"/>
                                  </p:stCondLst>
                                  <p:childTnLst>
                                    <p:set>
                                      <p:cBhvr>
                                        <p:cTn id="14" dur="1" fill="hold">
                                          <p:stCondLst>
                                            <p:cond delay="0"/>
                                          </p:stCondLst>
                                        </p:cTn>
                                        <p:tgtEl>
                                          <p:spTgt spid="6"/>
                                        </p:tgtEl>
                                        <p:attrNameLst>
                                          <p:attrName>style.visibility</p:attrName>
                                        </p:attrNameLst>
                                      </p:cBhvr>
                                      <p:to>
                                        <p:strVal val="visible"/>
                                      </p:to>
                                    </p:set>
                                    <p:anim calcmode="lin" valueType="num">
                                      <p:cBhvr>
                                        <p:cTn id="15" dur="450" fill="hold"/>
                                        <p:tgtEl>
                                          <p:spTgt spid="6"/>
                                        </p:tgtEl>
                                        <p:attrNameLst>
                                          <p:attrName>ppt_w</p:attrName>
                                        </p:attrNameLst>
                                      </p:cBhvr>
                                      <p:tavLst>
                                        <p:tav tm="0">
                                          <p:val>
                                            <p:fltVal val="0"/>
                                          </p:val>
                                        </p:tav>
                                        <p:tav tm="100000">
                                          <p:val>
                                            <p:strVal val="#ppt_w"/>
                                          </p:val>
                                        </p:tav>
                                      </p:tavLst>
                                    </p:anim>
                                    <p:anim calcmode="lin" valueType="num">
                                      <p:cBhvr>
                                        <p:cTn id="16" dur="450" fill="hold"/>
                                        <p:tgtEl>
                                          <p:spTgt spid="6"/>
                                        </p:tgtEl>
                                        <p:attrNameLst>
                                          <p:attrName>ppt_h</p:attrName>
                                        </p:attrNameLst>
                                      </p:cBhvr>
                                      <p:tavLst>
                                        <p:tav tm="0">
                                          <p:val>
                                            <p:fltVal val="0"/>
                                          </p:val>
                                        </p:tav>
                                        <p:tav tm="100000">
                                          <p:val>
                                            <p:strVal val="#ppt_h"/>
                                          </p:val>
                                        </p:tav>
                                      </p:tavLst>
                                    </p:anim>
                                    <p:animEffect transition="in" filter="fade">
                                      <p:cBhvr>
                                        <p:cTn id="17" dur="450"/>
                                        <p:tgtEl>
                                          <p:spTgt spid="6"/>
                                        </p:tgtEl>
                                      </p:cBhvr>
                                    </p:animEffect>
                                  </p:childTnLst>
                                </p:cTn>
                              </p:par>
                              <p:par>
                                <p:cTn id="18" presetID="53" presetClass="entr" presetSubtype="16" fill="hold" grpId="0" nodeType="withEffect">
                                  <p:stCondLst>
                                    <p:cond delay="350"/>
                                  </p:stCondLst>
                                  <p:childTnLst>
                                    <p:set>
                                      <p:cBhvr>
                                        <p:cTn id="19" dur="1" fill="hold">
                                          <p:stCondLst>
                                            <p:cond delay="0"/>
                                          </p:stCondLst>
                                        </p:cTn>
                                        <p:tgtEl>
                                          <p:spTgt spid="7"/>
                                        </p:tgtEl>
                                        <p:attrNameLst>
                                          <p:attrName>style.visibility</p:attrName>
                                        </p:attrNameLst>
                                      </p:cBhvr>
                                      <p:to>
                                        <p:strVal val="visible"/>
                                      </p:to>
                                    </p:set>
                                    <p:anim calcmode="lin" valueType="num">
                                      <p:cBhvr>
                                        <p:cTn id="20" dur="450" fill="hold"/>
                                        <p:tgtEl>
                                          <p:spTgt spid="7"/>
                                        </p:tgtEl>
                                        <p:attrNameLst>
                                          <p:attrName>ppt_w</p:attrName>
                                        </p:attrNameLst>
                                      </p:cBhvr>
                                      <p:tavLst>
                                        <p:tav tm="0">
                                          <p:val>
                                            <p:fltVal val="0"/>
                                          </p:val>
                                        </p:tav>
                                        <p:tav tm="100000">
                                          <p:val>
                                            <p:strVal val="#ppt_w"/>
                                          </p:val>
                                        </p:tav>
                                      </p:tavLst>
                                    </p:anim>
                                    <p:anim calcmode="lin" valueType="num">
                                      <p:cBhvr>
                                        <p:cTn id="21" dur="450" fill="hold"/>
                                        <p:tgtEl>
                                          <p:spTgt spid="7"/>
                                        </p:tgtEl>
                                        <p:attrNameLst>
                                          <p:attrName>ppt_h</p:attrName>
                                        </p:attrNameLst>
                                      </p:cBhvr>
                                      <p:tavLst>
                                        <p:tav tm="0">
                                          <p:val>
                                            <p:fltVal val="0"/>
                                          </p:val>
                                        </p:tav>
                                        <p:tav tm="100000">
                                          <p:val>
                                            <p:strVal val="#ppt_h"/>
                                          </p:val>
                                        </p:tav>
                                      </p:tavLst>
                                    </p:anim>
                                    <p:animEffect transition="in" filter="fade">
                                      <p:cBhvr>
                                        <p:cTn id="22" dur="450"/>
                                        <p:tgtEl>
                                          <p:spTgt spid="7"/>
                                        </p:tgtEl>
                                      </p:cBhvr>
                                    </p:animEffect>
                                  </p:childTnLst>
                                </p:cTn>
                              </p:par>
                              <p:par>
                                <p:cTn id="23" presetID="53" presetClass="entr" presetSubtype="16" fill="hold" grpId="0" nodeType="withEffect">
                                  <p:stCondLst>
                                    <p:cond delay="350"/>
                                  </p:stCondLst>
                                  <p:childTnLst>
                                    <p:set>
                                      <p:cBhvr>
                                        <p:cTn id="24" dur="1" fill="hold">
                                          <p:stCondLst>
                                            <p:cond delay="0"/>
                                          </p:stCondLst>
                                        </p:cTn>
                                        <p:tgtEl>
                                          <p:spTgt spid="8"/>
                                        </p:tgtEl>
                                        <p:attrNameLst>
                                          <p:attrName>style.visibility</p:attrName>
                                        </p:attrNameLst>
                                      </p:cBhvr>
                                      <p:to>
                                        <p:strVal val="visible"/>
                                      </p:to>
                                    </p:set>
                                    <p:anim calcmode="lin" valueType="num">
                                      <p:cBhvr>
                                        <p:cTn id="25" dur="450" fill="hold"/>
                                        <p:tgtEl>
                                          <p:spTgt spid="8"/>
                                        </p:tgtEl>
                                        <p:attrNameLst>
                                          <p:attrName>ppt_w</p:attrName>
                                        </p:attrNameLst>
                                      </p:cBhvr>
                                      <p:tavLst>
                                        <p:tav tm="0">
                                          <p:val>
                                            <p:fltVal val="0"/>
                                          </p:val>
                                        </p:tav>
                                        <p:tav tm="100000">
                                          <p:val>
                                            <p:strVal val="#ppt_w"/>
                                          </p:val>
                                        </p:tav>
                                      </p:tavLst>
                                    </p:anim>
                                    <p:anim calcmode="lin" valueType="num">
                                      <p:cBhvr>
                                        <p:cTn id="26" dur="450" fill="hold"/>
                                        <p:tgtEl>
                                          <p:spTgt spid="8"/>
                                        </p:tgtEl>
                                        <p:attrNameLst>
                                          <p:attrName>ppt_h</p:attrName>
                                        </p:attrNameLst>
                                      </p:cBhvr>
                                      <p:tavLst>
                                        <p:tav tm="0">
                                          <p:val>
                                            <p:fltVal val="0"/>
                                          </p:val>
                                        </p:tav>
                                        <p:tav tm="100000">
                                          <p:val>
                                            <p:strVal val="#ppt_h"/>
                                          </p:val>
                                        </p:tav>
                                      </p:tavLst>
                                    </p:anim>
                                    <p:animEffect transition="in" filter="fade">
                                      <p:cBhvr>
                                        <p:cTn id="27" dur="450"/>
                                        <p:tgtEl>
                                          <p:spTgt spid="8"/>
                                        </p:tgtEl>
                                      </p:cBhvr>
                                    </p:animEffect>
                                  </p:childTnLst>
                                </p:cTn>
                              </p:par>
                              <p:par>
                                <p:cTn id="28" presetID="53" presetClass="entr" presetSubtype="16" fill="hold" grpId="0" nodeType="withEffect">
                                  <p:stCondLst>
                                    <p:cond delay="350"/>
                                  </p:stCondLst>
                                  <p:childTnLst>
                                    <p:set>
                                      <p:cBhvr>
                                        <p:cTn id="29" dur="1" fill="hold">
                                          <p:stCondLst>
                                            <p:cond delay="0"/>
                                          </p:stCondLst>
                                        </p:cTn>
                                        <p:tgtEl>
                                          <p:spTgt spid="9"/>
                                        </p:tgtEl>
                                        <p:attrNameLst>
                                          <p:attrName>style.visibility</p:attrName>
                                        </p:attrNameLst>
                                      </p:cBhvr>
                                      <p:to>
                                        <p:strVal val="visible"/>
                                      </p:to>
                                    </p:set>
                                    <p:anim calcmode="lin" valueType="num">
                                      <p:cBhvr>
                                        <p:cTn id="30" dur="450" fill="hold"/>
                                        <p:tgtEl>
                                          <p:spTgt spid="9"/>
                                        </p:tgtEl>
                                        <p:attrNameLst>
                                          <p:attrName>ppt_w</p:attrName>
                                        </p:attrNameLst>
                                      </p:cBhvr>
                                      <p:tavLst>
                                        <p:tav tm="0">
                                          <p:val>
                                            <p:fltVal val="0"/>
                                          </p:val>
                                        </p:tav>
                                        <p:tav tm="100000">
                                          <p:val>
                                            <p:strVal val="#ppt_w"/>
                                          </p:val>
                                        </p:tav>
                                      </p:tavLst>
                                    </p:anim>
                                    <p:anim calcmode="lin" valueType="num">
                                      <p:cBhvr>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3" presetID="53" presetClass="entr" presetSubtype="16" fill="hold" grpId="0" nodeType="withEffect">
                                  <p:stCondLst>
                                    <p:cond delay="665"/>
                                  </p:stCondLst>
                                  <p:childTnLst>
                                    <p:set>
                                      <p:cBhvr>
                                        <p:cTn id="34" dur="1" fill="hold">
                                          <p:stCondLst>
                                            <p:cond delay="0"/>
                                          </p:stCondLst>
                                        </p:cTn>
                                        <p:tgtEl>
                                          <p:spTgt spid="10"/>
                                        </p:tgtEl>
                                        <p:attrNameLst>
                                          <p:attrName>style.visibility</p:attrName>
                                        </p:attrNameLst>
                                      </p:cBhvr>
                                      <p:to>
                                        <p:strVal val="visible"/>
                                      </p:to>
                                    </p:set>
                                    <p:anim calcmode="lin" valueType="num">
                                      <p:cBhvr>
                                        <p:cTn id="35" dur="450" fill="hold"/>
                                        <p:tgtEl>
                                          <p:spTgt spid="10"/>
                                        </p:tgtEl>
                                        <p:attrNameLst>
                                          <p:attrName>ppt_w</p:attrName>
                                        </p:attrNameLst>
                                      </p:cBhvr>
                                      <p:tavLst>
                                        <p:tav tm="0">
                                          <p:val>
                                            <p:fltVal val="0"/>
                                          </p:val>
                                        </p:tav>
                                        <p:tav tm="100000">
                                          <p:val>
                                            <p:strVal val="#ppt_w"/>
                                          </p:val>
                                        </p:tav>
                                      </p:tavLst>
                                    </p:anim>
                                    <p:anim calcmode="lin" valueType="num">
                                      <p:cBhvr>
                                        <p:cTn id="36" dur="450" fill="hold"/>
                                        <p:tgtEl>
                                          <p:spTgt spid="10"/>
                                        </p:tgtEl>
                                        <p:attrNameLst>
                                          <p:attrName>ppt_h</p:attrName>
                                        </p:attrNameLst>
                                      </p:cBhvr>
                                      <p:tavLst>
                                        <p:tav tm="0">
                                          <p:val>
                                            <p:fltVal val="0"/>
                                          </p:val>
                                        </p:tav>
                                        <p:tav tm="100000">
                                          <p:val>
                                            <p:strVal val="#ppt_h"/>
                                          </p:val>
                                        </p:tav>
                                      </p:tavLst>
                                    </p:anim>
                                    <p:animEffect transition="in" filter="fade">
                                      <p:cBhvr>
                                        <p:cTn id="37" dur="450"/>
                                        <p:tgtEl>
                                          <p:spTgt spid="10"/>
                                        </p:tgtEl>
                                      </p:cBhvr>
                                    </p:animEffect>
                                  </p:childTnLst>
                                </p:cTn>
                              </p:par>
                              <p:par>
                                <p:cTn id="38" presetID="53" presetClass="entr" presetSubtype="16" fill="hold" grpId="0" nodeType="withEffect">
                                  <p:stCondLst>
                                    <p:cond delay="665"/>
                                  </p:stCondLst>
                                  <p:childTnLst>
                                    <p:set>
                                      <p:cBhvr>
                                        <p:cTn id="39" dur="1" fill="hold">
                                          <p:stCondLst>
                                            <p:cond delay="0"/>
                                          </p:stCondLst>
                                        </p:cTn>
                                        <p:tgtEl>
                                          <p:spTgt spid="11"/>
                                        </p:tgtEl>
                                        <p:attrNameLst>
                                          <p:attrName>style.visibility</p:attrName>
                                        </p:attrNameLst>
                                      </p:cBhvr>
                                      <p:to>
                                        <p:strVal val="visible"/>
                                      </p:to>
                                    </p:set>
                                    <p:anim calcmode="lin" valueType="num">
                                      <p:cBhvr>
                                        <p:cTn id="40" dur="450" fill="hold"/>
                                        <p:tgtEl>
                                          <p:spTgt spid="11"/>
                                        </p:tgtEl>
                                        <p:attrNameLst>
                                          <p:attrName>ppt_w</p:attrName>
                                        </p:attrNameLst>
                                      </p:cBhvr>
                                      <p:tavLst>
                                        <p:tav tm="0">
                                          <p:val>
                                            <p:fltVal val="0"/>
                                          </p:val>
                                        </p:tav>
                                        <p:tav tm="100000">
                                          <p:val>
                                            <p:strVal val="#ppt_w"/>
                                          </p:val>
                                        </p:tav>
                                      </p:tavLst>
                                    </p:anim>
                                    <p:anim calcmode="lin" valueType="num">
                                      <p:cBhvr>
                                        <p:cTn id="41" dur="450" fill="hold"/>
                                        <p:tgtEl>
                                          <p:spTgt spid="11"/>
                                        </p:tgtEl>
                                        <p:attrNameLst>
                                          <p:attrName>ppt_h</p:attrName>
                                        </p:attrNameLst>
                                      </p:cBhvr>
                                      <p:tavLst>
                                        <p:tav tm="0">
                                          <p:val>
                                            <p:fltVal val="0"/>
                                          </p:val>
                                        </p:tav>
                                        <p:tav tm="100000">
                                          <p:val>
                                            <p:strVal val="#ppt_h"/>
                                          </p:val>
                                        </p:tav>
                                      </p:tavLst>
                                    </p:anim>
                                    <p:animEffect transition="in" filter="fade">
                                      <p:cBhvr>
                                        <p:cTn id="42" dur="450"/>
                                        <p:tgtEl>
                                          <p:spTgt spid="11"/>
                                        </p:tgtEl>
                                      </p:cBhvr>
                                    </p:animEffect>
                                  </p:childTnLst>
                                </p:cTn>
                              </p:par>
                              <p:par>
                                <p:cTn id="43" presetID="53" presetClass="entr" presetSubtype="16" fill="hold" grpId="0" nodeType="withEffect">
                                  <p:stCondLst>
                                    <p:cond delay="665"/>
                                  </p:stCondLst>
                                  <p:childTnLst>
                                    <p:set>
                                      <p:cBhvr>
                                        <p:cTn id="44" dur="1" fill="hold">
                                          <p:stCondLst>
                                            <p:cond delay="0"/>
                                          </p:stCondLst>
                                        </p:cTn>
                                        <p:tgtEl>
                                          <p:spTgt spid="12"/>
                                        </p:tgtEl>
                                        <p:attrNameLst>
                                          <p:attrName>style.visibility</p:attrName>
                                        </p:attrNameLst>
                                      </p:cBhvr>
                                      <p:to>
                                        <p:strVal val="visible"/>
                                      </p:to>
                                    </p:set>
                                    <p:anim calcmode="lin" valueType="num">
                                      <p:cBhvr>
                                        <p:cTn id="45" dur="450" fill="hold"/>
                                        <p:tgtEl>
                                          <p:spTgt spid="12"/>
                                        </p:tgtEl>
                                        <p:attrNameLst>
                                          <p:attrName>ppt_w</p:attrName>
                                        </p:attrNameLst>
                                      </p:cBhvr>
                                      <p:tavLst>
                                        <p:tav tm="0">
                                          <p:val>
                                            <p:fltVal val="0"/>
                                          </p:val>
                                        </p:tav>
                                        <p:tav tm="100000">
                                          <p:val>
                                            <p:strVal val="#ppt_w"/>
                                          </p:val>
                                        </p:tav>
                                      </p:tavLst>
                                    </p:anim>
                                    <p:anim calcmode="lin" valueType="num">
                                      <p:cBhvr>
                                        <p:cTn id="46" dur="450" fill="hold"/>
                                        <p:tgtEl>
                                          <p:spTgt spid="12"/>
                                        </p:tgtEl>
                                        <p:attrNameLst>
                                          <p:attrName>ppt_h</p:attrName>
                                        </p:attrNameLst>
                                      </p:cBhvr>
                                      <p:tavLst>
                                        <p:tav tm="0">
                                          <p:val>
                                            <p:fltVal val="0"/>
                                          </p:val>
                                        </p:tav>
                                        <p:tav tm="100000">
                                          <p:val>
                                            <p:strVal val="#ppt_h"/>
                                          </p:val>
                                        </p:tav>
                                      </p:tavLst>
                                    </p:anim>
                                    <p:animEffect transition="in" filter="fade">
                                      <p:cBhvr>
                                        <p:cTn id="47" dur="450"/>
                                        <p:tgtEl>
                                          <p:spTgt spid="12"/>
                                        </p:tgtEl>
                                      </p:cBhvr>
                                    </p:animEffect>
                                  </p:childTnLst>
                                </p:cTn>
                              </p:par>
                              <p:par>
                                <p:cTn id="48" presetID="53" presetClass="entr" presetSubtype="16" fill="hold" grpId="0" nodeType="withEffect">
                                  <p:stCondLst>
                                    <p:cond delay="665"/>
                                  </p:stCondLst>
                                  <p:childTnLst>
                                    <p:set>
                                      <p:cBhvr>
                                        <p:cTn id="49" dur="1" fill="hold">
                                          <p:stCondLst>
                                            <p:cond delay="0"/>
                                          </p:stCondLst>
                                        </p:cTn>
                                        <p:tgtEl>
                                          <p:spTgt spid="13"/>
                                        </p:tgtEl>
                                        <p:attrNameLst>
                                          <p:attrName>style.visibility</p:attrName>
                                        </p:attrNameLst>
                                      </p:cBhvr>
                                      <p:to>
                                        <p:strVal val="visible"/>
                                      </p:to>
                                    </p:set>
                                    <p:anim calcmode="lin" valueType="num">
                                      <p:cBhvr>
                                        <p:cTn id="50" dur="450" fill="hold"/>
                                        <p:tgtEl>
                                          <p:spTgt spid="13"/>
                                        </p:tgtEl>
                                        <p:attrNameLst>
                                          <p:attrName>ppt_w</p:attrName>
                                        </p:attrNameLst>
                                      </p:cBhvr>
                                      <p:tavLst>
                                        <p:tav tm="0">
                                          <p:val>
                                            <p:fltVal val="0"/>
                                          </p:val>
                                        </p:tav>
                                        <p:tav tm="100000">
                                          <p:val>
                                            <p:strVal val="#ppt_w"/>
                                          </p:val>
                                        </p:tav>
                                      </p:tavLst>
                                    </p:anim>
                                    <p:anim calcmode="lin" valueType="num">
                                      <p:cBhvr>
                                        <p:cTn id="51" dur="450" fill="hold"/>
                                        <p:tgtEl>
                                          <p:spTgt spid="13"/>
                                        </p:tgtEl>
                                        <p:attrNameLst>
                                          <p:attrName>ppt_h</p:attrName>
                                        </p:attrNameLst>
                                      </p:cBhvr>
                                      <p:tavLst>
                                        <p:tav tm="0">
                                          <p:val>
                                            <p:fltVal val="0"/>
                                          </p:val>
                                        </p:tav>
                                        <p:tav tm="100000">
                                          <p:val>
                                            <p:strVal val="#ppt_h"/>
                                          </p:val>
                                        </p:tav>
                                      </p:tavLst>
                                    </p:anim>
                                    <p:animEffect transition="in" filter="fade">
                                      <p:cBhvr>
                                        <p:cTn id="52" dur="450"/>
                                        <p:tgtEl>
                                          <p:spTgt spid="13"/>
                                        </p:tgtEl>
                                      </p:cBhvr>
                                    </p:animEffect>
                                  </p:childTnLst>
                                </p:cTn>
                              </p:par>
                              <p:par>
                                <p:cTn id="53" presetID="53" presetClass="entr" presetSubtype="16" fill="hold" grpId="0" nodeType="withEffect">
                                  <p:stCondLst>
                                    <p:cond delay="665"/>
                                  </p:stCondLst>
                                  <p:childTnLst>
                                    <p:set>
                                      <p:cBhvr>
                                        <p:cTn id="54" dur="1" fill="hold">
                                          <p:stCondLst>
                                            <p:cond delay="0"/>
                                          </p:stCondLst>
                                        </p:cTn>
                                        <p:tgtEl>
                                          <p:spTgt spid="14"/>
                                        </p:tgtEl>
                                        <p:attrNameLst>
                                          <p:attrName>style.visibility</p:attrName>
                                        </p:attrNameLst>
                                      </p:cBhvr>
                                      <p:to>
                                        <p:strVal val="visible"/>
                                      </p:to>
                                    </p:set>
                                    <p:anim calcmode="lin" valueType="num">
                                      <p:cBhvr>
                                        <p:cTn id="55" dur="450" fill="hold"/>
                                        <p:tgtEl>
                                          <p:spTgt spid="14"/>
                                        </p:tgtEl>
                                        <p:attrNameLst>
                                          <p:attrName>ppt_w</p:attrName>
                                        </p:attrNameLst>
                                      </p:cBhvr>
                                      <p:tavLst>
                                        <p:tav tm="0">
                                          <p:val>
                                            <p:fltVal val="0"/>
                                          </p:val>
                                        </p:tav>
                                        <p:tav tm="100000">
                                          <p:val>
                                            <p:strVal val="#ppt_w"/>
                                          </p:val>
                                        </p:tav>
                                      </p:tavLst>
                                    </p:anim>
                                    <p:anim calcmode="lin" valueType="num">
                                      <p:cBhvr>
                                        <p:cTn id="56" dur="450" fill="hold"/>
                                        <p:tgtEl>
                                          <p:spTgt spid="14"/>
                                        </p:tgtEl>
                                        <p:attrNameLst>
                                          <p:attrName>ppt_h</p:attrName>
                                        </p:attrNameLst>
                                      </p:cBhvr>
                                      <p:tavLst>
                                        <p:tav tm="0">
                                          <p:val>
                                            <p:fltVal val="0"/>
                                          </p:val>
                                        </p:tav>
                                        <p:tav tm="100000">
                                          <p:val>
                                            <p:strVal val="#ppt_h"/>
                                          </p:val>
                                        </p:tav>
                                      </p:tavLst>
                                    </p:anim>
                                    <p:animEffect transition="in" filter="fade">
                                      <p:cBhvr>
                                        <p:cTn id="57" dur="450"/>
                                        <p:tgtEl>
                                          <p:spTgt spid="14"/>
                                        </p:tgtEl>
                                      </p:cBhvr>
                                    </p:animEffect>
                                  </p:childTnLst>
                                </p:cTn>
                              </p:par>
                              <p:par>
                                <p:cTn id="58" presetID="53" presetClass="entr" presetSubtype="16" fill="hold" grpId="0" nodeType="withEffect">
                                  <p:stCondLst>
                                    <p:cond delay="980"/>
                                  </p:stCondLst>
                                  <p:childTnLst>
                                    <p:set>
                                      <p:cBhvr>
                                        <p:cTn id="59" dur="1" fill="hold">
                                          <p:stCondLst>
                                            <p:cond delay="0"/>
                                          </p:stCondLst>
                                        </p:cTn>
                                        <p:tgtEl>
                                          <p:spTgt spid="15"/>
                                        </p:tgtEl>
                                        <p:attrNameLst>
                                          <p:attrName>style.visibility</p:attrName>
                                        </p:attrNameLst>
                                      </p:cBhvr>
                                      <p:to>
                                        <p:strVal val="visible"/>
                                      </p:to>
                                    </p:set>
                                    <p:anim calcmode="lin" valueType="num">
                                      <p:cBhvr>
                                        <p:cTn id="60" dur="450" fill="hold"/>
                                        <p:tgtEl>
                                          <p:spTgt spid="15"/>
                                        </p:tgtEl>
                                        <p:attrNameLst>
                                          <p:attrName>ppt_w</p:attrName>
                                        </p:attrNameLst>
                                      </p:cBhvr>
                                      <p:tavLst>
                                        <p:tav tm="0">
                                          <p:val>
                                            <p:fltVal val="0"/>
                                          </p:val>
                                        </p:tav>
                                        <p:tav tm="100000">
                                          <p:val>
                                            <p:strVal val="#ppt_w"/>
                                          </p:val>
                                        </p:tav>
                                      </p:tavLst>
                                    </p:anim>
                                    <p:anim calcmode="lin" valueType="num">
                                      <p:cBhvr>
                                        <p:cTn id="61" dur="450" fill="hold"/>
                                        <p:tgtEl>
                                          <p:spTgt spid="15"/>
                                        </p:tgtEl>
                                        <p:attrNameLst>
                                          <p:attrName>ppt_h</p:attrName>
                                        </p:attrNameLst>
                                      </p:cBhvr>
                                      <p:tavLst>
                                        <p:tav tm="0">
                                          <p:val>
                                            <p:fltVal val="0"/>
                                          </p:val>
                                        </p:tav>
                                        <p:tav tm="100000">
                                          <p:val>
                                            <p:strVal val="#ppt_h"/>
                                          </p:val>
                                        </p:tav>
                                      </p:tavLst>
                                    </p:anim>
                                    <p:animEffect transition="in" filter="fade">
                                      <p:cBhvr>
                                        <p:cTn id="62" dur="450"/>
                                        <p:tgtEl>
                                          <p:spTgt spid="15"/>
                                        </p:tgtEl>
                                      </p:cBhvr>
                                    </p:animEffect>
                                  </p:childTnLst>
                                </p:cTn>
                              </p:par>
                              <p:par>
                                <p:cTn id="63" presetID="53" presetClass="entr" presetSubtype="16" fill="hold" grpId="0" nodeType="withEffect">
                                  <p:stCondLst>
                                    <p:cond delay="980"/>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980"/>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par>
                                <p:cTn id="73" presetID="53" presetClass="entr" presetSubtype="16" fill="hold" grpId="0" nodeType="withEffect">
                                  <p:stCondLst>
                                    <p:cond delay="980"/>
                                  </p:stCondLst>
                                  <p:childTnLst>
                                    <p:set>
                                      <p:cBhvr>
                                        <p:cTn id="74" dur="1" fill="hold">
                                          <p:stCondLst>
                                            <p:cond delay="0"/>
                                          </p:stCondLst>
                                        </p:cTn>
                                        <p:tgtEl>
                                          <p:spTgt spid="18"/>
                                        </p:tgtEl>
                                        <p:attrNameLst>
                                          <p:attrName>style.visibility</p:attrName>
                                        </p:attrNameLst>
                                      </p:cBhvr>
                                      <p:to>
                                        <p:strVal val="visible"/>
                                      </p:to>
                                    </p:set>
                                    <p:anim calcmode="lin" valueType="num">
                                      <p:cBhvr>
                                        <p:cTn id="75" dur="450" fill="hold"/>
                                        <p:tgtEl>
                                          <p:spTgt spid="18"/>
                                        </p:tgtEl>
                                        <p:attrNameLst>
                                          <p:attrName>ppt_w</p:attrName>
                                        </p:attrNameLst>
                                      </p:cBhvr>
                                      <p:tavLst>
                                        <p:tav tm="0">
                                          <p:val>
                                            <p:fltVal val="0"/>
                                          </p:val>
                                        </p:tav>
                                        <p:tav tm="100000">
                                          <p:val>
                                            <p:strVal val="#ppt_w"/>
                                          </p:val>
                                        </p:tav>
                                      </p:tavLst>
                                    </p:anim>
                                    <p:anim calcmode="lin" valueType="num">
                                      <p:cBhvr>
                                        <p:cTn id="76" dur="450" fill="hold"/>
                                        <p:tgtEl>
                                          <p:spTgt spid="18"/>
                                        </p:tgtEl>
                                        <p:attrNameLst>
                                          <p:attrName>ppt_h</p:attrName>
                                        </p:attrNameLst>
                                      </p:cBhvr>
                                      <p:tavLst>
                                        <p:tav tm="0">
                                          <p:val>
                                            <p:fltVal val="0"/>
                                          </p:val>
                                        </p:tav>
                                        <p:tav tm="100000">
                                          <p:val>
                                            <p:strVal val="#ppt_h"/>
                                          </p:val>
                                        </p:tav>
                                      </p:tavLst>
                                    </p:anim>
                                    <p:animEffect transition="in" filter="fade">
                                      <p:cBhvr>
                                        <p:cTn id="77" dur="450"/>
                                        <p:tgtEl>
                                          <p:spTgt spid="18"/>
                                        </p:tgtEl>
                                      </p:cBhvr>
                                    </p:animEffect>
                                  </p:childTnLst>
                                </p:cTn>
                              </p:par>
                              <p:par>
                                <p:cTn id="78" presetID="53" presetClass="entr" presetSubtype="16" fill="hold" grpId="0" nodeType="withEffect">
                                  <p:stCondLst>
                                    <p:cond delay="980"/>
                                  </p:stCondLst>
                                  <p:childTnLst>
                                    <p:set>
                                      <p:cBhvr>
                                        <p:cTn id="79" dur="1" fill="hold">
                                          <p:stCondLst>
                                            <p:cond delay="0"/>
                                          </p:stCondLst>
                                        </p:cTn>
                                        <p:tgtEl>
                                          <p:spTgt spid="19"/>
                                        </p:tgtEl>
                                        <p:attrNameLst>
                                          <p:attrName>style.visibility</p:attrName>
                                        </p:attrNameLst>
                                      </p:cBhvr>
                                      <p:to>
                                        <p:strVal val="visible"/>
                                      </p:to>
                                    </p:set>
                                    <p:anim calcmode="lin" valueType="num">
                                      <p:cBhvr>
                                        <p:cTn id="80" dur="450" fill="hold"/>
                                        <p:tgtEl>
                                          <p:spTgt spid="19"/>
                                        </p:tgtEl>
                                        <p:attrNameLst>
                                          <p:attrName>ppt_w</p:attrName>
                                        </p:attrNameLst>
                                      </p:cBhvr>
                                      <p:tavLst>
                                        <p:tav tm="0">
                                          <p:val>
                                            <p:fltVal val="0"/>
                                          </p:val>
                                        </p:tav>
                                        <p:tav tm="100000">
                                          <p:val>
                                            <p:strVal val="#ppt_w"/>
                                          </p:val>
                                        </p:tav>
                                      </p:tavLst>
                                    </p:anim>
                                    <p:anim calcmode="lin" valueType="num">
                                      <p:cBhvr>
                                        <p:cTn id="81" dur="450" fill="hold"/>
                                        <p:tgtEl>
                                          <p:spTgt spid="19"/>
                                        </p:tgtEl>
                                        <p:attrNameLst>
                                          <p:attrName>ppt_h</p:attrName>
                                        </p:attrNameLst>
                                      </p:cBhvr>
                                      <p:tavLst>
                                        <p:tav tm="0">
                                          <p:val>
                                            <p:fltVal val="0"/>
                                          </p:val>
                                        </p:tav>
                                        <p:tav tm="100000">
                                          <p:val>
                                            <p:strVal val="#ppt_h"/>
                                          </p:val>
                                        </p:tav>
                                      </p:tavLst>
                                    </p:anim>
                                    <p:animEffect transition="in" filter="fade">
                                      <p:cBhvr>
                                        <p:cTn id="8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MY GOAL</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What was my internship about?</a:t>
            </a:r>
            <a:endParaRPr lang="en-US" sz="3400" dirty="0"/>
          </a:p>
        </p:txBody>
      </p:sp>
      <p:sp>
        <p:nvSpPr>
          <p:cNvPr id="4" name="a1-wipe"/>
          <p:cNvSpPr/>
          <p:nvPr/>
        </p:nvSpPr>
        <p:spPr>
          <a:xfrm>
            <a:off x="640080" y="1737360"/>
            <a:ext cx="10908792" cy="1143000"/>
          </a:xfrm>
          <a:prstGeom prst="roundRect">
            <a:avLst>
              <a:gd name="adj" fmla="val 12000"/>
            </a:avLst>
          </a:prstGeom>
          <a:solidFill>
            <a:srgbClr val="1B2A4A"/>
          </a:solidFill>
          <a:ln w="12700">
            <a:solidFill>
              <a:srgbClr val="1B2A4A"/>
            </a:solidFill>
            <a:prstDash val="solid"/>
          </a:ln>
        </p:spPr>
      </p:sp>
      <p:sp>
        <p:nvSpPr>
          <p:cNvPr id="5" name="a1-wipe"/>
          <p:cNvSpPr txBox="1"/>
          <p:nvPr/>
        </p:nvSpPr>
        <p:spPr>
          <a:xfrm>
            <a:off x="1005840" y="1901952"/>
            <a:ext cx="10058400" cy="256032"/>
          </a:xfrm>
          <a:prstGeom prst="rect">
            <a:avLst/>
          </a:prstGeom>
          <a:noFill/>
          <a:ln/>
        </p:spPr>
        <p:txBody>
          <a:bodyPr wrap="square" lIns="0" tIns="0" rIns="0" bIns="0" rtlCol="0" anchor="t"/>
          <a:lstStyle/>
          <a:p>
            <a:pPr indent="0" marL="0">
              <a:buNone/>
            </a:pPr>
            <a:r>
              <a:rPr lang="en-US" sz="1200" b="1" spc="200" kern="0" dirty="0">
                <a:solidFill>
                  <a:srgbClr val="D9973A"/>
                </a:solidFill>
                <a:latin typeface="Calibri" pitchFamily="34" charset="0"/>
                <a:ea typeface="Calibri" pitchFamily="34" charset="-122"/>
                <a:cs typeface="Calibri" pitchFamily="34" charset="-120"/>
              </a:rPr>
              <a:t>OFFICIAL TITLE OF MY INTERNSHIP</a:t>
            </a:r>
            <a:endParaRPr lang="en-US" sz="1200" dirty="0"/>
          </a:p>
        </p:txBody>
      </p:sp>
      <p:sp>
        <p:nvSpPr>
          <p:cNvPr id="6" name="a1-wipe"/>
          <p:cNvSpPr txBox="1"/>
          <p:nvPr/>
        </p:nvSpPr>
        <p:spPr>
          <a:xfrm>
            <a:off x="1005840" y="2194560"/>
            <a:ext cx="10241280" cy="502920"/>
          </a:xfrm>
          <a:prstGeom prst="rect">
            <a:avLst/>
          </a:prstGeom>
          <a:noFill/>
          <a:ln/>
        </p:spPr>
        <p:txBody>
          <a:bodyPr wrap="square" lIns="0" tIns="0" rIns="0" bIns="0" rtlCol="0" anchor="t"/>
          <a:lstStyle/>
          <a:p>
            <a:pPr indent="0" marL="0">
              <a:buNone/>
            </a:pPr>
            <a:r>
              <a:rPr lang="en-US" sz="2300" i="1" dirty="0">
                <a:solidFill>
                  <a:srgbClr val="FFFFFF"/>
                </a:solidFill>
                <a:latin typeface="Cambria" pitchFamily="34" charset="0"/>
                <a:ea typeface="Cambria" pitchFamily="34" charset="-122"/>
                <a:cs typeface="Cambria" pitchFamily="34" charset="-120"/>
              </a:rPr>
              <a:t>Administrative Skills Training and Customer Relationship Management</a:t>
            </a:r>
            <a:endParaRPr lang="en-US" sz="2300" dirty="0"/>
          </a:p>
        </p:txBody>
      </p:sp>
      <p:sp>
        <p:nvSpPr>
          <p:cNvPr id="7" name="a2-float"/>
          <p:cNvSpPr/>
          <p:nvPr/>
        </p:nvSpPr>
        <p:spPr>
          <a:xfrm>
            <a:off x="640080" y="3200400"/>
            <a:ext cx="5120640" cy="2697480"/>
          </a:xfrm>
          <a:prstGeom prst="roundRect">
            <a:avLst>
              <a:gd name="adj" fmla="val 5085"/>
            </a:avLst>
          </a:prstGeom>
          <a:solidFill>
            <a:srgbClr val="F3F5F9"/>
          </a:solidFill>
          <a:ln w="12700">
            <a:solidFill>
              <a:srgbClr val="F3F5F9"/>
            </a:solidFill>
            <a:prstDash val="solid"/>
          </a:ln>
        </p:spPr>
      </p:sp>
      <p:sp>
        <p:nvSpPr>
          <p:cNvPr id="8" name="a2-float"/>
          <p:cNvSpPr/>
          <p:nvPr/>
        </p:nvSpPr>
        <p:spPr>
          <a:xfrm>
            <a:off x="1051560" y="3611880"/>
            <a:ext cx="868680" cy="868680"/>
          </a:xfrm>
          <a:prstGeom prst="ellipse">
            <a:avLst/>
          </a:prstGeom>
          <a:solidFill>
            <a:srgbClr val="D9973A"/>
          </a:solidFill>
          <a:ln w="12700">
            <a:solidFill>
              <a:srgbClr val="D9973A"/>
            </a:solidFill>
            <a:prstDash val="solid"/>
          </a:ln>
        </p:spPr>
      </p:sp>
      <p:pic>
        <p:nvPicPr>
          <p:cNvPr id="9" name="a2-float" descr="">    </p:cNvPr>
          <p:cNvPicPr>
            <a:picLocks noChangeAspect="1"/>
          </p:cNvPicPr>
          <p:nvPr/>
        </p:nvPicPr>
        <p:blipFill>
          <a:blip r:embed="rId1"/>
          <a:stretch>
            <a:fillRect/>
          </a:stretch>
        </p:blipFill>
        <p:spPr>
          <a:xfrm>
            <a:off x="1260043" y="3820363"/>
            <a:ext cx="451714" cy="451714"/>
          </a:xfrm>
          <a:prstGeom prst="rect">
            <a:avLst/>
          </a:prstGeom>
        </p:spPr>
      </p:pic>
      <p:sp>
        <p:nvSpPr>
          <p:cNvPr id="10" name="a2-float"/>
          <p:cNvSpPr txBox="1"/>
          <p:nvPr/>
        </p:nvSpPr>
        <p:spPr>
          <a:xfrm>
            <a:off x="2103120" y="3611880"/>
            <a:ext cx="3291840" cy="86868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Administration</a:t>
            </a:r>
            <a:endParaRPr lang="en-US" sz="2400" dirty="0"/>
          </a:p>
        </p:txBody>
      </p:sp>
      <p:sp>
        <p:nvSpPr>
          <p:cNvPr id="11" name="a2-float"/>
          <p:cNvSpPr txBox="1"/>
          <p:nvPr/>
        </p:nvSpPr>
        <p:spPr>
          <a:xfrm>
            <a:off x="1051560" y="4572000"/>
            <a:ext cx="4297680" cy="731520"/>
          </a:xfrm>
          <a:prstGeom prst="rect">
            <a:avLst/>
          </a:prstGeom>
          <a:noFill/>
          <a:ln/>
        </p:spPr>
        <p:txBody>
          <a:bodyPr wrap="square" lIns="0" tIns="0" rIns="0" bIns="0" rtlCol="0" anchor="t"/>
          <a:lstStyle/>
          <a:p>
            <a:pPr indent="0" marL="0">
              <a:buNone/>
            </a:pPr>
            <a:r>
              <a:rPr lang="en-US" sz="1700" dirty="0">
                <a:solidFill>
                  <a:srgbClr val="5B6577"/>
                </a:solidFill>
                <a:latin typeface="Calibri" pitchFamily="34" charset="0"/>
                <a:ea typeface="Calibri" pitchFamily="34" charset="-122"/>
                <a:cs typeface="Calibri" pitchFamily="34" charset="-120"/>
              </a:rPr>
              <a:t>Learn how a business is organised: documents, planning, people and management.</a:t>
            </a:r>
            <a:endParaRPr lang="en-US" sz="1700" dirty="0"/>
          </a:p>
        </p:txBody>
      </p:sp>
      <p:sp>
        <p:nvSpPr>
          <p:cNvPr id="12" name="a2-float"/>
          <p:cNvSpPr txBox="1"/>
          <p:nvPr/>
        </p:nvSpPr>
        <p:spPr>
          <a:xfrm>
            <a:off x="1051560" y="5349240"/>
            <a:ext cx="1325880" cy="365760"/>
          </a:xfrm>
          <a:prstGeom prst="roundRect">
            <a:avLst>
              <a:gd name="adj" fmla="val 50000"/>
            </a:avLst>
          </a:prstGeom>
          <a:solidFill>
            <a:srgbClr val="FFFFFF"/>
          </a:solidFill>
          <a:ln w="12700">
            <a:solidFill>
              <a:srgbClr val="D9973A"/>
            </a:solid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Documents</a:t>
            </a:r>
            <a:endParaRPr lang="en-US" sz="1300" dirty="0"/>
          </a:p>
        </p:txBody>
      </p:sp>
      <p:sp>
        <p:nvSpPr>
          <p:cNvPr id="13" name="a2-float"/>
          <p:cNvSpPr txBox="1"/>
          <p:nvPr/>
        </p:nvSpPr>
        <p:spPr>
          <a:xfrm>
            <a:off x="2514600" y="5349240"/>
            <a:ext cx="1325880" cy="365760"/>
          </a:xfrm>
          <a:prstGeom prst="roundRect">
            <a:avLst>
              <a:gd name="adj" fmla="val 50000"/>
            </a:avLst>
          </a:prstGeom>
          <a:solidFill>
            <a:srgbClr val="FFFFFF"/>
          </a:solidFill>
          <a:ln w="12700">
            <a:solidFill>
              <a:srgbClr val="D9973A"/>
            </a:solid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Planning</a:t>
            </a:r>
            <a:endParaRPr lang="en-US" sz="1300" dirty="0"/>
          </a:p>
        </p:txBody>
      </p:sp>
      <p:sp>
        <p:nvSpPr>
          <p:cNvPr id="14" name="a2-float"/>
          <p:cNvSpPr txBox="1"/>
          <p:nvPr/>
        </p:nvSpPr>
        <p:spPr>
          <a:xfrm>
            <a:off x="3977640" y="5349240"/>
            <a:ext cx="1325880" cy="365760"/>
          </a:xfrm>
          <a:prstGeom prst="roundRect">
            <a:avLst>
              <a:gd name="adj" fmla="val 50000"/>
            </a:avLst>
          </a:prstGeom>
          <a:solidFill>
            <a:srgbClr val="FFFFFF"/>
          </a:solidFill>
          <a:ln w="12700">
            <a:solidFill>
              <a:srgbClr val="D9973A"/>
            </a:solid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Team</a:t>
            </a:r>
            <a:endParaRPr lang="en-US" sz="1300" dirty="0"/>
          </a:p>
        </p:txBody>
      </p:sp>
      <p:sp>
        <p:nvSpPr>
          <p:cNvPr id="15" name="a4-float"/>
          <p:cNvSpPr/>
          <p:nvPr/>
        </p:nvSpPr>
        <p:spPr>
          <a:xfrm>
            <a:off x="6428232" y="3200400"/>
            <a:ext cx="5120640" cy="2697480"/>
          </a:xfrm>
          <a:prstGeom prst="roundRect">
            <a:avLst>
              <a:gd name="adj" fmla="val 5085"/>
            </a:avLst>
          </a:prstGeom>
          <a:solidFill>
            <a:srgbClr val="F3F5F9"/>
          </a:solidFill>
          <a:ln w="12700">
            <a:solidFill>
              <a:srgbClr val="F3F5F9"/>
            </a:solidFill>
            <a:prstDash val="solid"/>
          </a:ln>
        </p:spPr>
      </p:sp>
      <p:sp>
        <p:nvSpPr>
          <p:cNvPr id="16" name="a4-float"/>
          <p:cNvSpPr/>
          <p:nvPr/>
        </p:nvSpPr>
        <p:spPr>
          <a:xfrm>
            <a:off x="6839712" y="3611880"/>
            <a:ext cx="868680" cy="868680"/>
          </a:xfrm>
          <a:prstGeom prst="ellipse">
            <a:avLst/>
          </a:prstGeom>
          <a:solidFill>
            <a:srgbClr val="D9973A"/>
          </a:solidFill>
          <a:ln w="12700">
            <a:solidFill>
              <a:srgbClr val="D9973A"/>
            </a:solidFill>
            <a:prstDash val="solid"/>
          </a:ln>
        </p:spPr>
      </p:sp>
      <p:pic>
        <p:nvPicPr>
          <p:cNvPr id="17" name="a4-float" descr="">    </p:cNvPr>
          <p:cNvPicPr>
            <a:picLocks noChangeAspect="1"/>
          </p:cNvPicPr>
          <p:nvPr/>
        </p:nvPicPr>
        <p:blipFill>
          <a:blip r:embed="rId2"/>
          <a:stretch>
            <a:fillRect/>
          </a:stretch>
        </p:blipFill>
        <p:spPr>
          <a:xfrm>
            <a:off x="7048195" y="3820363"/>
            <a:ext cx="451714" cy="451714"/>
          </a:xfrm>
          <a:prstGeom prst="rect">
            <a:avLst/>
          </a:prstGeom>
        </p:spPr>
      </p:pic>
      <p:sp>
        <p:nvSpPr>
          <p:cNvPr id="18" name="a4-float"/>
          <p:cNvSpPr txBox="1"/>
          <p:nvPr/>
        </p:nvSpPr>
        <p:spPr>
          <a:xfrm>
            <a:off x="7891272" y="3611880"/>
            <a:ext cx="3291840" cy="86868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Customers (CRM)</a:t>
            </a:r>
            <a:endParaRPr lang="en-US" sz="2400" dirty="0"/>
          </a:p>
        </p:txBody>
      </p:sp>
      <p:sp>
        <p:nvSpPr>
          <p:cNvPr id="19" name="a4-float"/>
          <p:cNvSpPr txBox="1"/>
          <p:nvPr/>
        </p:nvSpPr>
        <p:spPr>
          <a:xfrm>
            <a:off x="6839712" y="4572000"/>
            <a:ext cx="4297680" cy="731520"/>
          </a:xfrm>
          <a:prstGeom prst="rect">
            <a:avLst/>
          </a:prstGeom>
          <a:noFill/>
          <a:ln/>
        </p:spPr>
        <p:txBody>
          <a:bodyPr wrap="square" lIns="0" tIns="0" rIns="0" bIns="0" rtlCol="0" anchor="t"/>
          <a:lstStyle/>
          <a:p>
            <a:pPr indent="0" marL="0">
              <a:buNone/>
            </a:pPr>
            <a:r>
              <a:rPr lang="en-US" sz="1700" dirty="0">
                <a:solidFill>
                  <a:srgbClr val="5B6577"/>
                </a:solidFill>
                <a:latin typeface="Calibri" pitchFamily="34" charset="0"/>
                <a:ea typeface="Calibri" pitchFamily="34" charset="-122"/>
                <a:cs typeface="Calibri" pitchFamily="34" charset="-120"/>
              </a:rPr>
              <a:t>Learn how to understand customers, help them well, and make them come back.</a:t>
            </a:r>
            <a:endParaRPr lang="en-US" sz="1700" dirty="0"/>
          </a:p>
        </p:txBody>
      </p:sp>
      <p:sp>
        <p:nvSpPr>
          <p:cNvPr id="20" name="a4-float"/>
          <p:cNvSpPr txBox="1"/>
          <p:nvPr/>
        </p:nvSpPr>
        <p:spPr>
          <a:xfrm>
            <a:off x="6839712" y="5349240"/>
            <a:ext cx="1325880" cy="365760"/>
          </a:xfrm>
          <a:prstGeom prst="roundRect">
            <a:avLst>
              <a:gd name="adj" fmla="val 50000"/>
            </a:avLst>
          </a:prstGeom>
          <a:solidFill>
            <a:srgbClr val="FFFFFF"/>
          </a:solidFill>
          <a:ln w="12700">
            <a:solidFill>
              <a:srgbClr val="D9973A"/>
            </a:solid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Needs</a:t>
            </a:r>
            <a:endParaRPr lang="en-US" sz="1300" dirty="0"/>
          </a:p>
        </p:txBody>
      </p:sp>
      <p:sp>
        <p:nvSpPr>
          <p:cNvPr id="21" name="a4-float"/>
          <p:cNvSpPr txBox="1"/>
          <p:nvPr/>
        </p:nvSpPr>
        <p:spPr>
          <a:xfrm>
            <a:off x="8302752" y="5349240"/>
            <a:ext cx="1325880" cy="365760"/>
          </a:xfrm>
          <a:prstGeom prst="roundRect">
            <a:avLst>
              <a:gd name="adj" fmla="val 50000"/>
            </a:avLst>
          </a:prstGeom>
          <a:solidFill>
            <a:srgbClr val="FFFFFF"/>
          </a:solidFill>
          <a:ln w="12700">
            <a:solidFill>
              <a:srgbClr val="D9973A"/>
            </a:solid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Service</a:t>
            </a:r>
            <a:endParaRPr lang="en-US" sz="1300" dirty="0"/>
          </a:p>
        </p:txBody>
      </p:sp>
      <p:sp>
        <p:nvSpPr>
          <p:cNvPr id="22" name="a4-float"/>
          <p:cNvSpPr txBox="1"/>
          <p:nvPr/>
        </p:nvSpPr>
        <p:spPr>
          <a:xfrm>
            <a:off x="9765792" y="5349240"/>
            <a:ext cx="1325880" cy="365760"/>
          </a:xfrm>
          <a:prstGeom prst="roundRect">
            <a:avLst>
              <a:gd name="adj" fmla="val 50000"/>
            </a:avLst>
          </a:prstGeom>
          <a:solidFill>
            <a:srgbClr val="FFFFFF"/>
          </a:solidFill>
          <a:ln w="12700">
            <a:solidFill>
              <a:srgbClr val="D9973A"/>
            </a:solid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Loyalty</a:t>
            </a:r>
            <a:endParaRPr lang="en-US" sz="1300" dirty="0"/>
          </a:p>
        </p:txBody>
      </p:sp>
      <p:sp>
        <p:nvSpPr>
          <p:cNvPr id="23" name="a3-zoom"/>
          <p:cNvSpPr txBox="1"/>
          <p:nvPr/>
        </p:nvSpPr>
        <p:spPr>
          <a:xfrm>
            <a:off x="5843016" y="4279392"/>
            <a:ext cx="502920" cy="502920"/>
          </a:xfrm>
          <a:prstGeom prst="ellipse">
            <a:avLst/>
          </a:prstGeom>
          <a:solidFill>
            <a:srgbClr val="D9973A"/>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4" name="Text 20"/>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25" name="Text 21"/>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5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5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5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50"/>
                                        <p:tgtEl>
                                          <p:spTgt spid="6"/>
                                        </p:tgtEl>
                                      </p:cBhvr>
                                    </p:animEffect>
                                  </p:childTnLst>
                                </p:cTn>
                              </p:par>
                              <p:par>
                                <p:cTn id="14" presetID="42" presetClass="entr" presetSubtype="0" fill="hold" grpId="0" nodeType="withEffect">
                                  <p:stCondLst>
                                    <p:cond delay="385"/>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anim calcmode="lin" valueType="num">
                                      <p:cBhvr>
                                        <p:cTn id="17" dur="600" fill="hold"/>
                                        <p:tgtEl>
                                          <p:spTgt spid="7"/>
                                        </p:tgtEl>
                                        <p:attrNameLst>
                                          <p:attrName>ppt_x</p:attrName>
                                        </p:attrNameLst>
                                      </p:cBhvr>
                                      <p:tavLst>
                                        <p:tav tm="0">
                                          <p:val>
                                            <p:strVal val="#ppt_x"/>
                                          </p:val>
                                        </p:tav>
                                        <p:tav tm="100000">
                                          <p:val>
                                            <p:strVal val="#ppt_x"/>
                                          </p:val>
                                        </p:tav>
                                      </p:tavLst>
                                    </p:anim>
                                    <p:anim calcmode="lin" valueType="num">
                                      <p:cBhvr>
                                        <p:cTn id="18" dur="60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385"/>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anim calcmode="lin" valueType="num">
                                      <p:cBhvr>
                                        <p:cTn id="22" dur="600" fill="hold"/>
                                        <p:tgtEl>
                                          <p:spTgt spid="8"/>
                                        </p:tgtEl>
                                        <p:attrNameLst>
                                          <p:attrName>ppt_x</p:attrName>
                                        </p:attrNameLst>
                                      </p:cBhvr>
                                      <p:tavLst>
                                        <p:tav tm="0">
                                          <p:val>
                                            <p:strVal val="#ppt_x"/>
                                          </p:val>
                                        </p:tav>
                                        <p:tav tm="100000">
                                          <p:val>
                                            <p:strVal val="#ppt_x"/>
                                          </p:val>
                                        </p:tav>
                                      </p:tavLst>
                                    </p:anim>
                                    <p:anim calcmode="lin" valueType="num">
                                      <p:cBhvr>
                                        <p:cTn id="23" dur="6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385"/>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fill="hold"/>
                                        <p:tgtEl>
                                          <p:spTgt spid="9"/>
                                        </p:tgtEl>
                                        <p:attrNameLst>
                                          <p:attrName>ppt_x</p:attrName>
                                        </p:attrNameLst>
                                      </p:cBhvr>
                                      <p:tavLst>
                                        <p:tav tm="0">
                                          <p:val>
                                            <p:strVal val="#ppt_x"/>
                                          </p:val>
                                        </p:tav>
                                        <p:tav tm="100000">
                                          <p:val>
                                            <p:strVal val="#ppt_x"/>
                                          </p:val>
                                        </p:tav>
                                      </p:tavLst>
                                    </p:anim>
                                    <p:anim calcmode="lin" valueType="num">
                                      <p:cBhvr>
                                        <p:cTn id="28" dur="60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385"/>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anim calcmode="lin" valueType="num">
                                      <p:cBhvr>
                                        <p:cTn id="32" dur="600" fill="hold"/>
                                        <p:tgtEl>
                                          <p:spTgt spid="10"/>
                                        </p:tgtEl>
                                        <p:attrNameLst>
                                          <p:attrName>ppt_x</p:attrName>
                                        </p:attrNameLst>
                                      </p:cBhvr>
                                      <p:tavLst>
                                        <p:tav tm="0">
                                          <p:val>
                                            <p:strVal val="#ppt_x"/>
                                          </p:val>
                                        </p:tav>
                                        <p:tav tm="100000">
                                          <p:val>
                                            <p:strVal val="#ppt_x"/>
                                          </p:val>
                                        </p:tav>
                                      </p:tavLst>
                                    </p:anim>
                                    <p:anim calcmode="lin" valueType="num">
                                      <p:cBhvr>
                                        <p:cTn id="33" dur="6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385"/>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anim calcmode="lin" valueType="num">
                                      <p:cBhvr>
                                        <p:cTn id="37" dur="600" fill="hold"/>
                                        <p:tgtEl>
                                          <p:spTgt spid="11"/>
                                        </p:tgtEl>
                                        <p:attrNameLst>
                                          <p:attrName>ppt_x</p:attrName>
                                        </p:attrNameLst>
                                      </p:cBhvr>
                                      <p:tavLst>
                                        <p:tav tm="0">
                                          <p:val>
                                            <p:strVal val="#ppt_x"/>
                                          </p:val>
                                        </p:tav>
                                        <p:tav tm="100000">
                                          <p:val>
                                            <p:strVal val="#ppt_x"/>
                                          </p:val>
                                        </p:tav>
                                      </p:tavLst>
                                    </p:anim>
                                    <p:anim calcmode="lin" valueType="num">
                                      <p:cBhvr>
                                        <p:cTn id="38" dur="6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385"/>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600"/>
                                        <p:tgtEl>
                                          <p:spTgt spid="12"/>
                                        </p:tgtEl>
                                      </p:cBhvr>
                                    </p:animEffect>
                                    <p:anim calcmode="lin" valueType="num">
                                      <p:cBhvr>
                                        <p:cTn id="42" dur="600" fill="hold"/>
                                        <p:tgtEl>
                                          <p:spTgt spid="12"/>
                                        </p:tgtEl>
                                        <p:attrNameLst>
                                          <p:attrName>ppt_x</p:attrName>
                                        </p:attrNameLst>
                                      </p:cBhvr>
                                      <p:tavLst>
                                        <p:tav tm="0">
                                          <p:val>
                                            <p:strVal val="#ppt_x"/>
                                          </p:val>
                                        </p:tav>
                                        <p:tav tm="100000">
                                          <p:val>
                                            <p:strVal val="#ppt_x"/>
                                          </p:val>
                                        </p:tav>
                                      </p:tavLst>
                                    </p:anim>
                                    <p:anim calcmode="lin" valueType="num">
                                      <p:cBhvr>
                                        <p:cTn id="43" dur="60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385"/>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p:cTn id="47" dur="600" fill="hold"/>
                                        <p:tgtEl>
                                          <p:spTgt spid="13"/>
                                        </p:tgtEl>
                                        <p:attrNameLst>
                                          <p:attrName>ppt_x</p:attrName>
                                        </p:attrNameLst>
                                      </p:cBhvr>
                                      <p:tavLst>
                                        <p:tav tm="0">
                                          <p:val>
                                            <p:strVal val="#ppt_x"/>
                                          </p:val>
                                        </p:tav>
                                        <p:tav tm="100000">
                                          <p:val>
                                            <p:strVal val="#ppt_x"/>
                                          </p:val>
                                        </p:tav>
                                      </p:tavLst>
                                    </p:anim>
                                    <p:anim calcmode="lin" valueType="num">
                                      <p:cBhvr>
                                        <p:cTn id="48" dur="60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385"/>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p:cTn id="52" dur="600" fill="hold"/>
                                        <p:tgtEl>
                                          <p:spTgt spid="14"/>
                                        </p:tgtEl>
                                        <p:attrNameLst>
                                          <p:attrName>ppt_x</p:attrName>
                                        </p:attrNameLst>
                                      </p:cBhvr>
                                      <p:tavLst>
                                        <p:tav tm="0">
                                          <p:val>
                                            <p:strVal val="#ppt_x"/>
                                          </p:val>
                                        </p:tav>
                                        <p:tav tm="100000">
                                          <p:val>
                                            <p:strVal val="#ppt_x"/>
                                          </p:val>
                                        </p:tav>
                                      </p:tavLst>
                                    </p:anim>
                                    <p:anim calcmode="lin" valueType="num">
                                      <p:cBhvr>
                                        <p:cTn id="53" dur="600" fill="hold"/>
                                        <p:tgtEl>
                                          <p:spTgt spid="14"/>
                                        </p:tgtEl>
                                        <p:attrNameLst>
                                          <p:attrName>ppt_y</p:attrName>
                                        </p:attrNameLst>
                                      </p:cBhvr>
                                      <p:tavLst>
                                        <p:tav tm="0">
                                          <p:val>
                                            <p:strVal val="#ppt_y+.1"/>
                                          </p:val>
                                        </p:tav>
                                        <p:tav tm="100000">
                                          <p:val>
                                            <p:strVal val="#ppt_y"/>
                                          </p:val>
                                        </p:tav>
                                      </p:tavLst>
                                    </p:anim>
                                  </p:childTnLst>
                                </p:cTn>
                              </p:par>
                              <p:par>
                                <p:cTn id="54" presetID="53" presetClass="entr" presetSubtype="16" fill="hold" grpId="0" nodeType="withEffect">
                                  <p:stCondLst>
                                    <p:cond delay="805"/>
                                  </p:stCondLst>
                                  <p:childTnLst>
                                    <p:set>
                                      <p:cBhvr>
                                        <p:cTn id="55" dur="1" fill="hold">
                                          <p:stCondLst>
                                            <p:cond delay="0"/>
                                          </p:stCondLst>
                                        </p:cTn>
                                        <p:tgtEl>
                                          <p:spTgt spid="23"/>
                                        </p:tgtEl>
                                        <p:attrNameLst>
                                          <p:attrName>style.visibility</p:attrName>
                                        </p:attrNameLst>
                                      </p:cBhvr>
                                      <p:to>
                                        <p:strVal val="visible"/>
                                      </p:to>
                                    </p:set>
                                    <p:anim calcmode="lin" valueType="num">
                                      <p:cBhvr>
                                        <p:cTn id="56" dur="450" fill="hold"/>
                                        <p:tgtEl>
                                          <p:spTgt spid="23"/>
                                        </p:tgtEl>
                                        <p:attrNameLst>
                                          <p:attrName>ppt_w</p:attrName>
                                        </p:attrNameLst>
                                      </p:cBhvr>
                                      <p:tavLst>
                                        <p:tav tm="0">
                                          <p:val>
                                            <p:fltVal val="0"/>
                                          </p:val>
                                        </p:tav>
                                        <p:tav tm="100000">
                                          <p:val>
                                            <p:strVal val="#ppt_w"/>
                                          </p:val>
                                        </p:tav>
                                      </p:tavLst>
                                    </p:anim>
                                    <p:anim calcmode="lin" valueType="num">
                                      <p:cBhvr>
                                        <p:cTn id="57" dur="450" fill="hold"/>
                                        <p:tgtEl>
                                          <p:spTgt spid="23"/>
                                        </p:tgtEl>
                                        <p:attrNameLst>
                                          <p:attrName>ppt_h</p:attrName>
                                        </p:attrNameLst>
                                      </p:cBhvr>
                                      <p:tavLst>
                                        <p:tav tm="0">
                                          <p:val>
                                            <p:fltVal val="0"/>
                                          </p:val>
                                        </p:tav>
                                        <p:tav tm="100000">
                                          <p:val>
                                            <p:strVal val="#ppt_h"/>
                                          </p:val>
                                        </p:tav>
                                      </p:tavLst>
                                    </p:anim>
                                    <p:animEffect transition="in" filter="fade">
                                      <p:cBhvr>
                                        <p:cTn id="58" dur="450"/>
                                        <p:tgtEl>
                                          <p:spTgt spid="23"/>
                                        </p:tgtEl>
                                      </p:cBhvr>
                                    </p:animEffect>
                                  </p:childTnLst>
                                </p:cTn>
                              </p:par>
                              <p:par>
                                <p:cTn id="59" presetID="42" presetClass="entr" presetSubtype="0" fill="hold" grpId="0" nodeType="withEffect">
                                  <p:stCondLst>
                                    <p:cond delay="112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600"/>
                                        <p:tgtEl>
                                          <p:spTgt spid="15"/>
                                        </p:tgtEl>
                                      </p:cBhvr>
                                    </p:animEffect>
                                    <p:anim calcmode="lin" valueType="num">
                                      <p:cBhvr>
                                        <p:cTn id="62" dur="600" fill="hold"/>
                                        <p:tgtEl>
                                          <p:spTgt spid="15"/>
                                        </p:tgtEl>
                                        <p:attrNameLst>
                                          <p:attrName>ppt_x</p:attrName>
                                        </p:attrNameLst>
                                      </p:cBhvr>
                                      <p:tavLst>
                                        <p:tav tm="0">
                                          <p:val>
                                            <p:strVal val="#ppt_x"/>
                                          </p:val>
                                        </p:tav>
                                        <p:tav tm="100000">
                                          <p:val>
                                            <p:strVal val="#ppt_x"/>
                                          </p:val>
                                        </p:tav>
                                      </p:tavLst>
                                    </p:anim>
                                    <p:anim calcmode="lin" valueType="num">
                                      <p:cBhvr>
                                        <p:cTn id="63" dur="600" fill="hold"/>
                                        <p:tgtEl>
                                          <p:spTgt spid="1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112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600"/>
                                        <p:tgtEl>
                                          <p:spTgt spid="16"/>
                                        </p:tgtEl>
                                      </p:cBhvr>
                                    </p:animEffect>
                                    <p:anim calcmode="lin" valueType="num">
                                      <p:cBhvr>
                                        <p:cTn id="67" dur="600" fill="hold"/>
                                        <p:tgtEl>
                                          <p:spTgt spid="16"/>
                                        </p:tgtEl>
                                        <p:attrNameLst>
                                          <p:attrName>ppt_x</p:attrName>
                                        </p:attrNameLst>
                                      </p:cBhvr>
                                      <p:tavLst>
                                        <p:tav tm="0">
                                          <p:val>
                                            <p:strVal val="#ppt_x"/>
                                          </p:val>
                                        </p:tav>
                                        <p:tav tm="100000">
                                          <p:val>
                                            <p:strVal val="#ppt_x"/>
                                          </p:val>
                                        </p:tav>
                                      </p:tavLst>
                                    </p:anim>
                                    <p:anim calcmode="lin" valueType="num">
                                      <p:cBhvr>
                                        <p:cTn id="68" dur="600" fill="hold"/>
                                        <p:tgtEl>
                                          <p:spTgt spid="1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112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600"/>
                                        <p:tgtEl>
                                          <p:spTgt spid="17"/>
                                        </p:tgtEl>
                                      </p:cBhvr>
                                    </p:animEffect>
                                    <p:anim calcmode="lin" valueType="num">
                                      <p:cBhvr>
                                        <p:cTn id="72" dur="600" fill="hold"/>
                                        <p:tgtEl>
                                          <p:spTgt spid="17"/>
                                        </p:tgtEl>
                                        <p:attrNameLst>
                                          <p:attrName>ppt_x</p:attrName>
                                        </p:attrNameLst>
                                      </p:cBhvr>
                                      <p:tavLst>
                                        <p:tav tm="0">
                                          <p:val>
                                            <p:strVal val="#ppt_x"/>
                                          </p:val>
                                        </p:tav>
                                        <p:tav tm="100000">
                                          <p:val>
                                            <p:strVal val="#ppt_x"/>
                                          </p:val>
                                        </p:tav>
                                      </p:tavLst>
                                    </p:anim>
                                    <p:anim calcmode="lin" valueType="num">
                                      <p:cBhvr>
                                        <p:cTn id="73" dur="600" fill="hold"/>
                                        <p:tgtEl>
                                          <p:spTgt spid="1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112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600"/>
                                        <p:tgtEl>
                                          <p:spTgt spid="18"/>
                                        </p:tgtEl>
                                      </p:cBhvr>
                                    </p:animEffect>
                                    <p:anim calcmode="lin" valueType="num">
                                      <p:cBhvr>
                                        <p:cTn id="77" dur="600" fill="hold"/>
                                        <p:tgtEl>
                                          <p:spTgt spid="18"/>
                                        </p:tgtEl>
                                        <p:attrNameLst>
                                          <p:attrName>ppt_x</p:attrName>
                                        </p:attrNameLst>
                                      </p:cBhvr>
                                      <p:tavLst>
                                        <p:tav tm="0">
                                          <p:val>
                                            <p:strVal val="#ppt_x"/>
                                          </p:val>
                                        </p:tav>
                                        <p:tav tm="100000">
                                          <p:val>
                                            <p:strVal val="#ppt_x"/>
                                          </p:val>
                                        </p:tav>
                                      </p:tavLst>
                                    </p:anim>
                                    <p:anim calcmode="lin" valueType="num">
                                      <p:cBhvr>
                                        <p:cTn id="78" dur="600" fill="hold"/>
                                        <p:tgtEl>
                                          <p:spTgt spid="18"/>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112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600"/>
                                        <p:tgtEl>
                                          <p:spTgt spid="19"/>
                                        </p:tgtEl>
                                      </p:cBhvr>
                                    </p:animEffect>
                                    <p:anim calcmode="lin" valueType="num">
                                      <p:cBhvr>
                                        <p:cTn id="82" dur="600" fill="hold"/>
                                        <p:tgtEl>
                                          <p:spTgt spid="19"/>
                                        </p:tgtEl>
                                        <p:attrNameLst>
                                          <p:attrName>ppt_x</p:attrName>
                                        </p:attrNameLst>
                                      </p:cBhvr>
                                      <p:tavLst>
                                        <p:tav tm="0">
                                          <p:val>
                                            <p:strVal val="#ppt_x"/>
                                          </p:val>
                                        </p:tav>
                                        <p:tav tm="100000">
                                          <p:val>
                                            <p:strVal val="#ppt_x"/>
                                          </p:val>
                                        </p:tav>
                                      </p:tavLst>
                                    </p:anim>
                                    <p:anim calcmode="lin" valueType="num">
                                      <p:cBhvr>
                                        <p:cTn id="83" dur="600" fill="hold"/>
                                        <p:tgtEl>
                                          <p:spTgt spid="19"/>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112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600"/>
                                        <p:tgtEl>
                                          <p:spTgt spid="20"/>
                                        </p:tgtEl>
                                      </p:cBhvr>
                                    </p:animEffect>
                                    <p:anim calcmode="lin" valueType="num">
                                      <p:cBhvr>
                                        <p:cTn id="87" dur="600" fill="hold"/>
                                        <p:tgtEl>
                                          <p:spTgt spid="20"/>
                                        </p:tgtEl>
                                        <p:attrNameLst>
                                          <p:attrName>ppt_x</p:attrName>
                                        </p:attrNameLst>
                                      </p:cBhvr>
                                      <p:tavLst>
                                        <p:tav tm="0">
                                          <p:val>
                                            <p:strVal val="#ppt_x"/>
                                          </p:val>
                                        </p:tav>
                                        <p:tav tm="100000">
                                          <p:val>
                                            <p:strVal val="#ppt_x"/>
                                          </p:val>
                                        </p:tav>
                                      </p:tavLst>
                                    </p:anim>
                                    <p:anim calcmode="lin" valueType="num">
                                      <p:cBhvr>
                                        <p:cTn id="88" dur="600" fill="hold"/>
                                        <p:tgtEl>
                                          <p:spTgt spid="20"/>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112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p:cTn id="92" dur="600" fill="hold"/>
                                        <p:tgtEl>
                                          <p:spTgt spid="21"/>
                                        </p:tgtEl>
                                        <p:attrNameLst>
                                          <p:attrName>ppt_x</p:attrName>
                                        </p:attrNameLst>
                                      </p:cBhvr>
                                      <p:tavLst>
                                        <p:tav tm="0">
                                          <p:val>
                                            <p:strVal val="#ppt_x"/>
                                          </p:val>
                                        </p:tav>
                                        <p:tav tm="100000">
                                          <p:val>
                                            <p:strVal val="#ppt_x"/>
                                          </p:val>
                                        </p:tav>
                                      </p:tavLst>
                                    </p:anim>
                                    <p:anim calcmode="lin" valueType="num">
                                      <p:cBhvr>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112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p:cTn id="97" dur="600" fill="hold"/>
                                        <p:tgtEl>
                                          <p:spTgt spid="22"/>
                                        </p:tgtEl>
                                        <p:attrNameLst>
                                          <p:attrName>ppt_x</p:attrName>
                                        </p:attrNameLst>
                                      </p:cBhvr>
                                      <p:tavLst>
                                        <p:tav tm="0">
                                          <p:val>
                                            <p:strVal val="#ppt_x"/>
                                          </p:val>
                                        </p:tav>
                                        <p:tav tm="100000">
                                          <p:val>
                                            <p:strVal val="#ppt_x"/>
                                          </p:val>
                                        </p:tav>
                                      </p:tavLst>
                                    </p:anim>
                                    <p:anim calcmode="lin" valueType="num">
                                      <p:cBhvr>
                                        <p:cTn id="98" dur="6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MY TASKS</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What I did at the bakery</a:t>
            </a:r>
            <a:endParaRPr lang="en-US" sz="3400" dirty="0"/>
          </a:p>
        </p:txBody>
      </p:sp>
      <p:sp>
        <p:nvSpPr>
          <p:cNvPr id="4" name="a1-zoom"/>
          <p:cNvSpPr/>
          <p:nvPr/>
        </p:nvSpPr>
        <p:spPr>
          <a:xfrm>
            <a:off x="640080" y="1783080"/>
            <a:ext cx="3456432" cy="1965960"/>
          </a:xfrm>
          <a:prstGeom prst="roundRect">
            <a:avLst>
              <a:gd name="adj" fmla="val 6977"/>
            </a:avLst>
          </a:prstGeom>
          <a:solidFill>
            <a:srgbClr val="F3F5F9"/>
          </a:solidFill>
          <a:ln w="12700">
            <a:solidFill>
              <a:srgbClr val="F3F5F9"/>
            </a:solidFill>
            <a:prstDash val="solid"/>
          </a:ln>
        </p:spPr>
      </p:sp>
      <p:sp>
        <p:nvSpPr>
          <p:cNvPr id="5" name="a1-zoom"/>
          <p:cNvSpPr/>
          <p:nvPr/>
        </p:nvSpPr>
        <p:spPr>
          <a:xfrm>
            <a:off x="914400" y="2075688"/>
            <a:ext cx="731520" cy="731520"/>
          </a:xfrm>
          <a:prstGeom prst="ellipse">
            <a:avLst/>
          </a:prstGeom>
          <a:solidFill>
            <a:srgbClr val="D9973A"/>
          </a:solidFill>
          <a:ln w="12700">
            <a:solidFill>
              <a:srgbClr val="D9973A"/>
            </a:solidFill>
            <a:prstDash val="solid"/>
          </a:ln>
        </p:spPr>
      </p:sp>
      <p:pic>
        <p:nvPicPr>
          <p:cNvPr id="6" name="a1-zoom" descr="">    </p:cNvPr>
          <p:cNvPicPr>
            <a:picLocks noChangeAspect="1"/>
          </p:cNvPicPr>
          <p:nvPr/>
        </p:nvPicPr>
        <p:blipFill>
          <a:blip r:embed="rId1"/>
          <a:stretch>
            <a:fillRect/>
          </a:stretch>
        </p:blipFill>
        <p:spPr>
          <a:xfrm>
            <a:off x="1089965" y="2251253"/>
            <a:ext cx="380390" cy="380390"/>
          </a:xfrm>
          <a:prstGeom prst="rect">
            <a:avLst/>
          </a:prstGeom>
        </p:spPr>
      </p:pic>
      <p:sp>
        <p:nvSpPr>
          <p:cNvPr id="7" name="a1-zoom"/>
          <p:cNvSpPr txBox="1"/>
          <p:nvPr/>
        </p:nvSpPr>
        <p:spPr>
          <a:xfrm>
            <a:off x="1783080" y="2075688"/>
            <a:ext cx="2084832" cy="73152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Cashier work</a:t>
            </a:r>
            <a:endParaRPr lang="en-US" sz="1900" dirty="0"/>
          </a:p>
        </p:txBody>
      </p:sp>
      <p:sp>
        <p:nvSpPr>
          <p:cNvPr id="8" name="a1-zoom"/>
          <p:cNvSpPr txBox="1"/>
          <p:nvPr/>
        </p:nvSpPr>
        <p:spPr>
          <a:xfrm>
            <a:off x="914400" y="2926080"/>
            <a:ext cx="2907792" cy="6858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I worked at the cash register and took payments.</a:t>
            </a:r>
            <a:endParaRPr lang="en-US" sz="1500" dirty="0"/>
          </a:p>
        </p:txBody>
      </p:sp>
      <p:sp>
        <p:nvSpPr>
          <p:cNvPr id="9" name="a2-zoom"/>
          <p:cNvSpPr/>
          <p:nvPr/>
        </p:nvSpPr>
        <p:spPr>
          <a:xfrm>
            <a:off x="4370832" y="1783080"/>
            <a:ext cx="3456432" cy="1965960"/>
          </a:xfrm>
          <a:prstGeom prst="roundRect">
            <a:avLst>
              <a:gd name="adj" fmla="val 6977"/>
            </a:avLst>
          </a:prstGeom>
          <a:solidFill>
            <a:srgbClr val="F3F5F9"/>
          </a:solidFill>
          <a:ln w="12700">
            <a:solidFill>
              <a:srgbClr val="F3F5F9"/>
            </a:solidFill>
            <a:prstDash val="solid"/>
          </a:ln>
        </p:spPr>
      </p:sp>
      <p:sp>
        <p:nvSpPr>
          <p:cNvPr id="10" name="a2-zoom"/>
          <p:cNvSpPr/>
          <p:nvPr/>
        </p:nvSpPr>
        <p:spPr>
          <a:xfrm>
            <a:off x="4645152" y="2075688"/>
            <a:ext cx="731520" cy="731520"/>
          </a:xfrm>
          <a:prstGeom prst="ellipse">
            <a:avLst/>
          </a:prstGeom>
          <a:solidFill>
            <a:srgbClr val="D9973A"/>
          </a:solidFill>
          <a:ln w="12700">
            <a:solidFill>
              <a:srgbClr val="D9973A"/>
            </a:solidFill>
            <a:prstDash val="solid"/>
          </a:ln>
        </p:spPr>
      </p:sp>
      <p:pic>
        <p:nvPicPr>
          <p:cNvPr id="11" name="a2-zoom" descr="">    </p:cNvPr>
          <p:cNvPicPr>
            <a:picLocks noChangeAspect="1"/>
          </p:cNvPicPr>
          <p:nvPr/>
        </p:nvPicPr>
        <p:blipFill>
          <a:blip r:embed="rId2"/>
          <a:stretch>
            <a:fillRect/>
          </a:stretch>
        </p:blipFill>
        <p:spPr>
          <a:xfrm>
            <a:off x="4820717" y="2251253"/>
            <a:ext cx="380390" cy="380390"/>
          </a:xfrm>
          <a:prstGeom prst="rect">
            <a:avLst/>
          </a:prstGeom>
        </p:spPr>
      </p:pic>
      <p:sp>
        <p:nvSpPr>
          <p:cNvPr id="12" name="a2-zoom"/>
          <p:cNvSpPr txBox="1"/>
          <p:nvPr/>
        </p:nvSpPr>
        <p:spPr>
          <a:xfrm>
            <a:off x="5513832" y="2075688"/>
            <a:ext cx="2084832" cy="73152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Customer service</a:t>
            </a:r>
            <a:endParaRPr lang="en-US" sz="1900" dirty="0"/>
          </a:p>
        </p:txBody>
      </p:sp>
      <p:sp>
        <p:nvSpPr>
          <p:cNvPr id="13" name="a2-zoom"/>
          <p:cNvSpPr txBox="1"/>
          <p:nvPr/>
        </p:nvSpPr>
        <p:spPr>
          <a:xfrm>
            <a:off x="4645152" y="2926080"/>
            <a:ext cx="2907792" cy="6858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I served customers and answered their questions and requests.</a:t>
            </a:r>
            <a:endParaRPr lang="en-US" sz="1500" dirty="0"/>
          </a:p>
        </p:txBody>
      </p:sp>
      <p:sp>
        <p:nvSpPr>
          <p:cNvPr id="14" name="a3-zoom"/>
          <p:cNvSpPr/>
          <p:nvPr/>
        </p:nvSpPr>
        <p:spPr>
          <a:xfrm>
            <a:off x="8101584" y="1783080"/>
            <a:ext cx="3456432" cy="1965960"/>
          </a:xfrm>
          <a:prstGeom prst="roundRect">
            <a:avLst>
              <a:gd name="adj" fmla="val 6977"/>
            </a:avLst>
          </a:prstGeom>
          <a:solidFill>
            <a:srgbClr val="F3F5F9"/>
          </a:solidFill>
          <a:ln w="12700">
            <a:solidFill>
              <a:srgbClr val="F3F5F9"/>
            </a:solidFill>
            <a:prstDash val="solid"/>
          </a:ln>
        </p:spPr>
      </p:sp>
      <p:sp>
        <p:nvSpPr>
          <p:cNvPr id="15" name="a3-zoom"/>
          <p:cNvSpPr/>
          <p:nvPr/>
        </p:nvSpPr>
        <p:spPr>
          <a:xfrm>
            <a:off x="8375904" y="2075688"/>
            <a:ext cx="731520" cy="731520"/>
          </a:xfrm>
          <a:prstGeom prst="ellipse">
            <a:avLst/>
          </a:prstGeom>
          <a:solidFill>
            <a:srgbClr val="D9973A"/>
          </a:solidFill>
          <a:ln w="12700">
            <a:solidFill>
              <a:srgbClr val="D9973A"/>
            </a:solidFill>
            <a:prstDash val="solid"/>
          </a:ln>
        </p:spPr>
      </p:sp>
      <p:pic>
        <p:nvPicPr>
          <p:cNvPr id="16" name="a3-zoom" descr="">    </p:cNvPr>
          <p:cNvPicPr>
            <a:picLocks noChangeAspect="1"/>
          </p:cNvPicPr>
          <p:nvPr/>
        </p:nvPicPr>
        <p:blipFill>
          <a:blip r:embed="rId3"/>
          <a:stretch>
            <a:fillRect/>
          </a:stretch>
        </p:blipFill>
        <p:spPr>
          <a:xfrm>
            <a:off x="8551469" y="2251253"/>
            <a:ext cx="380390" cy="380390"/>
          </a:xfrm>
          <a:prstGeom prst="rect">
            <a:avLst/>
          </a:prstGeom>
        </p:spPr>
      </p:pic>
      <p:sp>
        <p:nvSpPr>
          <p:cNvPr id="17" name="a3-zoom"/>
          <p:cNvSpPr txBox="1"/>
          <p:nvPr/>
        </p:nvSpPr>
        <p:spPr>
          <a:xfrm>
            <a:off x="9244584" y="2075688"/>
            <a:ext cx="2084832" cy="73152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Helping the pastry chef</a:t>
            </a:r>
            <a:endParaRPr lang="en-US" sz="1900" dirty="0"/>
          </a:p>
        </p:txBody>
      </p:sp>
      <p:sp>
        <p:nvSpPr>
          <p:cNvPr id="18" name="a3-zoom"/>
          <p:cNvSpPr txBox="1"/>
          <p:nvPr/>
        </p:nvSpPr>
        <p:spPr>
          <a:xfrm>
            <a:off x="8375904" y="2926080"/>
            <a:ext cx="2907792" cy="6858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I helped in production and learned how products are made.</a:t>
            </a:r>
            <a:endParaRPr lang="en-US" sz="1500" dirty="0"/>
          </a:p>
        </p:txBody>
      </p:sp>
      <p:sp>
        <p:nvSpPr>
          <p:cNvPr id="19" name="a4-zoom"/>
          <p:cNvSpPr/>
          <p:nvPr/>
        </p:nvSpPr>
        <p:spPr>
          <a:xfrm>
            <a:off x="640080" y="4023360"/>
            <a:ext cx="3456432" cy="1965960"/>
          </a:xfrm>
          <a:prstGeom prst="roundRect">
            <a:avLst>
              <a:gd name="adj" fmla="val 6977"/>
            </a:avLst>
          </a:prstGeom>
          <a:solidFill>
            <a:srgbClr val="F3F5F9"/>
          </a:solidFill>
          <a:ln w="12700">
            <a:solidFill>
              <a:srgbClr val="F3F5F9"/>
            </a:solidFill>
            <a:prstDash val="solid"/>
          </a:ln>
        </p:spPr>
      </p:sp>
      <p:sp>
        <p:nvSpPr>
          <p:cNvPr id="20" name="a4-zoom"/>
          <p:cNvSpPr/>
          <p:nvPr/>
        </p:nvSpPr>
        <p:spPr>
          <a:xfrm>
            <a:off x="914400" y="4315968"/>
            <a:ext cx="731520" cy="731520"/>
          </a:xfrm>
          <a:prstGeom prst="ellipse">
            <a:avLst/>
          </a:prstGeom>
          <a:solidFill>
            <a:srgbClr val="D9973A"/>
          </a:solidFill>
          <a:ln w="12700">
            <a:solidFill>
              <a:srgbClr val="D9973A"/>
            </a:solidFill>
            <a:prstDash val="solid"/>
          </a:ln>
        </p:spPr>
      </p:sp>
      <p:pic>
        <p:nvPicPr>
          <p:cNvPr id="21" name="a4-zoom" descr="">    </p:cNvPr>
          <p:cNvPicPr>
            <a:picLocks noChangeAspect="1"/>
          </p:cNvPicPr>
          <p:nvPr/>
        </p:nvPicPr>
        <p:blipFill>
          <a:blip r:embed="rId4"/>
          <a:stretch>
            <a:fillRect/>
          </a:stretch>
        </p:blipFill>
        <p:spPr>
          <a:xfrm>
            <a:off x="1089965" y="4491533"/>
            <a:ext cx="380390" cy="380390"/>
          </a:xfrm>
          <a:prstGeom prst="rect">
            <a:avLst/>
          </a:prstGeom>
        </p:spPr>
      </p:pic>
      <p:sp>
        <p:nvSpPr>
          <p:cNvPr id="22" name="a4-zoom"/>
          <p:cNvSpPr txBox="1"/>
          <p:nvPr/>
        </p:nvSpPr>
        <p:spPr>
          <a:xfrm>
            <a:off x="1783080" y="4315968"/>
            <a:ext cx="2084832" cy="73152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Documents</a:t>
            </a:r>
            <a:endParaRPr lang="en-US" sz="1900" dirty="0"/>
          </a:p>
        </p:txBody>
      </p:sp>
      <p:sp>
        <p:nvSpPr>
          <p:cNvPr id="23" name="a4-zoom"/>
          <p:cNvSpPr txBox="1"/>
          <p:nvPr/>
        </p:nvSpPr>
        <p:spPr>
          <a:xfrm>
            <a:off x="914400" y="5166360"/>
            <a:ext cx="2907792" cy="6858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I organised business documents and information.</a:t>
            </a:r>
            <a:endParaRPr lang="en-US" sz="1500" dirty="0"/>
          </a:p>
        </p:txBody>
      </p:sp>
      <p:sp>
        <p:nvSpPr>
          <p:cNvPr id="24" name="a5-zoom"/>
          <p:cNvSpPr/>
          <p:nvPr/>
        </p:nvSpPr>
        <p:spPr>
          <a:xfrm>
            <a:off x="4370832" y="4023360"/>
            <a:ext cx="3456432" cy="1965960"/>
          </a:xfrm>
          <a:prstGeom prst="roundRect">
            <a:avLst>
              <a:gd name="adj" fmla="val 6977"/>
            </a:avLst>
          </a:prstGeom>
          <a:solidFill>
            <a:srgbClr val="F3F5F9"/>
          </a:solidFill>
          <a:ln w="12700">
            <a:solidFill>
              <a:srgbClr val="F3F5F9"/>
            </a:solidFill>
            <a:prstDash val="solid"/>
          </a:ln>
        </p:spPr>
      </p:sp>
      <p:sp>
        <p:nvSpPr>
          <p:cNvPr id="25" name="a5-zoom"/>
          <p:cNvSpPr/>
          <p:nvPr/>
        </p:nvSpPr>
        <p:spPr>
          <a:xfrm>
            <a:off x="4645152" y="4315968"/>
            <a:ext cx="731520" cy="731520"/>
          </a:xfrm>
          <a:prstGeom prst="ellipse">
            <a:avLst/>
          </a:prstGeom>
          <a:solidFill>
            <a:srgbClr val="D9973A"/>
          </a:solidFill>
          <a:ln w="12700">
            <a:solidFill>
              <a:srgbClr val="D9973A"/>
            </a:solidFill>
            <a:prstDash val="solid"/>
          </a:ln>
        </p:spPr>
      </p:sp>
      <p:pic>
        <p:nvPicPr>
          <p:cNvPr id="26" name="a5-zoom" descr="">    </p:cNvPr>
          <p:cNvPicPr>
            <a:picLocks noChangeAspect="1"/>
          </p:cNvPicPr>
          <p:nvPr/>
        </p:nvPicPr>
        <p:blipFill>
          <a:blip r:embed="rId5"/>
          <a:stretch>
            <a:fillRect/>
          </a:stretch>
        </p:blipFill>
        <p:spPr>
          <a:xfrm>
            <a:off x="4820717" y="4491533"/>
            <a:ext cx="380390" cy="380390"/>
          </a:xfrm>
          <a:prstGeom prst="rect">
            <a:avLst/>
          </a:prstGeom>
        </p:spPr>
      </p:pic>
      <p:sp>
        <p:nvSpPr>
          <p:cNvPr id="27" name="a5-zoom"/>
          <p:cNvSpPr txBox="1"/>
          <p:nvPr/>
        </p:nvSpPr>
        <p:spPr>
          <a:xfrm>
            <a:off x="5513832" y="4315968"/>
            <a:ext cx="2084832" cy="73152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Daily planning</a:t>
            </a:r>
            <a:endParaRPr lang="en-US" sz="1900" dirty="0"/>
          </a:p>
        </p:txBody>
      </p:sp>
      <p:sp>
        <p:nvSpPr>
          <p:cNvPr id="28" name="a5-zoom"/>
          <p:cNvSpPr txBox="1"/>
          <p:nvPr/>
        </p:nvSpPr>
        <p:spPr>
          <a:xfrm>
            <a:off x="4645152" y="5166360"/>
            <a:ext cx="2907792" cy="6858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I helped to plan and coordinate the daily work.</a:t>
            </a:r>
            <a:endParaRPr lang="en-US" sz="1500" dirty="0"/>
          </a:p>
        </p:txBody>
      </p:sp>
      <p:sp>
        <p:nvSpPr>
          <p:cNvPr id="29" name="a6-zoom"/>
          <p:cNvSpPr/>
          <p:nvPr/>
        </p:nvSpPr>
        <p:spPr>
          <a:xfrm>
            <a:off x="8101584" y="4023360"/>
            <a:ext cx="3456432" cy="1965960"/>
          </a:xfrm>
          <a:prstGeom prst="roundRect">
            <a:avLst>
              <a:gd name="adj" fmla="val 6977"/>
            </a:avLst>
          </a:prstGeom>
          <a:solidFill>
            <a:srgbClr val="F3F5F9"/>
          </a:solidFill>
          <a:ln w="12700">
            <a:solidFill>
              <a:srgbClr val="F3F5F9"/>
            </a:solidFill>
            <a:prstDash val="solid"/>
          </a:ln>
        </p:spPr>
      </p:sp>
      <p:sp>
        <p:nvSpPr>
          <p:cNvPr id="30" name="a6-zoom"/>
          <p:cNvSpPr/>
          <p:nvPr/>
        </p:nvSpPr>
        <p:spPr>
          <a:xfrm>
            <a:off x="8375904" y="4315968"/>
            <a:ext cx="731520" cy="731520"/>
          </a:xfrm>
          <a:prstGeom prst="ellipse">
            <a:avLst/>
          </a:prstGeom>
          <a:solidFill>
            <a:srgbClr val="D9973A"/>
          </a:solidFill>
          <a:ln w="12700">
            <a:solidFill>
              <a:srgbClr val="D9973A"/>
            </a:solidFill>
            <a:prstDash val="solid"/>
          </a:ln>
        </p:spPr>
      </p:sp>
      <p:pic>
        <p:nvPicPr>
          <p:cNvPr id="31" name="a6-zoom" descr="">    </p:cNvPr>
          <p:cNvPicPr>
            <a:picLocks noChangeAspect="1"/>
          </p:cNvPicPr>
          <p:nvPr/>
        </p:nvPicPr>
        <p:blipFill>
          <a:blip r:embed="rId6"/>
          <a:stretch>
            <a:fillRect/>
          </a:stretch>
        </p:blipFill>
        <p:spPr>
          <a:xfrm>
            <a:off x="8551469" y="4491533"/>
            <a:ext cx="380390" cy="380390"/>
          </a:xfrm>
          <a:prstGeom prst="rect">
            <a:avLst/>
          </a:prstGeom>
        </p:spPr>
      </p:pic>
      <p:sp>
        <p:nvSpPr>
          <p:cNvPr id="32" name="a6-zoom"/>
          <p:cNvSpPr txBox="1"/>
          <p:nvPr/>
        </p:nvSpPr>
        <p:spPr>
          <a:xfrm>
            <a:off x="9244584" y="4315968"/>
            <a:ext cx="2084832" cy="73152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Accounting support</a:t>
            </a:r>
            <a:endParaRPr lang="en-US" sz="1900" dirty="0"/>
          </a:p>
        </p:txBody>
      </p:sp>
      <p:sp>
        <p:nvSpPr>
          <p:cNvPr id="33" name="a6-zoom"/>
          <p:cNvSpPr txBox="1"/>
          <p:nvPr/>
        </p:nvSpPr>
        <p:spPr>
          <a:xfrm>
            <a:off x="8375904" y="5166360"/>
            <a:ext cx="2907792" cy="6858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I learned the basic money flows and helped with accounting tasks.</a:t>
            </a:r>
            <a:endParaRPr lang="en-US" sz="1500" dirty="0"/>
          </a:p>
        </p:txBody>
      </p:sp>
      <p:sp>
        <p:nvSpPr>
          <p:cNvPr id="34" name="Text 26"/>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35" name="Text 27"/>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6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450" fill="hold"/>
                                        <p:tgtEl>
                                          <p:spTgt spid="7"/>
                                        </p:tgtEl>
                                        <p:attrNameLst>
                                          <p:attrName>ppt_w</p:attrName>
                                        </p:attrNameLst>
                                      </p:cBhvr>
                                      <p:tavLst>
                                        <p:tav tm="0">
                                          <p:val>
                                            <p:fltVal val="0"/>
                                          </p:val>
                                        </p:tav>
                                        <p:tav tm="100000">
                                          <p:val>
                                            <p:strVal val="#ppt_w"/>
                                          </p:val>
                                        </p:tav>
                                      </p:tavLst>
                                    </p:anim>
                                    <p:anim calcmode="lin" valueType="num">
                                      <p:cBhvr>
                                        <p:cTn id="23" dur="450" fill="hold"/>
                                        <p:tgtEl>
                                          <p:spTgt spid="7"/>
                                        </p:tgtEl>
                                        <p:attrNameLst>
                                          <p:attrName>ppt_h</p:attrName>
                                        </p:attrNameLst>
                                      </p:cBhvr>
                                      <p:tavLst>
                                        <p:tav tm="0">
                                          <p:val>
                                            <p:fltVal val="0"/>
                                          </p:val>
                                        </p:tav>
                                        <p:tav tm="100000">
                                          <p:val>
                                            <p:strVal val="#ppt_h"/>
                                          </p:val>
                                        </p:tav>
                                      </p:tavLst>
                                    </p:anim>
                                    <p:animEffect transition="in" filter="fade">
                                      <p:cBhvr>
                                        <p:cTn id="24" dur="45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450" fill="hold"/>
                                        <p:tgtEl>
                                          <p:spTgt spid="8"/>
                                        </p:tgtEl>
                                        <p:attrNameLst>
                                          <p:attrName>ppt_w</p:attrName>
                                        </p:attrNameLst>
                                      </p:cBhvr>
                                      <p:tavLst>
                                        <p:tav tm="0">
                                          <p:val>
                                            <p:fltVal val="0"/>
                                          </p:val>
                                        </p:tav>
                                        <p:tav tm="100000">
                                          <p:val>
                                            <p:strVal val="#ppt_w"/>
                                          </p:val>
                                        </p:tav>
                                      </p:tavLst>
                                    </p:anim>
                                    <p:anim calcmode="lin" valueType="num">
                                      <p:cBhvr>
                                        <p:cTn id="28" dur="450" fill="hold"/>
                                        <p:tgtEl>
                                          <p:spTgt spid="8"/>
                                        </p:tgtEl>
                                        <p:attrNameLst>
                                          <p:attrName>ppt_h</p:attrName>
                                        </p:attrNameLst>
                                      </p:cBhvr>
                                      <p:tavLst>
                                        <p:tav tm="0">
                                          <p:val>
                                            <p:fltVal val="0"/>
                                          </p:val>
                                        </p:tav>
                                        <p:tav tm="100000">
                                          <p:val>
                                            <p:strVal val="#ppt_h"/>
                                          </p:val>
                                        </p:tav>
                                      </p:tavLst>
                                    </p:anim>
                                    <p:animEffect transition="in" filter="fade">
                                      <p:cBhvr>
                                        <p:cTn id="29" dur="450"/>
                                        <p:tgtEl>
                                          <p:spTgt spid="8"/>
                                        </p:tgtEl>
                                      </p:cBhvr>
                                    </p:animEffect>
                                  </p:childTnLst>
                                </p:cTn>
                              </p:par>
                              <p:par>
                                <p:cTn id="30" presetID="53" presetClass="entr" presetSubtype="16" fill="hold" grpId="0" nodeType="withEffect">
                                  <p:stCondLst>
                                    <p:cond delay="315"/>
                                  </p:stCondLst>
                                  <p:childTnLst>
                                    <p:set>
                                      <p:cBhvr>
                                        <p:cTn id="31" dur="1" fill="hold">
                                          <p:stCondLst>
                                            <p:cond delay="0"/>
                                          </p:stCondLst>
                                        </p:cTn>
                                        <p:tgtEl>
                                          <p:spTgt spid="9"/>
                                        </p:tgtEl>
                                        <p:attrNameLst>
                                          <p:attrName>style.visibility</p:attrName>
                                        </p:attrNameLst>
                                      </p:cBhvr>
                                      <p:to>
                                        <p:strVal val="visible"/>
                                      </p:to>
                                    </p:set>
                                    <p:anim calcmode="lin" valueType="num">
                                      <p:cBhvr>
                                        <p:cTn id="32" dur="450" fill="hold"/>
                                        <p:tgtEl>
                                          <p:spTgt spid="9"/>
                                        </p:tgtEl>
                                        <p:attrNameLst>
                                          <p:attrName>ppt_w</p:attrName>
                                        </p:attrNameLst>
                                      </p:cBhvr>
                                      <p:tavLst>
                                        <p:tav tm="0">
                                          <p:val>
                                            <p:fltVal val="0"/>
                                          </p:val>
                                        </p:tav>
                                        <p:tav tm="100000">
                                          <p:val>
                                            <p:strVal val="#ppt_w"/>
                                          </p:val>
                                        </p:tav>
                                      </p:tavLst>
                                    </p:anim>
                                    <p:anim calcmode="lin" valueType="num">
                                      <p:cBhvr>
                                        <p:cTn id="33" dur="450" fill="hold"/>
                                        <p:tgtEl>
                                          <p:spTgt spid="9"/>
                                        </p:tgtEl>
                                        <p:attrNameLst>
                                          <p:attrName>ppt_h</p:attrName>
                                        </p:attrNameLst>
                                      </p:cBhvr>
                                      <p:tavLst>
                                        <p:tav tm="0">
                                          <p:val>
                                            <p:fltVal val="0"/>
                                          </p:val>
                                        </p:tav>
                                        <p:tav tm="100000">
                                          <p:val>
                                            <p:strVal val="#ppt_h"/>
                                          </p:val>
                                        </p:tav>
                                      </p:tavLst>
                                    </p:anim>
                                    <p:animEffect transition="in" filter="fade">
                                      <p:cBhvr>
                                        <p:cTn id="34" dur="450"/>
                                        <p:tgtEl>
                                          <p:spTgt spid="9"/>
                                        </p:tgtEl>
                                      </p:cBhvr>
                                    </p:animEffect>
                                  </p:childTnLst>
                                </p:cTn>
                              </p:par>
                              <p:par>
                                <p:cTn id="35" presetID="53" presetClass="entr" presetSubtype="16" fill="hold" grpId="0" nodeType="withEffect">
                                  <p:stCondLst>
                                    <p:cond delay="315"/>
                                  </p:stCondLst>
                                  <p:childTnLst>
                                    <p:set>
                                      <p:cBhvr>
                                        <p:cTn id="36" dur="1" fill="hold">
                                          <p:stCondLst>
                                            <p:cond delay="0"/>
                                          </p:stCondLst>
                                        </p:cTn>
                                        <p:tgtEl>
                                          <p:spTgt spid="10"/>
                                        </p:tgtEl>
                                        <p:attrNameLst>
                                          <p:attrName>style.visibility</p:attrName>
                                        </p:attrNameLst>
                                      </p:cBhvr>
                                      <p:to>
                                        <p:strVal val="visible"/>
                                      </p:to>
                                    </p:set>
                                    <p:anim calcmode="lin" valueType="num">
                                      <p:cBhvr>
                                        <p:cTn id="37" dur="450" fill="hold"/>
                                        <p:tgtEl>
                                          <p:spTgt spid="10"/>
                                        </p:tgtEl>
                                        <p:attrNameLst>
                                          <p:attrName>ppt_w</p:attrName>
                                        </p:attrNameLst>
                                      </p:cBhvr>
                                      <p:tavLst>
                                        <p:tav tm="0">
                                          <p:val>
                                            <p:fltVal val="0"/>
                                          </p:val>
                                        </p:tav>
                                        <p:tav tm="100000">
                                          <p:val>
                                            <p:strVal val="#ppt_w"/>
                                          </p:val>
                                        </p:tav>
                                      </p:tavLst>
                                    </p:anim>
                                    <p:anim calcmode="lin" valueType="num">
                                      <p:cBhvr>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0" presetID="53" presetClass="entr" presetSubtype="16" fill="hold" grpId="0" nodeType="withEffect">
                                  <p:stCondLst>
                                    <p:cond delay="315"/>
                                  </p:stCondLst>
                                  <p:childTnLst>
                                    <p:set>
                                      <p:cBhvr>
                                        <p:cTn id="41" dur="1" fill="hold">
                                          <p:stCondLst>
                                            <p:cond delay="0"/>
                                          </p:stCondLst>
                                        </p:cTn>
                                        <p:tgtEl>
                                          <p:spTgt spid="11"/>
                                        </p:tgtEl>
                                        <p:attrNameLst>
                                          <p:attrName>style.visibility</p:attrName>
                                        </p:attrNameLst>
                                      </p:cBhvr>
                                      <p:to>
                                        <p:strVal val="visible"/>
                                      </p:to>
                                    </p:set>
                                    <p:anim calcmode="lin" valueType="num">
                                      <p:cBhvr>
                                        <p:cTn id="42" dur="450" fill="hold"/>
                                        <p:tgtEl>
                                          <p:spTgt spid="11"/>
                                        </p:tgtEl>
                                        <p:attrNameLst>
                                          <p:attrName>ppt_w</p:attrName>
                                        </p:attrNameLst>
                                      </p:cBhvr>
                                      <p:tavLst>
                                        <p:tav tm="0">
                                          <p:val>
                                            <p:fltVal val="0"/>
                                          </p:val>
                                        </p:tav>
                                        <p:tav tm="100000">
                                          <p:val>
                                            <p:strVal val="#ppt_w"/>
                                          </p:val>
                                        </p:tav>
                                      </p:tavLst>
                                    </p:anim>
                                    <p:anim calcmode="lin" valueType="num">
                                      <p:cBhvr>
                                        <p:cTn id="43" dur="450" fill="hold"/>
                                        <p:tgtEl>
                                          <p:spTgt spid="11"/>
                                        </p:tgtEl>
                                        <p:attrNameLst>
                                          <p:attrName>ppt_h</p:attrName>
                                        </p:attrNameLst>
                                      </p:cBhvr>
                                      <p:tavLst>
                                        <p:tav tm="0">
                                          <p:val>
                                            <p:fltVal val="0"/>
                                          </p:val>
                                        </p:tav>
                                        <p:tav tm="100000">
                                          <p:val>
                                            <p:strVal val="#ppt_h"/>
                                          </p:val>
                                        </p:tav>
                                      </p:tavLst>
                                    </p:anim>
                                    <p:animEffect transition="in" filter="fade">
                                      <p:cBhvr>
                                        <p:cTn id="44" dur="450"/>
                                        <p:tgtEl>
                                          <p:spTgt spid="11"/>
                                        </p:tgtEl>
                                      </p:cBhvr>
                                    </p:animEffect>
                                  </p:childTnLst>
                                </p:cTn>
                              </p:par>
                              <p:par>
                                <p:cTn id="45" presetID="53" presetClass="entr" presetSubtype="16" fill="hold" grpId="0" nodeType="withEffect">
                                  <p:stCondLst>
                                    <p:cond delay="315"/>
                                  </p:stCondLst>
                                  <p:childTnLst>
                                    <p:set>
                                      <p:cBhvr>
                                        <p:cTn id="46" dur="1" fill="hold">
                                          <p:stCondLst>
                                            <p:cond delay="0"/>
                                          </p:stCondLst>
                                        </p:cTn>
                                        <p:tgtEl>
                                          <p:spTgt spid="12"/>
                                        </p:tgtEl>
                                        <p:attrNameLst>
                                          <p:attrName>style.visibility</p:attrName>
                                        </p:attrNameLst>
                                      </p:cBhvr>
                                      <p:to>
                                        <p:strVal val="visible"/>
                                      </p:to>
                                    </p:set>
                                    <p:anim calcmode="lin" valueType="num">
                                      <p:cBhvr>
                                        <p:cTn id="47" dur="450" fill="hold"/>
                                        <p:tgtEl>
                                          <p:spTgt spid="12"/>
                                        </p:tgtEl>
                                        <p:attrNameLst>
                                          <p:attrName>ppt_w</p:attrName>
                                        </p:attrNameLst>
                                      </p:cBhvr>
                                      <p:tavLst>
                                        <p:tav tm="0">
                                          <p:val>
                                            <p:fltVal val="0"/>
                                          </p:val>
                                        </p:tav>
                                        <p:tav tm="100000">
                                          <p:val>
                                            <p:strVal val="#ppt_w"/>
                                          </p:val>
                                        </p:tav>
                                      </p:tavLst>
                                    </p:anim>
                                    <p:anim calcmode="lin" valueType="num">
                                      <p:cBhvr>
                                        <p:cTn id="48" dur="450" fill="hold"/>
                                        <p:tgtEl>
                                          <p:spTgt spid="12"/>
                                        </p:tgtEl>
                                        <p:attrNameLst>
                                          <p:attrName>ppt_h</p:attrName>
                                        </p:attrNameLst>
                                      </p:cBhvr>
                                      <p:tavLst>
                                        <p:tav tm="0">
                                          <p:val>
                                            <p:fltVal val="0"/>
                                          </p:val>
                                        </p:tav>
                                        <p:tav tm="100000">
                                          <p:val>
                                            <p:strVal val="#ppt_h"/>
                                          </p:val>
                                        </p:tav>
                                      </p:tavLst>
                                    </p:anim>
                                    <p:animEffect transition="in" filter="fade">
                                      <p:cBhvr>
                                        <p:cTn id="49" dur="450"/>
                                        <p:tgtEl>
                                          <p:spTgt spid="12"/>
                                        </p:tgtEl>
                                      </p:cBhvr>
                                    </p:animEffect>
                                  </p:childTnLst>
                                </p:cTn>
                              </p:par>
                              <p:par>
                                <p:cTn id="50" presetID="53" presetClass="entr" presetSubtype="16" fill="hold" grpId="0" nodeType="withEffect">
                                  <p:stCondLst>
                                    <p:cond delay="315"/>
                                  </p:stCondLst>
                                  <p:childTnLst>
                                    <p:set>
                                      <p:cBhvr>
                                        <p:cTn id="51" dur="1" fill="hold">
                                          <p:stCondLst>
                                            <p:cond delay="0"/>
                                          </p:stCondLst>
                                        </p:cTn>
                                        <p:tgtEl>
                                          <p:spTgt spid="13"/>
                                        </p:tgtEl>
                                        <p:attrNameLst>
                                          <p:attrName>style.visibility</p:attrName>
                                        </p:attrNameLst>
                                      </p:cBhvr>
                                      <p:to>
                                        <p:strVal val="visible"/>
                                      </p:to>
                                    </p:set>
                                    <p:anim calcmode="lin" valueType="num">
                                      <p:cBhvr>
                                        <p:cTn id="52" dur="450" fill="hold"/>
                                        <p:tgtEl>
                                          <p:spTgt spid="13"/>
                                        </p:tgtEl>
                                        <p:attrNameLst>
                                          <p:attrName>ppt_w</p:attrName>
                                        </p:attrNameLst>
                                      </p:cBhvr>
                                      <p:tavLst>
                                        <p:tav tm="0">
                                          <p:val>
                                            <p:fltVal val="0"/>
                                          </p:val>
                                        </p:tav>
                                        <p:tav tm="100000">
                                          <p:val>
                                            <p:strVal val="#ppt_w"/>
                                          </p:val>
                                        </p:tav>
                                      </p:tavLst>
                                    </p:anim>
                                    <p:anim calcmode="lin" valueType="num">
                                      <p:cBhvr>
                                        <p:cTn id="53" dur="450" fill="hold"/>
                                        <p:tgtEl>
                                          <p:spTgt spid="13"/>
                                        </p:tgtEl>
                                        <p:attrNameLst>
                                          <p:attrName>ppt_h</p:attrName>
                                        </p:attrNameLst>
                                      </p:cBhvr>
                                      <p:tavLst>
                                        <p:tav tm="0">
                                          <p:val>
                                            <p:fltVal val="0"/>
                                          </p:val>
                                        </p:tav>
                                        <p:tav tm="100000">
                                          <p:val>
                                            <p:strVal val="#ppt_h"/>
                                          </p:val>
                                        </p:tav>
                                      </p:tavLst>
                                    </p:anim>
                                    <p:animEffect transition="in" filter="fade">
                                      <p:cBhvr>
                                        <p:cTn id="54" dur="450"/>
                                        <p:tgtEl>
                                          <p:spTgt spid="13"/>
                                        </p:tgtEl>
                                      </p:cBhvr>
                                    </p:animEffect>
                                  </p:childTnLst>
                                </p:cTn>
                              </p:par>
                              <p:par>
                                <p:cTn id="55" presetID="53" presetClass="entr" presetSubtype="16" fill="hold" grpId="0" nodeType="withEffect">
                                  <p:stCondLst>
                                    <p:cond delay="630"/>
                                  </p:stCondLst>
                                  <p:childTnLst>
                                    <p:set>
                                      <p:cBhvr>
                                        <p:cTn id="56" dur="1" fill="hold">
                                          <p:stCondLst>
                                            <p:cond delay="0"/>
                                          </p:stCondLst>
                                        </p:cTn>
                                        <p:tgtEl>
                                          <p:spTgt spid="14"/>
                                        </p:tgtEl>
                                        <p:attrNameLst>
                                          <p:attrName>style.visibility</p:attrName>
                                        </p:attrNameLst>
                                      </p:cBhvr>
                                      <p:to>
                                        <p:strVal val="visible"/>
                                      </p:to>
                                    </p:set>
                                    <p:anim calcmode="lin" valueType="num">
                                      <p:cBhvr>
                                        <p:cTn id="57" dur="450" fill="hold"/>
                                        <p:tgtEl>
                                          <p:spTgt spid="14"/>
                                        </p:tgtEl>
                                        <p:attrNameLst>
                                          <p:attrName>ppt_w</p:attrName>
                                        </p:attrNameLst>
                                      </p:cBhvr>
                                      <p:tavLst>
                                        <p:tav tm="0">
                                          <p:val>
                                            <p:fltVal val="0"/>
                                          </p:val>
                                        </p:tav>
                                        <p:tav tm="100000">
                                          <p:val>
                                            <p:strVal val="#ppt_w"/>
                                          </p:val>
                                        </p:tav>
                                      </p:tavLst>
                                    </p:anim>
                                    <p:anim calcmode="lin" valueType="num">
                                      <p:cBhvr>
                                        <p:cTn id="58" dur="450" fill="hold"/>
                                        <p:tgtEl>
                                          <p:spTgt spid="14"/>
                                        </p:tgtEl>
                                        <p:attrNameLst>
                                          <p:attrName>ppt_h</p:attrName>
                                        </p:attrNameLst>
                                      </p:cBhvr>
                                      <p:tavLst>
                                        <p:tav tm="0">
                                          <p:val>
                                            <p:fltVal val="0"/>
                                          </p:val>
                                        </p:tav>
                                        <p:tav tm="100000">
                                          <p:val>
                                            <p:strVal val="#ppt_h"/>
                                          </p:val>
                                        </p:tav>
                                      </p:tavLst>
                                    </p:anim>
                                    <p:animEffect transition="in" filter="fade">
                                      <p:cBhvr>
                                        <p:cTn id="59" dur="450"/>
                                        <p:tgtEl>
                                          <p:spTgt spid="14"/>
                                        </p:tgtEl>
                                      </p:cBhvr>
                                    </p:animEffect>
                                  </p:childTnLst>
                                </p:cTn>
                              </p:par>
                              <p:par>
                                <p:cTn id="60" presetID="53" presetClass="entr" presetSubtype="16" fill="hold" grpId="0" nodeType="withEffect">
                                  <p:stCondLst>
                                    <p:cond delay="630"/>
                                  </p:stCondLst>
                                  <p:childTnLst>
                                    <p:set>
                                      <p:cBhvr>
                                        <p:cTn id="61" dur="1" fill="hold">
                                          <p:stCondLst>
                                            <p:cond delay="0"/>
                                          </p:stCondLst>
                                        </p:cTn>
                                        <p:tgtEl>
                                          <p:spTgt spid="15"/>
                                        </p:tgtEl>
                                        <p:attrNameLst>
                                          <p:attrName>style.visibility</p:attrName>
                                        </p:attrNameLst>
                                      </p:cBhvr>
                                      <p:to>
                                        <p:strVal val="visible"/>
                                      </p:to>
                                    </p:set>
                                    <p:anim calcmode="lin" valueType="num">
                                      <p:cBhvr>
                                        <p:cTn id="62" dur="450" fill="hold"/>
                                        <p:tgtEl>
                                          <p:spTgt spid="15"/>
                                        </p:tgtEl>
                                        <p:attrNameLst>
                                          <p:attrName>ppt_w</p:attrName>
                                        </p:attrNameLst>
                                      </p:cBhvr>
                                      <p:tavLst>
                                        <p:tav tm="0">
                                          <p:val>
                                            <p:fltVal val="0"/>
                                          </p:val>
                                        </p:tav>
                                        <p:tav tm="100000">
                                          <p:val>
                                            <p:strVal val="#ppt_w"/>
                                          </p:val>
                                        </p:tav>
                                      </p:tavLst>
                                    </p:anim>
                                    <p:anim calcmode="lin" valueType="num">
                                      <p:cBhvr>
                                        <p:cTn id="63" dur="450" fill="hold"/>
                                        <p:tgtEl>
                                          <p:spTgt spid="15"/>
                                        </p:tgtEl>
                                        <p:attrNameLst>
                                          <p:attrName>ppt_h</p:attrName>
                                        </p:attrNameLst>
                                      </p:cBhvr>
                                      <p:tavLst>
                                        <p:tav tm="0">
                                          <p:val>
                                            <p:fltVal val="0"/>
                                          </p:val>
                                        </p:tav>
                                        <p:tav tm="100000">
                                          <p:val>
                                            <p:strVal val="#ppt_h"/>
                                          </p:val>
                                        </p:tav>
                                      </p:tavLst>
                                    </p:anim>
                                    <p:animEffect transition="in" filter="fade">
                                      <p:cBhvr>
                                        <p:cTn id="64" dur="450"/>
                                        <p:tgtEl>
                                          <p:spTgt spid="15"/>
                                        </p:tgtEl>
                                      </p:cBhvr>
                                    </p:animEffect>
                                  </p:childTnLst>
                                </p:cTn>
                              </p:par>
                              <p:par>
                                <p:cTn id="65" presetID="53" presetClass="entr" presetSubtype="16" fill="hold" grpId="0" nodeType="withEffect">
                                  <p:stCondLst>
                                    <p:cond delay="630"/>
                                  </p:stCondLst>
                                  <p:childTnLst>
                                    <p:set>
                                      <p:cBhvr>
                                        <p:cTn id="66" dur="1" fill="hold">
                                          <p:stCondLst>
                                            <p:cond delay="0"/>
                                          </p:stCondLst>
                                        </p:cTn>
                                        <p:tgtEl>
                                          <p:spTgt spid="16"/>
                                        </p:tgtEl>
                                        <p:attrNameLst>
                                          <p:attrName>style.visibility</p:attrName>
                                        </p:attrNameLst>
                                      </p:cBhvr>
                                      <p:to>
                                        <p:strVal val="visible"/>
                                      </p:to>
                                    </p:set>
                                    <p:anim calcmode="lin" valueType="num">
                                      <p:cBhvr>
                                        <p:cTn id="67" dur="450" fill="hold"/>
                                        <p:tgtEl>
                                          <p:spTgt spid="16"/>
                                        </p:tgtEl>
                                        <p:attrNameLst>
                                          <p:attrName>ppt_w</p:attrName>
                                        </p:attrNameLst>
                                      </p:cBhvr>
                                      <p:tavLst>
                                        <p:tav tm="0">
                                          <p:val>
                                            <p:fltVal val="0"/>
                                          </p:val>
                                        </p:tav>
                                        <p:tav tm="100000">
                                          <p:val>
                                            <p:strVal val="#ppt_w"/>
                                          </p:val>
                                        </p:tav>
                                      </p:tavLst>
                                    </p:anim>
                                    <p:anim calcmode="lin" valueType="num">
                                      <p:cBhvr>
                                        <p:cTn id="68" dur="450" fill="hold"/>
                                        <p:tgtEl>
                                          <p:spTgt spid="16"/>
                                        </p:tgtEl>
                                        <p:attrNameLst>
                                          <p:attrName>ppt_h</p:attrName>
                                        </p:attrNameLst>
                                      </p:cBhvr>
                                      <p:tavLst>
                                        <p:tav tm="0">
                                          <p:val>
                                            <p:fltVal val="0"/>
                                          </p:val>
                                        </p:tav>
                                        <p:tav tm="100000">
                                          <p:val>
                                            <p:strVal val="#ppt_h"/>
                                          </p:val>
                                        </p:tav>
                                      </p:tavLst>
                                    </p:anim>
                                    <p:animEffect transition="in" filter="fade">
                                      <p:cBhvr>
                                        <p:cTn id="69" dur="450"/>
                                        <p:tgtEl>
                                          <p:spTgt spid="16"/>
                                        </p:tgtEl>
                                      </p:cBhvr>
                                    </p:animEffect>
                                  </p:childTnLst>
                                </p:cTn>
                              </p:par>
                              <p:par>
                                <p:cTn id="70" presetID="53" presetClass="entr" presetSubtype="16" fill="hold" grpId="0" nodeType="withEffect">
                                  <p:stCondLst>
                                    <p:cond delay="630"/>
                                  </p:stCondLst>
                                  <p:childTnLst>
                                    <p:set>
                                      <p:cBhvr>
                                        <p:cTn id="71" dur="1" fill="hold">
                                          <p:stCondLst>
                                            <p:cond delay="0"/>
                                          </p:stCondLst>
                                        </p:cTn>
                                        <p:tgtEl>
                                          <p:spTgt spid="17"/>
                                        </p:tgtEl>
                                        <p:attrNameLst>
                                          <p:attrName>style.visibility</p:attrName>
                                        </p:attrNameLst>
                                      </p:cBhvr>
                                      <p:to>
                                        <p:strVal val="visible"/>
                                      </p:to>
                                    </p:set>
                                    <p:anim calcmode="lin" valueType="num">
                                      <p:cBhvr>
                                        <p:cTn id="72" dur="450" fill="hold"/>
                                        <p:tgtEl>
                                          <p:spTgt spid="17"/>
                                        </p:tgtEl>
                                        <p:attrNameLst>
                                          <p:attrName>ppt_w</p:attrName>
                                        </p:attrNameLst>
                                      </p:cBhvr>
                                      <p:tavLst>
                                        <p:tav tm="0">
                                          <p:val>
                                            <p:fltVal val="0"/>
                                          </p:val>
                                        </p:tav>
                                        <p:tav tm="100000">
                                          <p:val>
                                            <p:strVal val="#ppt_w"/>
                                          </p:val>
                                        </p:tav>
                                      </p:tavLst>
                                    </p:anim>
                                    <p:anim calcmode="lin" valueType="num">
                                      <p:cBhvr>
                                        <p:cTn id="73" dur="450" fill="hold"/>
                                        <p:tgtEl>
                                          <p:spTgt spid="17"/>
                                        </p:tgtEl>
                                        <p:attrNameLst>
                                          <p:attrName>ppt_h</p:attrName>
                                        </p:attrNameLst>
                                      </p:cBhvr>
                                      <p:tavLst>
                                        <p:tav tm="0">
                                          <p:val>
                                            <p:fltVal val="0"/>
                                          </p:val>
                                        </p:tav>
                                        <p:tav tm="100000">
                                          <p:val>
                                            <p:strVal val="#ppt_h"/>
                                          </p:val>
                                        </p:tav>
                                      </p:tavLst>
                                    </p:anim>
                                    <p:animEffect transition="in" filter="fade">
                                      <p:cBhvr>
                                        <p:cTn id="74" dur="450"/>
                                        <p:tgtEl>
                                          <p:spTgt spid="17"/>
                                        </p:tgtEl>
                                      </p:cBhvr>
                                    </p:animEffect>
                                  </p:childTnLst>
                                </p:cTn>
                              </p:par>
                              <p:par>
                                <p:cTn id="75" presetID="53" presetClass="entr" presetSubtype="16" fill="hold" grpId="0" nodeType="withEffect">
                                  <p:stCondLst>
                                    <p:cond delay="630"/>
                                  </p:stCondLst>
                                  <p:childTnLst>
                                    <p:set>
                                      <p:cBhvr>
                                        <p:cTn id="76" dur="1" fill="hold">
                                          <p:stCondLst>
                                            <p:cond delay="0"/>
                                          </p:stCondLst>
                                        </p:cTn>
                                        <p:tgtEl>
                                          <p:spTgt spid="18"/>
                                        </p:tgtEl>
                                        <p:attrNameLst>
                                          <p:attrName>style.visibility</p:attrName>
                                        </p:attrNameLst>
                                      </p:cBhvr>
                                      <p:to>
                                        <p:strVal val="visible"/>
                                      </p:to>
                                    </p:set>
                                    <p:anim calcmode="lin" valueType="num">
                                      <p:cBhvr>
                                        <p:cTn id="77" dur="450" fill="hold"/>
                                        <p:tgtEl>
                                          <p:spTgt spid="18"/>
                                        </p:tgtEl>
                                        <p:attrNameLst>
                                          <p:attrName>ppt_w</p:attrName>
                                        </p:attrNameLst>
                                      </p:cBhvr>
                                      <p:tavLst>
                                        <p:tav tm="0">
                                          <p:val>
                                            <p:fltVal val="0"/>
                                          </p:val>
                                        </p:tav>
                                        <p:tav tm="100000">
                                          <p:val>
                                            <p:strVal val="#ppt_w"/>
                                          </p:val>
                                        </p:tav>
                                      </p:tavLst>
                                    </p:anim>
                                    <p:anim calcmode="lin" valueType="num">
                                      <p:cBhvr>
                                        <p:cTn id="78" dur="450" fill="hold"/>
                                        <p:tgtEl>
                                          <p:spTgt spid="18"/>
                                        </p:tgtEl>
                                        <p:attrNameLst>
                                          <p:attrName>ppt_h</p:attrName>
                                        </p:attrNameLst>
                                      </p:cBhvr>
                                      <p:tavLst>
                                        <p:tav tm="0">
                                          <p:val>
                                            <p:fltVal val="0"/>
                                          </p:val>
                                        </p:tav>
                                        <p:tav tm="100000">
                                          <p:val>
                                            <p:strVal val="#ppt_h"/>
                                          </p:val>
                                        </p:tav>
                                      </p:tavLst>
                                    </p:anim>
                                    <p:animEffect transition="in" filter="fade">
                                      <p:cBhvr>
                                        <p:cTn id="79" dur="450"/>
                                        <p:tgtEl>
                                          <p:spTgt spid="18"/>
                                        </p:tgtEl>
                                      </p:cBhvr>
                                    </p:animEffect>
                                  </p:childTnLst>
                                </p:cTn>
                              </p:par>
                              <p:par>
                                <p:cTn id="80" presetID="53" presetClass="entr" presetSubtype="16" fill="hold" grpId="0" nodeType="withEffect">
                                  <p:stCondLst>
                                    <p:cond delay="945"/>
                                  </p:stCondLst>
                                  <p:childTnLst>
                                    <p:set>
                                      <p:cBhvr>
                                        <p:cTn id="81" dur="1" fill="hold">
                                          <p:stCondLst>
                                            <p:cond delay="0"/>
                                          </p:stCondLst>
                                        </p:cTn>
                                        <p:tgtEl>
                                          <p:spTgt spid="19"/>
                                        </p:tgtEl>
                                        <p:attrNameLst>
                                          <p:attrName>style.visibility</p:attrName>
                                        </p:attrNameLst>
                                      </p:cBhvr>
                                      <p:to>
                                        <p:strVal val="visible"/>
                                      </p:to>
                                    </p:set>
                                    <p:anim calcmode="lin" valueType="num">
                                      <p:cBhvr>
                                        <p:cTn id="82" dur="450" fill="hold"/>
                                        <p:tgtEl>
                                          <p:spTgt spid="19"/>
                                        </p:tgtEl>
                                        <p:attrNameLst>
                                          <p:attrName>ppt_w</p:attrName>
                                        </p:attrNameLst>
                                      </p:cBhvr>
                                      <p:tavLst>
                                        <p:tav tm="0">
                                          <p:val>
                                            <p:fltVal val="0"/>
                                          </p:val>
                                        </p:tav>
                                        <p:tav tm="100000">
                                          <p:val>
                                            <p:strVal val="#ppt_w"/>
                                          </p:val>
                                        </p:tav>
                                      </p:tavLst>
                                    </p:anim>
                                    <p:anim calcmode="lin" valueType="num">
                                      <p:cBhvr>
                                        <p:cTn id="83" dur="450" fill="hold"/>
                                        <p:tgtEl>
                                          <p:spTgt spid="19"/>
                                        </p:tgtEl>
                                        <p:attrNameLst>
                                          <p:attrName>ppt_h</p:attrName>
                                        </p:attrNameLst>
                                      </p:cBhvr>
                                      <p:tavLst>
                                        <p:tav tm="0">
                                          <p:val>
                                            <p:fltVal val="0"/>
                                          </p:val>
                                        </p:tav>
                                        <p:tav tm="100000">
                                          <p:val>
                                            <p:strVal val="#ppt_h"/>
                                          </p:val>
                                        </p:tav>
                                      </p:tavLst>
                                    </p:anim>
                                    <p:animEffect transition="in" filter="fade">
                                      <p:cBhvr>
                                        <p:cTn id="84" dur="450"/>
                                        <p:tgtEl>
                                          <p:spTgt spid="19"/>
                                        </p:tgtEl>
                                      </p:cBhvr>
                                    </p:animEffect>
                                  </p:childTnLst>
                                </p:cTn>
                              </p:par>
                              <p:par>
                                <p:cTn id="85" presetID="53" presetClass="entr" presetSubtype="16" fill="hold" grpId="0" nodeType="withEffect">
                                  <p:stCondLst>
                                    <p:cond delay="945"/>
                                  </p:stCondLst>
                                  <p:childTnLst>
                                    <p:set>
                                      <p:cBhvr>
                                        <p:cTn id="86" dur="1" fill="hold">
                                          <p:stCondLst>
                                            <p:cond delay="0"/>
                                          </p:stCondLst>
                                        </p:cTn>
                                        <p:tgtEl>
                                          <p:spTgt spid="20"/>
                                        </p:tgtEl>
                                        <p:attrNameLst>
                                          <p:attrName>style.visibility</p:attrName>
                                        </p:attrNameLst>
                                      </p:cBhvr>
                                      <p:to>
                                        <p:strVal val="visible"/>
                                      </p:to>
                                    </p:set>
                                    <p:anim calcmode="lin" valueType="num">
                                      <p:cBhvr>
                                        <p:cTn id="87" dur="450" fill="hold"/>
                                        <p:tgtEl>
                                          <p:spTgt spid="20"/>
                                        </p:tgtEl>
                                        <p:attrNameLst>
                                          <p:attrName>ppt_w</p:attrName>
                                        </p:attrNameLst>
                                      </p:cBhvr>
                                      <p:tavLst>
                                        <p:tav tm="0">
                                          <p:val>
                                            <p:fltVal val="0"/>
                                          </p:val>
                                        </p:tav>
                                        <p:tav tm="100000">
                                          <p:val>
                                            <p:strVal val="#ppt_w"/>
                                          </p:val>
                                        </p:tav>
                                      </p:tavLst>
                                    </p:anim>
                                    <p:anim calcmode="lin" valueType="num">
                                      <p:cBhvr>
                                        <p:cTn id="88" dur="450" fill="hold"/>
                                        <p:tgtEl>
                                          <p:spTgt spid="20"/>
                                        </p:tgtEl>
                                        <p:attrNameLst>
                                          <p:attrName>ppt_h</p:attrName>
                                        </p:attrNameLst>
                                      </p:cBhvr>
                                      <p:tavLst>
                                        <p:tav tm="0">
                                          <p:val>
                                            <p:fltVal val="0"/>
                                          </p:val>
                                        </p:tav>
                                        <p:tav tm="100000">
                                          <p:val>
                                            <p:strVal val="#ppt_h"/>
                                          </p:val>
                                        </p:tav>
                                      </p:tavLst>
                                    </p:anim>
                                    <p:animEffect transition="in" filter="fade">
                                      <p:cBhvr>
                                        <p:cTn id="89" dur="450"/>
                                        <p:tgtEl>
                                          <p:spTgt spid="20"/>
                                        </p:tgtEl>
                                      </p:cBhvr>
                                    </p:animEffect>
                                  </p:childTnLst>
                                </p:cTn>
                              </p:par>
                              <p:par>
                                <p:cTn id="90" presetID="53" presetClass="entr" presetSubtype="16" fill="hold" grpId="0" nodeType="withEffect">
                                  <p:stCondLst>
                                    <p:cond delay="945"/>
                                  </p:stCondLst>
                                  <p:childTnLst>
                                    <p:set>
                                      <p:cBhvr>
                                        <p:cTn id="91" dur="1" fill="hold">
                                          <p:stCondLst>
                                            <p:cond delay="0"/>
                                          </p:stCondLst>
                                        </p:cTn>
                                        <p:tgtEl>
                                          <p:spTgt spid="21"/>
                                        </p:tgtEl>
                                        <p:attrNameLst>
                                          <p:attrName>style.visibility</p:attrName>
                                        </p:attrNameLst>
                                      </p:cBhvr>
                                      <p:to>
                                        <p:strVal val="visible"/>
                                      </p:to>
                                    </p:set>
                                    <p:anim calcmode="lin" valueType="num">
                                      <p:cBhvr>
                                        <p:cTn id="92" dur="450" fill="hold"/>
                                        <p:tgtEl>
                                          <p:spTgt spid="21"/>
                                        </p:tgtEl>
                                        <p:attrNameLst>
                                          <p:attrName>ppt_w</p:attrName>
                                        </p:attrNameLst>
                                      </p:cBhvr>
                                      <p:tavLst>
                                        <p:tav tm="0">
                                          <p:val>
                                            <p:fltVal val="0"/>
                                          </p:val>
                                        </p:tav>
                                        <p:tav tm="100000">
                                          <p:val>
                                            <p:strVal val="#ppt_w"/>
                                          </p:val>
                                        </p:tav>
                                      </p:tavLst>
                                    </p:anim>
                                    <p:anim calcmode="lin" valueType="num">
                                      <p:cBhvr>
                                        <p:cTn id="93" dur="450" fill="hold"/>
                                        <p:tgtEl>
                                          <p:spTgt spid="21"/>
                                        </p:tgtEl>
                                        <p:attrNameLst>
                                          <p:attrName>ppt_h</p:attrName>
                                        </p:attrNameLst>
                                      </p:cBhvr>
                                      <p:tavLst>
                                        <p:tav tm="0">
                                          <p:val>
                                            <p:fltVal val="0"/>
                                          </p:val>
                                        </p:tav>
                                        <p:tav tm="100000">
                                          <p:val>
                                            <p:strVal val="#ppt_h"/>
                                          </p:val>
                                        </p:tav>
                                      </p:tavLst>
                                    </p:anim>
                                    <p:animEffect transition="in" filter="fade">
                                      <p:cBhvr>
                                        <p:cTn id="94" dur="450"/>
                                        <p:tgtEl>
                                          <p:spTgt spid="21"/>
                                        </p:tgtEl>
                                      </p:cBhvr>
                                    </p:animEffect>
                                  </p:childTnLst>
                                </p:cTn>
                              </p:par>
                              <p:par>
                                <p:cTn id="95" presetID="53" presetClass="entr" presetSubtype="16" fill="hold" grpId="0" nodeType="withEffect">
                                  <p:stCondLst>
                                    <p:cond delay="945"/>
                                  </p:stCondLst>
                                  <p:childTnLst>
                                    <p:set>
                                      <p:cBhvr>
                                        <p:cTn id="96" dur="1" fill="hold">
                                          <p:stCondLst>
                                            <p:cond delay="0"/>
                                          </p:stCondLst>
                                        </p:cTn>
                                        <p:tgtEl>
                                          <p:spTgt spid="22"/>
                                        </p:tgtEl>
                                        <p:attrNameLst>
                                          <p:attrName>style.visibility</p:attrName>
                                        </p:attrNameLst>
                                      </p:cBhvr>
                                      <p:to>
                                        <p:strVal val="visible"/>
                                      </p:to>
                                    </p:set>
                                    <p:anim calcmode="lin" valueType="num">
                                      <p:cBhvr>
                                        <p:cTn id="97" dur="450" fill="hold"/>
                                        <p:tgtEl>
                                          <p:spTgt spid="22"/>
                                        </p:tgtEl>
                                        <p:attrNameLst>
                                          <p:attrName>ppt_w</p:attrName>
                                        </p:attrNameLst>
                                      </p:cBhvr>
                                      <p:tavLst>
                                        <p:tav tm="0">
                                          <p:val>
                                            <p:fltVal val="0"/>
                                          </p:val>
                                        </p:tav>
                                        <p:tav tm="100000">
                                          <p:val>
                                            <p:strVal val="#ppt_w"/>
                                          </p:val>
                                        </p:tav>
                                      </p:tavLst>
                                    </p:anim>
                                    <p:anim calcmode="lin" valueType="num">
                                      <p:cBhvr>
                                        <p:cTn id="98" dur="450" fill="hold"/>
                                        <p:tgtEl>
                                          <p:spTgt spid="22"/>
                                        </p:tgtEl>
                                        <p:attrNameLst>
                                          <p:attrName>ppt_h</p:attrName>
                                        </p:attrNameLst>
                                      </p:cBhvr>
                                      <p:tavLst>
                                        <p:tav tm="0">
                                          <p:val>
                                            <p:fltVal val="0"/>
                                          </p:val>
                                        </p:tav>
                                        <p:tav tm="100000">
                                          <p:val>
                                            <p:strVal val="#ppt_h"/>
                                          </p:val>
                                        </p:tav>
                                      </p:tavLst>
                                    </p:anim>
                                    <p:animEffect transition="in" filter="fade">
                                      <p:cBhvr>
                                        <p:cTn id="99" dur="450"/>
                                        <p:tgtEl>
                                          <p:spTgt spid="22"/>
                                        </p:tgtEl>
                                      </p:cBhvr>
                                    </p:animEffect>
                                  </p:childTnLst>
                                </p:cTn>
                              </p:par>
                              <p:par>
                                <p:cTn id="100" presetID="53" presetClass="entr" presetSubtype="16" fill="hold" grpId="0" nodeType="withEffect">
                                  <p:stCondLst>
                                    <p:cond delay="945"/>
                                  </p:stCondLst>
                                  <p:childTnLst>
                                    <p:set>
                                      <p:cBhvr>
                                        <p:cTn id="101" dur="1" fill="hold">
                                          <p:stCondLst>
                                            <p:cond delay="0"/>
                                          </p:stCondLst>
                                        </p:cTn>
                                        <p:tgtEl>
                                          <p:spTgt spid="23"/>
                                        </p:tgtEl>
                                        <p:attrNameLst>
                                          <p:attrName>style.visibility</p:attrName>
                                        </p:attrNameLst>
                                      </p:cBhvr>
                                      <p:to>
                                        <p:strVal val="visible"/>
                                      </p:to>
                                    </p:set>
                                    <p:anim calcmode="lin" valueType="num">
                                      <p:cBhvr>
                                        <p:cTn id="102" dur="450" fill="hold"/>
                                        <p:tgtEl>
                                          <p:spTgt spid="23"/>
                                        </p:tgtEl>
                                        <p:attrNameLst>
                                          <p:attrName>ppt_w</p:attrName>
                                        </p:attrNameLst>
                                      </p:cBhvr>
                                      <p:tavLst>
                                        <p:tav tm="0">
                                          <p:val>
                                            <p:fltVal val="0"/>
                                          </p:val>
                                        </p:tav>
                                        <p:tav tm="100000">
                                          <p:val>
                                            <p:strVal val="#ppt_w"/>
                                          </p:val>
                                        </p:tav>
                                      </p:tavLst>
                                    </p:anim>
                                    <p:anim calcmode="lin" valueType="num">
                                      <p:cBhvr>
                                        <p:cTn id="103" dur="450" fill="hold"/>
                                        <p:tgtEl>
                                          <p:spTgt spid="23"/>
                                        </p:tgtEl>
                                        <p:attrNameLst>
                                          <p:attrName>ppt_h</p:attrName>
                                        </p:attrNameLst>
                                      </p:cBhvr>
                                      <p:tavLst>
                                        <p:tav tm="0">
                                          <p:val>
                                            <p:fltVal val="0"/>
                                          </p:val>
                                        </p:tav>
                                        <p:tav tm="100000">
                                          <p:val>
                                            <p:strVal val="#ppt_h"/>
                                          </p:val>
                                        </p:tav>
                                      </p:tavLst>
                                    </p:anim>
                                    <p:animEffect transition="in" filter="fade">
                                      <p:cBhvr>
                                        <p:cTn id="104" dur="450"/>
                                        <p:tgtEl>
                                          <p:spTgt spid="23"/>
                                        </p:tgtEl>
                                      </p:cBhvr>
                                    </p:animEffect>
                                  </p:childTnLst>
                                </p:cTn>
                              </p:par>
                              <p:par>
                                <p:cTn id="105" presetID="53" presetClass="entr" presetSubtype="16" fill="hold" grpId="0" nodeType="withEffect">
                                  <p:stCondLst>
                                    <p:cond delay="1260"/>
                                  </p:stCondLst>
                                  <p:childTnLst>
                                    <p:set>
                                      <p:cBhvr>
                                        <p:cTn id="106" dur="1" fill="hold">
                                          <p:stCondLst>
                                            <p:cond delay="0"/>
                                          </p:stCondLst>
                                        </p:cTn>
                                        <p:tgtEl>
                                          <p:spTgt spid="24"/>
                                        </p:tgtEl>
                                        <p:attrNameLst>
                                          <p:attrName>style.visibility</p:attrName>
                                        </p:attrNameLst>
                                      </p:cBhvr>
                                      <p:to>
                                        <p:strVal val="visible"/>
                                      </p:to>
                                    </p:set>
                                    <p:anim calcmode="lin" valueType="num">
                                      <p:cBhvr>
                                        <p:cTn id="107" dur="450" fill="hold"/>
                                        <p:tgtEl>
                                          <p:spTgt spid="24"/>
                                        </p:tgtEl>
                                        <p:attrNameLst>
                                          <p:attrName>ppt_w</p:attrName>
                                        </p:attrNameLst>
                                      </p:cBhvr>
                                      <p:tavLst>
                                        <p:tav tm="0">
                                          <p:val>
                                            <p:fltVal val="0"/>
                                          </p:val>
                                        </p:tav>
                                        <p:tav tm="100000">
                                          <p:val>
                                            <p:strVal val="#ppt_w"/>
                                          </p:val>
                                        </p:tav>
                                      </p:tavLst>
                                    </p:anim>
                                    <p:anim calcmode="lin" valueType="num">
                                      <p:cBhvr>
                                        <p:cTn id="108" dur="450" fill="hold"/>
                                        <p:tgtEl>
                                          <p:spTgt spid="24"/>
                                        </p:tgtEl>
                                        <p:attrNameLst>
                                          <p:attrName>ppt_h</p:attrName>
                                        </p:attrNameLst>
                                      </p:cBhvr>
                                      <p:tavLst>
                                        <p:tav tm="0">
                                          <p:val>
                                            <p:fltVal val="0"/>
                                          </p:val>
                                        </p:tav>
                                        <p:tav tm="100000">
                                          <p:val>
                                            <p:strVal val="#ppt_h"/>
                                          </p:val>
                                        </p:tav>
                                      </p:tavLst>
                                    </p:anim>
                                    <p:animEffect transition="in" filter="fade">
                                      <p:cBhvr>
                                        <p:cTn id="109" dur="450"/>
                                        <p:tgtEl>
                                          <p:spTgt spid="24"/>
                                        </p:tgtEl>
                                      </p:cBhvr>
                                    </p:animEffect>
                                  </p:childTnLst>
                                </p:cTn>
                              </p:par>
                              <p:par>
                                <p:cTn id="110" presetID="53" presetClass="entr" presetSubtype="16" fill="hold" grpId="0" nodeType="withEffect">
                                  <p:stCondLst>
                                    <p:cond delay="1260"/>
                                  </p:stCondLst>
                                  <p:childTnLst>
                                    <p:set>
                                      <p:cBhvr>
                                        <p:cTn id="111" dur="1" fill="hold">
                                          <p:stCondLst>
                                            <p:cond delay="0"/>
                                          </p:stCondLst>
                                        </p:cTn>
                                        <p:tgtEl>
                                          <p:spTgt spid="25"/>
                                        </p:tgtEl>
                                        <p:attrNameLst>
                                          <p:attrName>style.visibility</p:attrName>
                                        </p:attrNameLst>
                                      </p:cBhvr>
                                      <p:to>
                                        <p:strVal val="visible"/>
                                      </p:to>
                                    </p:set>
                                    <p:anim calcmode="lin" valueType="num">
                                      <p:cBhvr>
                                        <p:cTn id="112" dur="450" fill="hold"/>
                                        <p:tgtEl>
                                          <p:spTgt spid="25"/>
                                        </p:tgtEl>
                                        <p:attrNameLst>
                                          <p:attrName>ppt_w</p:attrName>
                                        </p:attrNameLst>
                                      </p:cBhvr>
                                      <p:tavLst>
                                        <p:tav tm="0">
                                          <p:val>
                                            <p:fltVal val="0"/>
                                          </p:val>
                                        </p:tav>
                                        <p:tav tm="100000">
                                          <p:val>
                                            <p:strVal val="#ppt_w"/>
                                          </p:val>
                                        </p:tav>
                                      </p:tavLst>
                                    </p:anim>
                                    <p:anim calcmode="lin" valueType="num">
                                      <p:cBhvr>
                                        <p:cTn id="113" dur="450" fill="hold"/>
                                        <p:tgtEl>
                                          <p:spTgt spid="25"/>
                                        </p:tgtEl>
                                        <p:attrNameLst>
                                          <p:attrName>ppt_h</p:attrName>
                                        </p:attrNameLst>
                                      </p:cBhvr>
                                      <p:tavLst>
                                        <p:tav tm="0">
                                          <p:val>
                                            <p:fltVal val="0"/>
                                          </p:val>
                                        </p:tav>
                                        <p:tav tm="100000">
                                          <p:val>
                                            <p:strVal val="#ppt_h"/>
                                          </p:val>
                                        </p:tav>
                                      </p:tavLst>
                                    </p:anim>
                                    <p:animEffect transition="in" filter="fade">
                                      <p:cBhvr>
                                        <p:cTn id="114" dur="450"/>
                                        <p:tgtEl>
                                          <p:spTgt spid="25"/>
                                        </p:tgtEl>
                                      </p:cBhvr>
                                    </p:animEffect>
                                  </p:childTnLst>
                                </p:cTn>
                              </p:par>
                              <p:par>
                                <p:cTn id="115" presetID="53" presetClass="entr" presetSubtype="16" fill="hold" grpId="0" nodeType="withEffect">
                                  <p:stCondLst>
                                    <p:cond delay="126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450" fill="hold"/>
                                        <p:tgtEl>
                                          <p:spTgt spid="26"/>
                                        </p:tgtEl>
                                        <p:attrNameLst>
                                          <p:attrName>ppt_w</p:attrName>
                                        </p:attrNameLst>
                                      </p:cBhvr>
                                      <p:tavLst>
                                        <p:tav tm="0">
                                          <p:val>
                                            <p:fltVal val="0"/>
                                          </p:val>
                                        </p:tav>
                                        <p:tav tm="100000">
                                          <p:val>
                                            <p:strVal val="#ppt_w"/>
                                          </p:val>
                                        </p:tav>
                                      </p:tavLst>
                                    </p:anim>
                                    <p:anim calcmode="lin" valueType="num">
                                      <p:cBhvr>
                                        <p:cTn id="118" dur="450" fill="hold"/>
                                        <p:tgtEl>
                                          <p:spTgt spid="26"/>
                                        </p:tgtEl>
                                        <p:attrNameLst>
                                          <p:attrName>ppt_h</p:attrName>
                                        </p:attrNameLst>
                                      </p:cBhvr>
                                      <p:tavLst>
                                        <p:tav tm="0">
                                          <p:val>
                                            <p:fltVal val="0"/>
                                          </p:val>
                                        </p:tav>
                                        <p:tav tm="100000">
                                          <p:val>
                                            <p:strVal val="#ppt_h"/>
                                          </p:val>
                                        </p:tav>
                                      </p:tavLst>
                                    </p:anim>
                                    <p:animEffect transition="in" filter="fade">
                                      <p:cBhvr>
                                        <p:cTn id="119" dur="450"/>
                                        <p:tgtEl>
                                          <p:spTgt spid="26"/>
                                        </p:tgtEl>
                                      </p:cBhvr>
                                    </p:animEffect>
                                  </p:childTnLst>
                                </p:cTn>
                              </p:par>
                              <p:par>
                                <p:cTn id="120" presetID="53" presetClass="entr" presetSubtype="16" fill="hold" grpId="0" nodeType="withEffect">
                                  <p:stCondLst>
                                    <p:cond delay="1260"/>
                                  </p:stCondLst>
                                  <p:childTnLst>
                                    <p:set>
                                      <p:cBhvr>
                                        <p:cTn id="121" dur="1" fill="hold">
                                          <p:stCondLst>
                                            <p:cond delay="0"/>
                                          </p:stCondLst>
                                        </p:cTn>
                                        <p:tgtEl>
                                          <p:spTgt spid="27"/>
                                        </p:tgtEl>
                                        <p:attrNameLst>
                                          <p:attrName>style.visibility</p:attrName>
                                        </p:attrNameLst>
                                      </p:cBhvr>
                                      <p:to>
                                        <p:strVal val="visible"/>
                                      </p:to>
                                    </p:set>
                                    <p:anim calcmode="lin" valueType="num">
                                      <p:cBhvr>
                                        <p:cTn id="122" dur="450" fill="hold"/>
                                        <p:tgtEl>
                                          <p:spTgt spid="27"/>
                                        </p:tgtEl>
                                        <p:attrNameLst>
                                          <p:attrName>ppt_w</p:attrName>
                                        </p:attrNameLst>
                                      </p:cBhvr>
                                      <p:tavLst>
                                        <p:tav tm="0">
                                          <p:val>
                                            <p:fltVal val="0"/>
                                          </p:val>
                                        </p:tav>
                                        <p:tav tm="100000">
                                          <p:val>
                                            <p:strVal val="#ppt_w"/>
                                          </p:val>
                                        </p:tav>
                                      </p:tavLst>
                                    </p:anim>
                                    <p:anim calcmode="lin" valueType="num">
                                      <p:cBhvr>
                                        <p:cTn id="123" dur="450" fill="hold"/>
                                        <p:tgtEl>
                                          <p:spTgt spid="27"/>
                                        </p:tgtEl>
                                        <p:attrNameLst>
                                          <p:attrName>ppt_h</p:attrName>
                                        </p:attrNameLst>
                                      </p:cBhvr>
                                      <p:tavLst>
                                        <p:tav tm="0">
                                          <p:val>
                                            <p:fltVal val="0"/>
                                          </p:val>
                                        </p:tav>
                                        <p:tav tm="100000">
                                          <p:val>
                                            <p:strVal val="#ppt_h"/>
                                          </p:val>
                                        </p:tav>
                                      </p:tavLst>
                                    </p:anim>
                                    <p:animEffect transition="in" filter="fade">
                                      <p:cBhvr>
                                        <p:cTn id="124" dur="450"/>
                                        <p:tgtEl>
                                          <p:spTgt spid="27"/>
                                        </p:tgtEl>
                                      </p:cBhvr>
                                    </p:animEffect>
                                  </p:childTnLst>
                                </p:cTn>
                              </p:par>
                              <p:par>
                                <p:cTn id="125" presetID="53" presetClass="entr" presetSubtype="16" fill="hold" grpId="0" nodeType="withEffect">
                                  <p:stCondLst>
                                    <p:cond delay="1260"/>
                                  </p:stCondLst>
                                  <p:childTnLst>
                                    <p:set>
                                      <p:cBhvr>
                                        <p:cTn id="126" dur="1" fill="hold">
                                          <p:stCondLst>
                                            <p:cond delay="0"/>
                                          </p:stCondLst>
                                        </p:cTn>
                                        <p:tgtEl>
                                          <p:spTgt spid="28"/>
                                        </p:tgtEl>
                                        <p:attrNameLst>
                                          <p:attrName>style.visibility</p:attrName>
                                        </p:attrNameLst>
                                      </p:cBhvr>
                                      <p:to>
                                        <p:strVal val="visible"/>
                                      </p:to>
                                    </p:set>
                                    <p:anim calcmode="lin" valueType="num">
                                      <p:cBhvr>
                                        <p:cTn id="127" dur="450" fill="hold"/>
                                        <p:tgtEl>
                                          <p:spTgt spid="28"/>
                                        </p:tgtEl>
                                        <p:attrNameLst>
                                          <p:attrName>ppt_w</p:attrName>
                                        </p:attrNameLst>
                                      </p:cBhvr>
                                      <p:tavLst>
                                        <p:tav tm="0">
                                          <p:val>
                                            <p:fltVal val="0"/>
                                          </p:val>
                                        </p:tav>
                                        <p:tav tm="100000">
                                          <p:val>
                                            <p:strVal val="#ppt_w"/>
                                          </p:val>
                                        </p:tav>
                                      </p:tavLst>
                                    </p:anim>
                                    <p:anim calcmode="lin" valueType="num">
                                      <p:cBhvr>
                                        <p:cTn id="128" dur="450" fill="hold"/>
                                        <p:tgtEl>
                                          <p:spTgt spid="28"/>
                                        </p:tgtEl>
                                        <p:attrNameLst>
                                          <p:attrName>ppt_h</p:attrName>
                                        </p:attrNameLst>
                                      </p:cBhvr>
                                      <p:tavLst>
                                        <p:tav tm="0">
                                          <p:val>
                                            <p:fltVal val="0"/>
                                          </p:val>
                                        </p:tav>
                                        <p:tav tm="100000">
                                          <p:val>
                                            <p:strVal val="#ppt_h"/>
                                          </p:val>
                                        </p:tav>
                                      </p:tavLst>
                                    </p:anim>
                                    <p:animEffect transition="in" filter="fade">
                                      <p:cBhvr>
                                        <p:cTn id="129" dur="450"/>
                                        <p:tgtEl>
                                          <p:spTgt spid="28"/>
                                        </p:tgtEl>
                                      </p:cBhvr>
                                    </p:animEffect>
                                  </p:childTnLst>
                                </p:cTn>
                              </p:par>
                              <p:par>
                                <p:cTn id="130" presetID="53" presetClass="entr" presetSubtype="16" fill="hold" grpId="0" nodeType="withEffect">
                                  <p:stCondLst>
                                    <p:cond delay="1575"/>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450" fill="hold"/>
                                        <p:tgtEl>
                                          <p:spTgt spid="29"/>
                                        </p:tgtEl>
                                        <p:attrNameLst>
                                          <p:attrName>ppt_w</p:attrName>
                                        </p:attrNameLst>
                                      </p:cBhvr>
                                      <p:tavLst>
                                        <p:tav tm="0">
                                          <p:val>
                                            <p:fltVal val="0"/>
                                          </p:val>
                                        </p:tav>
                                        <p:tav tm="100000">
                                          <p:val>
                                            <p:strVal val="#ppt_w"/>
                                          </p:val>
                                        </p:tav>
                                      </p:tavLst>
                                    </p:anim>
                                    <p:anim calcmode="lin" valueType="num">
                                      <p:cBhvr>
                                        <p:cTn id="133" dur="450" fill="hold"/>
                                        <p:tgtEl>
                                          <p:spTgt spid="29"/>
                                        </p:tgtEl>
                                        <p:attrNameLst>
                                          <p:attrName>ppt_h</p:attrName>
                                        </p:attrNameLst>
                                      </p:cBhvr>
                                      <p:tavLst>
                                        <p:tav tm="0">
                                          <p:val>
                                            <p:fltVal val="0"/>
                                          </p:val>
                                        </p:tav>
                                        <p:tav tm="100000">
                                          <p:val>
                                            <p:strVal val="#ppt_h"/>
                                          </p:val>
                                        </p:tav>
                                      </p:tavLst>
                                    </p:anim>
                                    <p:animEffect transition="in" filter="fade">
                                      <p:cBhvr>
                                        <p:cTn id="134" dur="450"/>
                                        <p:tgtEl>
                                          <p:spTgt spid="29"/>
                                        </p:tgtEl>
                                      </p:cBhvr>
                                    </p:animEffect>
                                  </p:childTnLst>
                                </p:cTn>
                              </p:par>
                              <p:par>
                                <p:cTn id="135" presetID="53" presetClass="entr" presetSubtype="16" fill="hold" grpId="0" nodeType="withEffect">
                                  <p:stCondLst>
                                    <p:cond delay="1575"/>
                                  </p:stCondLst>
                                  <p:childTnLst>
                                    <p:set>
                                      <p:cBhvr>
                                        <p:cTn id="136" dur="1" fill="hold">
                                          <p:stCondLst>
                                            <p:cond delay="0"/>
                                          </p:stCondLst>
                                        </p:cTn>
                                        <p:tgtEl>
                                          <p:spTgt spid="30"/>
                                        </p:tgtEl>
                                        <p:attrNameLst>
                                          <p:attrName>style.visibility</p:attrName>
                                        </p:attrNameLst>
                                      </p:cBhvr>
                                      <p:to>
                                        <p:strVal val="visible"/>
                                      </p:to>
                                    </p:set>
                                    <p:anim calcmode="lin" valueType="num">
                                      <p:cBhvr>
                                        <p:cTn id="137" dur="450" fill="hold"/>
                                        <p:tgtEl>
                                          <p:spTgt spid="30"/>
                                        </p:tgtEl>
                                        <p:attrNameLst>
                                          <p:attrName>ppt_w</p:attrName>
                                        </p:attrNameLst>
                                      </p:cBhvr>
                                      <p:tavLst>
                                        <p:tav tm="0">
                                          <p:val>
                                            <p:fltVal val="0"/>
                                          </p:val>
                                        </p:tav>
                                        <p:tav tm="100000">
                                          <p:val>
                                            <p:strVal val="#ppt_w"/>
                                          </p:val>
                                        </p:tav>
                                      </p:tavLst>
                                    </p:anim>
                                    <p:anim calcmode="lin" valueType="num">
                                      <p:cBhvr>
                                        <p:cTn id="138" dur="450" fill="hold"/>
                                        <p:tgtEl>
                                          <p:spTgt spid="30"/>
                                        </p:tgtEl>
                                        <p:attrNameLst>
                                          <p:attrName>ppt_h</p:attrName>
                                        </p:attrNameLst>
                                      </p:cBhvr>
                                      <p:tavLst>
                                        <p:tav tm="0">
                                          <p:val>
                                            <p:fltVal val="0"/>
                                          </p:val>
                                        </p:tav>
                                        <p:tav tm="100000">
                                          <p:val>
                                            <p:strVal val="#ppt_h"/>
                                          </p:val>
                                        </p:tav>
                                      </p:tavLst>
                                    </p:anim>
                                    <p:animEffect transition="in" filter="fade">
                                      <p:cBhvr>
                                        <p:cTn id="139" dur="450"/>
                                        <p:tgtEl>
                                          <p:spTgt spid="30"/>
                                        </p:tgtEl>
                                      </p:cBhvr>
                                    </p:animEffect>
                                  </p:childTnLst>
                                </p:cTn>
                              </p:par>
                              <p:par>
                                <p:cTn id="140" presetID="53" presetClass="entr" presetSubtype="16" fill="hold" grpId="0" nodeType="withEffect">
                                  <p:stCondLst>
                                    <p:cond delay="1575"/>
                                  </p:stCondLst>
                                  <p:childTnLst>
                                    <p:set>
                                      <p:cBhvr>
                                        <p:cTn id="141" dur="1" fill="hold">
                                          <p:stCondLst>
                                            <p:cond delay="0"/>
                                          </p:stCondLst>
                                        </p:cTn>
                                        <p:tgtEl>
                                          <p:spTgt spid="31"/>
                                        </p:tgtEl>
                                        <p:attrNameLst>
                                          <p:attrName>style.visibility</p:attrName>
                                        </p:attrNameLst>
                                      </p:cBhvr>
                                      <p:to>
                                        <p:strVal val="visible"/>
                                      </p:to>
                                    </p:set>
                                    <p:anim calcmode="lin" valueType="num">
                                      <p:cBhvr>
                                        <p:cTn id="142" dur="450" fill="hold"/>
                                        <p:tgtEl>
                                          <p:spTgt spid="31"/>
                                        </p:tgtEl>
                                        <p:attrNameLst>
                                          <p:attrName>ppt_w</p:attrName>
                                        </p:attrNameLst>
                                      </p:cBhvr>
                                      <p:tavLst>
                                        <p:tav tm="0">
                                          <p:val>
                                            <p:fltVal val="0"/>
                                          </p:val>
                                        </p:tav>
                                        <p:tav tm="100000">
                                          <p:val>
                                            <p:strVal val="#ppt_w"/>
                                          </p:val>
                                        </p:tav>
                                      </p:tavLst>
                                    </p:anim>
                                    <p:anim calcmode="lin" valueType="num">
                                      <p:cBhvr>
                                        <p:cTn id="143" dur="450" fill="hold"/>
                                        <p:tgtEl>
                                          <p:spTgt spid="31"/>
                                        </p:tgtEl>
                                        <p:attrNameLst>
                                          <p:attrName>ppt_h</p:attrName>
                                        </p:attrNameLst>
                                      </p:cBhvr>
                                      <p:tavLst>
                                        <p:tav tm="0">
                                          <p:val>
                                            <p:fltVal val="0"/>
                                          </p:val>
                                        </p:tav>
                                        <p:tav tm="100000">
                                          <p:val>
                                            <p:strVal val="#ppt_h"/>
                                          </p:val>
                                        </p:tav>
                                      </p:tavLst>
                                    </p:anim>
                                    <p:animEffect transition="in" filter="fade">
                                      <p:cBhvr>
                                        <p:cTn id="144" dur="450"/>
                                        <p:tgtEl>
                                          <p:spTgt spid="31"/>
                                        </p:tgtEl>
                                      </p:cBhvr>
                                    </p:animEffect>
                                  </p:childTnLst>
                                </p:cTn>
                              </p:par>
                              <p:par>
                                <p:cTn id="145" presetID="53" presetClass="entr" presetSubtype="16" fill="hold" grpId="0" nodeType="withEffect">
                                  <p:stCondLst>
                                    <p:cond delay="1575"/>
                                  </p:stCondLst>
                                  <p:childTnLst>
                                    <p:set>
                                      <p:cBhvr>
                                        <p:cTn id="146" dur="1" fill="hold">
                                          <p:stCondLst>
                                            <p:cond delay="0"/>
                                          </p:stCondLst>
                                        </p:cTn>
                                        <p:tgtEl>
                                          <p:spTgt spid="32"/>
                                        </p:tgtEl>
                                        <p:attrNameLst>
                                          <p:attrName>style.visibility</p:attrName>
                                        </p:attrNameLst>
                                      </p:cBhvr>
                                      <p:to>
                                        <p:strVal val="visible"/>
                                      </p:to>
                                    </p:set>
                                    <p:anim calcmode="lin" valueType="num">
                                      <p:cBhvr>
                                        <p:cTn id="147" dur="450" fill="hold"/>
                                        <p:tgtEl>
                                          <p:spTgt spid="32"/>
                                        </p:tgtEl>
                                        <p:attrNameLst>
                                          <p:attrName>ppt_w</p:attrName>
                                        </p:attrNameLst>
                                      </p:cBhvr>
                                      <p:tavLst>
                                        <p:tav tm="0">
                                          <p:val>
                                            <p:fltVal val="0"/>
                                          </p:val>
                                        </p:tav>
                                        <p:tav tm="100000">
                                          <p:val>
                                            <p:strVal val="#ppt_w"/>
                                          </p:val>
                                        </p:tav>
                                      </p:tavLst>
                                    </p:anim>
                                    <p:anim calcmode="lin" valueType="num">
                                      <p:cBhvr>
                                        <p:cTn id="148" dur="450" fill="hold"/>
                                        <p:tgtEl>
                                          <p:spTgt spid="32"/>
                                        </p:tgtEl>
                                        <p:attrNameLst>
                                          <p:attrName>ppt_h</p:attrName>
                                        </p:attrNameLst>
                                      </p:cBhvr>
                                      <p:tavLst>
                                        <p:tav tm="0">
                                          <p:val>
                                            <p:fltVal val="0"/>
                                          </p:val>
                                        </p:tav>
                                        <p:tav tm="100000">
                                          <p:val>
                                            <p:strVal val="#ppt_h"/>
                                          </p:val>
                                        </p:tav>
                                      </p:tavLst>
                                    </p:anim>
                                    <p:animEffect transition="in" filter="fade">
                                      <p:cBhvr>
                                        <p:cTn id="149" dur="450"/>
                                        <p:tgtEl>
                                          <p:spTgt spid="32"/>
                                        </p:tgtEl>
                                      </p:cBhvr>
                                    </p:animEffect>
                                  </p:childTnLst>
                                </p:cTn>
                              </p:par>
                              <p:par>
                                <p:cTn id="150" presetID="53" presetClass="entr" presetSubtype="16" fill="hold" grpId="0" nodeType="withEffect">
                                  <p:stCondLst>
                                    <p:cond delay="1575"/>
                                  </p:stCondLst>
                                  <p:childTnLst>
                                    <p:set>
                                      <p:cBhvr>
                                        <p:cTn id="151" dur="1" fill="hold">
                                          <p:stCondLst>
                                            <p:cond delay="0"/>
                                          </p:stCondLst>
                                        </p:cTn>
                                        <p:tgtEl>
                                          <p:spTgt spid="33"/>
                                        </p:tgtEl>
                                        <p:attrNameLst>
                                          <p:attrName>style.visibility</p:attrName>
                                        </p:attrNameLst>
                                      </p:cBhvr>
                                      <p:to>
                                        <p:strVal val="visible"/>
                                      </p:to>
                                    </p:set>
                                    <p:anim calcmode="lin" valueType="num">
                                      <p:cBhvr>
                                        <p:cTn id="152" dur="450" fill="hold"/>
                                        <p:tgtEl>
                                          <p:spTgt spid="33"/>
                                        </p:tgtEl>
                                        <p:attrNameLst>
                                          <p:attrName>ppt_w</p:attrName>
                                        </p:attrNameLst>
                                      </p:cBhvr>
                                      <p:tavLst>
                                        <p:tav tm="0">
                                          <p:val>
                                            <p:fltVal val="0"/>
                                          </p:val>
                                        </p:tav>
                                        <p:tav tm="100000">
                                          <p:val>
                                            <p:strVal val="#ppt_w"/>
                                          </p:val>
                                        </p:tav>
                                      </p:tavLst>
                                    </p:anim>
                                    <p:anim calcmode="lin" valueType="num">
                                      <p:cBhvr>
                                        <p:cTn id="153" dur="450" fill="hold"/>
                                        <p:tgtEl>
                                          <p:spTgt spid="33"/>
                                        </p:tgtEl>
                                        <p:attrNameLst>
                                          <p:attrName>ppt_h</p:attrName>
                                        </p:attrNameLst>
                                      </p:cBhvr>
                                      <p:tavLst>
                                        <p:tav tm="0">
                                          <p:val>
                                            <p:fltVal val="0"/>
                                          </p:val>
                                        </p:tav>
                                        <p:tav tm="100000">
                                          <p:val>
                                            <p:strVal val="#ppt_h"/>
                                          </p:val>
                                        </p:tav>
                                      </p:tavLst>
                                    </p:anim>
                                    <p:animEffect transition="in" filter="fade">
                                      <p:cBhvr>
                                        <p:cTn id="154"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HOW IT WORKS</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How the bakery works – step by step</a:t>
            </a:r>
            <a:endParaRPr lang="en-US" sz="3400" dirty="0"/>
          </a:p>
        </p:txBody>
      </p:sp>
      <p:sp>
        <p:nvSpPr>
          <p:cNvPr id="4" name="a1-wipe"/>
          <p:cNvSpPr/>
          <p:nvPr/>
        </p:nvSpPr>
        <p:spPr>
          <a:xfrm>
            <a:off x="1600200" y="3246120"/>
            <a:ext cx="8988552" cy="0"/>
          </a:xfrm>
          <a:prstGeom prst="line">
            <a:avLst/>
          </a:prstGeom>
          <a:noFill/>
          <a:ln w="38100">
            <a:solidFill>
              <a:srgbClr val="D9973A"/>
            </a:solidFill>
            <a:prstDash val="solid"/>
          </a:ln>
        </p:spPr>
      </p:sp>
      <p:sp>
        <p:nvSpPr>
          <p:cNvPr id="5" name="a2-zoom"/>
          <p:cNvSpPr/>
          <p:nvPr/>
        </p:nvSpPr>
        <p:spPr>
          <a:xfrm>
            <a:off x="960120" y="2606040"/>
            <a:ext cx="1280160" cy="1280160"/>
          </a:xfrm>
          <a:prstGeom prst="ellipse">
            <a:avLst/>
          </a:prstGeom>
          <a:solidFill>
            <a:srgbClr val="1B2A4A"/>
          </a:solidFill>
          <a:ln w="12700">
            <a:solidFill>
              <a:srgbClr val="1B2A4A"/>
            </a:solidFill>
            <a:prstDash val="solid"/>
          </a:ln>
        </p:spPr>
      </p:sp>
      <p:pic>
        <p:nvPicPr>
          <p:cNvPr id="6" name="a2-zoom" descr="">    </p:cNvPr>
          <p:cNvPicPr>
            <a:picLocks noChangeAspect="1"/>
          </p:cNvPicPr>
          <p:nvPr/>
        </p:nvPicPr>
        <p:blipFill>
          <a:blip r:embed="rId1"/>
          <a:stretch>
            <a:fillRect/>
          </a:stretch>
        </p:blipFill>
        <p:spPr>
          <a:xfrm>
            <a:off x="1267358" y="2913278"/>
            <a:ext cx="665683" cy="665683"/>
          </a:xfrm>
          <a:prstGeom prst="rect">
            <a:avLst/>
          </a:prstGeom>
        </p:spPr>
      </p:pic>
      <p:sp>
        <p:nvSpPr>
          <p:cNvPr id="7" name="a2-zoom"/>
          <p:cNvSpPr txBox="1"/>
          <p:nvPr/>
        </p:nvSpPr>
        <p:spPr>
          <a:xfrm>
            <a:off x="1856232" y="2468880"/>
            <a:ext cx="420624" cy="420624"/>
          </a:xfrm>
          <a:prstGeom prst="ellipse">
            <a:avLst/>
          </a:prstGeom>
          <a:solidFill>
            <a:srgbClr val="D9973A"/>
          </a:solidFill>
          <a:ln w="25400">
            <a:solidFill>
              <a:srgbClr val="FFFF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a2-zoom"/>
          <p:cNvSpPr txBox="1"/>
          <p:nvPr/>
        </p:nvSpPr>
        <p:spPr>
          <a:xfrm>
            <a:off x="548640" y="4069080"/>
            <a:ext cx="2103120" cy="411480"/>
          </a:xfrm>
          <a:prstGeom prst="rect">
            <a:avLst/>
          </a:prstGeom>
          <a:noFill/>
          <a:ln/>
        </p:spPr>
        <p:txBody>
          <a:bodyPr wrap="square" lIns="0" tIns="0" rIns="0" bIns="0" rtlCol="0" anchor="t"/>
          <a:lstStyle/>
          <a:p>
            <a:pPr algn="ctr" indent="0" marL="0">
              <a:buNone/>
            </a:pPr>
            <a:r>
              <a:rPr lang="en-US" sz="2000" b="1" dirty="0">
                <a:solidFill>
                  <a:srgbClr val="1B2A4A"/>
                </a:solidFill>
                <a:latin typeface="Cambria" pitchFamily="34" charset="0"/>
                <a:ea typeface="Cambria" pitchFamily="34" charset="-122"/>
                <a:cs typeface="Cambria" pitchFamily="34" charset="-120"/>
              </a:rPr>
              <a:t>Plan</a:t>
            </a:r>
            <a:endParaRPr lang="en-US" sz="2000" dirty="0"/>
          </a:p>
        </p:txBody>
      </p:sp>
      <p:sp>
        <p:nvSpPr>
          <p:cNvPr id="9" name="a2-zoom"/>
          <p:cNvSpPr txBox="1"/>
          <p:nvPr/>
        </p:nvSpPr>
        <p:spPr>
          <a:xfrm>
            <a:off x="594360" y="4498848"/>
            <a:ext cx="2011680" cy="914400"/>
          </a:xfrm>
          <a:prstGeom prst="rect">
            <a:avLst/>
          </a:prstGeom>
          <a:noFill/>
          <a:ln/>
        </p:spPr>
        <p:txBody>
          <a:bodyPr wrap="square" lIns="0" tIns="0" rIns="0" bIns="0" rtlCol="0" anchor="t"/>
          <a:lstStyle/>
          <a:p>
            <a:pPr algn="ctr" indent="0" marL="0">
              <a:buNone/>
            </a:pPr>
            <a:r>
              <a:rPr lang="en-US" sz="1400" dirty="0">
                <a:solidFill>
                  <a:srgbClr val="5B6577"/>
                </a:solidFill>
                <a:latin typeface="Calibri" pitchFamily="34" charset="0"/>
                <a:ea typeface="Calibri" pitchFamily="34" charset="-122"/>
                <a:cs typeface="Calibri" pitchFamily="34" charset="-120"/>
              </a:rPr>
              <a:t>The director plans the day and the team.</a:t>
            </a:r>
            <a:endParaRPr lang="en-US" sz="1400" dirty="0"/>
          </a:p>
        </p:txBody>
      </p:sp>
      <p:sp>
        <p:nvSpPr>
          <p:cNvPr id="10" name="a3-zoom"/>
          <p:cNvSpPr/>
          <p:nvPr/>
        </p:nvSpPr>
        <p:spPr>
          <a:xfrm>
            <a:off x="3207258" y="2606040"/>
            <a:ext cx="1280160" cy="1280160"/>
          </a:xfrm>
          <a:prstGeom prst="ellipse">
            <a:avLst/>
          </a:prstGeom>
          <a:solidFill>
            <a:srgbClr val="1B2A4A"/>
          </a:solidFill>
          <a:ln w="12700">
            <a:solidFill>
              <a:srgbClr val="1B2A4A"/>
            </a:solidFill>
            <a:prstDash val="solid"/>
          </a:ln>
        </p:spPr>
      </p:sp>
      <p:pic>
        <p:nvPicPr>
          <p:cNvPr id="11" name="a3-zoom" descr="">    </p:cNvPr>
          <p:cNvPicPr>
            <a:picLocks noChangeAspect="1"/>
          </p:cNvPicPr>
          <p:nvPr/>
        </p:nvPicPr>
        <p:blipFill>
          <a:blip r:embed="rId2"/>
          <a:stretch>
            <a:fillRect/>
          </a:stretch>
        </p:blipFill>
        <p:spPr>
          <a:xfrm>
            <a:off x="3514496" y="2913278"/>
            <a:ext cx="665683" cy="665683"/>
          </a:xfrm>
          <a:prstGeom prst="rect">
            <a:avLst/>
          </a:prstGeom>
        </p:spPr>
      </p:pic>
      <p:sp>
        <p:nvSpPr>
          <p:cNvPr id="12" name="a3-zoom"/>
          <p:cNvSpPr txBox="1"/>
          <p:nvPr/>
        </p:nvSpPr>
        <p:spPr>
          <a:xfrm>
            <a:off x="4103370" y="2468880"/>
            <a:ext cx="420624" cy="420624"/>
          </a:xfrm>
          <a:prstGeom prst="ellipse">
            <a:avLst/>
          </a:prstGeom>
          <a:solidFill>
            <a:srgbClr val="D9973A"/>
          </a:solidFill>
          <a:ln w="25400">
            <a:solidFill>
              <a:srgbClr val="FFFF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a3-zoom"/>
          <p:cNvSpPr txBox="1"/>
          <p:nvPr/>
        </p:nvSpPr>
        <p:spPr>
          <a:xfrm>
            <a:off x="2795778" y="4069080"/>
            <a:ext cx="2103120" cy="411480"/>
          </a:xfrm>
          <a:prstGeom prst="rect">
            <a:avLst/>
          </a:prstGeom>
          <a:noFill/>
          <a:ln/>
        </p:spPr>
        <p:txBody>
          <a:bodyPr wrap="square" lIns="0" tIns="0" rIns="0" bIns="0" rtlCol="0" anchor="t"/>
          <a:lstStyle/>
          <a:p>
            <a:pPr algn="ctr" indent="0" marL="0">
              <a:buNone/>
            </a:pPr>
            <a:r>
              <a:rPr lang="en-US" sz="2000" b="1" dirty="0">
                <a:solidFill>
                  <a:srgbClr val="1B2A4A"/>
                </a:solidFill>
                <a:latin typeface="Cambria" pitchFamily="34" charset="0"/>
                <a:ea typeface="Cambria" pitchFamily="34" charset="-122"/>
                <a:cs typeface="Cambria" pitchFamily="34" charset="-120"/>
              </a:rPr>
              <a:t>Make</a:t>
            </a:r>
            <a:endParaRPr lang="en-US" sz="2000" dirty="0"/>
          </a:p>
        </p:txBody>
      </p:sp>
      <p:sp>
        <p:nvSpPr>
          <p:cNvPr id="14" name="a3-zoom"/>
          <p:cNvSpPr txBox="1"/>
          <p:nvPr/>
        </p:nvSpPr>
        <p:spPr>
          <a:xfrm>
            <a:off x="2841498" y="4498848"/>
            <a:ext cx="2011680" cy="914400"/>
          </a:xfrm>
          <a:prstGeom prst="rect">
            <a:avLst/>
          </a:prstGeom>
          <a:noFill/>
          <a:ln/>
        </p:spPr>
        <p:txBody>
          <a:bodyPr wrap="square" lIns="0" tIns="0" rIns="0" bIns="0" rtlCol="0" anchor="t"/>
          <a:lstStyle/>
          <a:p>
            <a:pPr algn="ctr" indent="0" marL="0">
              <a:buNone/>
            </a:pPr>
            <a:r>
              <a:rPr lang="en-US" sz="1400" dirty="0">
                <a:solidFill>
                  <a:srgbClr val="5B6577"/>
                </a:solidFill>
                <a:latin typeface="Calibri" pitchFamily="34" charset="0"/>
                <a:ea typeface="Calibri" pitchFamily="34" charset="-122"/>
                <a:cs typeface="Calibri" pitchFamily="34" charset="-120"/>
              </a:rPr>
              <a:t>The pastry chef bakes fresh products.</a:t>
            </a:r>
            <a:endParaRPr lang="en-US" sz="1400" dirty="0"/>
          </a:p>
        </p:txBody>
      </p:sp>
      <p:sp>
        <p:nvSpPr>
          <p:cNvPr id="15" name="a4-zoom"/>
          <p:cNvSpPr/>
          <p:nvPr/>
        </p:nvSpPr>
        <p:spPr>
          <a:xfrm>
            <a:off x="5454396" y="2606040"/>
            <a:ext cx="1280160" cy="1280160"/>
          </a:xfrm>
          <a:prstGeom prst="ellipse">
            <a:avLst/>
          </a:prstGeom>
          <a:solidFill>
            <a:srgbClr val="1B2A4A"/>
          </a:solidFill>
          <a:ln w="12700">
            <a:solidFill>
              <a:srgbClr val="1B2A4A"/>
            </a:solidFill>
            <a:prstDash val="solid"/>
          </a:ln>
        </p:spPr>
      </p:sp>
      <p:pic>
        <p:nvPicPr>
          <p:cNvPr id="16" name="a4-zoom" descr="">    </p:cNvPr>
          <p:cNvPicPr>
            <a:picLocks noChangeAspect="1"/>
          </p:cNvPicPr>
          <p:nvPr/>
        </p:nvPicPr>
        <p:blipFill>
          <a:blip r:embed="rId3"/>
          <a:stretch>
            <a:fillRect/>
          </a:stretch>
        </p:blipFill>
        <p:spPr>
          <a:xfrm>
            <a:off x="5761634" y="2913278"/>
            <a:ext cx="665683" cy="665683"/>
          </a:xfrm>
          <a:prstGeom prst="rect">
            <a:avLst/>
          </a:prstGeom>
        </p:spPr>
      </p:pic>
      <p:sp>
        <p:nvSpPr>
          <p:cNvPr id="17" name="a4-zoom"/>
          <p:cNvSpPr txBox="1"/>
          <p:nvPr/>
        </p:nvSpPr>
        <p:spPr>
          <a:xfrm>
            <a:off x="6350508" y="2468880"/>
            <a:ext cx="420624" cy="420624"/>
          </a:xfrm>
          <a:prstGeom prst="ellipse">
            <a:avLst/>
          </a:prstGeom>
          <a:solidFill>
            <a:srgbClr val="D9973A"/>
          </a:solidFill>
          <a:ln w="25400">
            <a:solidFill>
              <a:srgbClr val="FFFF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a4-zoom"/>
          <p:cNvSpPr txBox="1"/>
          <p:nvPr/>
        </p:nvSpPr>
        <p:spPr>
          <a:xfrm>
            <a:off x="5042916" y="4069080"/>
            <a:ext cx="2103120" cy="411480"/>
          </a:xfrm>
          <a:prstGeom prst="rect">
            <a:avLst/>
          </a:prstGeom>
          <a:noFill/>
          <a:ln/>
        </p:spPr>
        <p:txBody>
          <a:bodyPr wrap="square" lIns="0" tIns="0" rIns="0" bIns="0" rtlCol="0" anchor="t"/>
          <a:lstStyle/>
          <a:p>
            <a:pPr algn="ctr" indent="0" marL="0">
              <a:buNone/>
            </a:pPr>
            <a:r>
              <a:rPr lang="en-US" sz="2000" b="1" dirty="0">
                <a:solidFill>
                  <a:srgbClr val="1B2A4A"/>
                </a:solidFill>
                <a:latin typeface="Cambria" pitchFamily="34" charset="0"/>
                <a:ea typeface="Cambria" pitchFamily="34" charset="-122"/>
                <a:cs typeface="Cambria" pitchFamily="34" charset="-120"/>
              </a:rPr>
              <a:t>Sell</a:t>
            </a:r>
            <a:endParaRPr lang="en-US" sz="2000" dirty="0"/>
          </a:p>
        </p:txBody>
      </p:sp>
      <p:sp>
        <p:nvSpPr>
          <p:cNvPr id="19" name="a4-zoom"/>
          <p:cNvSpPr txBox="1"/>
          <p:nvPr/>
        </p:nvSpPr>
        <p:spPr>
          <a:xfrm>
            <a:off x="5088636" y="4498848"/>
            <a:ext cx="2011680" cy="914400"/>
          </a:xfrm>
          <a:prstGeom prst="rect">
            <a:avLst/>
          </a:prstGeom>
          <a:noFill/>
          <a:ln/>
        </p:spPr>
        <p:txBody>
          <a:bodyPr wrap="square" lIns="0" tIns="0" rIns="0" bIns="0" rtlCol="0" anchor="t"/>
          <a:lstStyle/>
          <a:p>
            <a:pPr algn="ctr" indent="0" marL="0">
              <a:buNone/>
            </a:pPr>
            <a:r>
              <a:rPr lang="en-US" sz="1400" dirty="0">
                <a:solidFill>
                  <a:srgbClr val="5B6577"/>
                </a:solidFill>
                <a:latin typeface="Calibri" pitchFamily="34" charset="0"/>
                <a:ea typeface="Calibri" pitchFamily="34" charset="-122"/>
                <a:cs typeface="Calibri" pitchFamily="34" charset="-120"/>
              </a:rPr>
              <a:t>The shop team serves customers and takes payments.</a:t>
            </a:r>
            <a:endParaRPr lang="en-US" sz="1400" dirty="0"/>
          </a:p>
        </p:txBody>
      </p:sp>
      <p:sp>
        <p:nvSpPr>
          <p:cNvPr id="20" name="a5-zoom"/>
          <p:cNvSpPr/>
          <p:nvPr/>
        </p:nvSpPr>
        <p:spPr>
          <a:xfrm>
            <a:off x="7701534" y="2606040"/>
            <a:ext cx="1280160" cy="1280160"/>
          </a:xfrm>
          <a:prstGeom prst="ellipse">
            <a:avLst/>
          </a:prstGeom>
          <a:solidFill>
            <a:srgbClr val="1B2A4A"/>
          </a:solidFill>
          <a:ln w="12700">
            <a:solidFill>
              <a:srgbClr val="1B2A4A"/>
            </a:solidFill>
            <a:prstDash val="solid"/>
          </a:ln>
        </p:spPr>
      </p:sp>
      <p:pic>
        <p:nvPicPr>
          <p:cNvPr id="21" name="a5-zoom" descr="">    </p:cNvPr>
          <p:cNvPicPr>
            <a:picLocks noChangeAspect="1"/>
          </p:cNvPicPr>
          <p:nvPr/>
        </p:nvPicPr>
        <p:blipFill>
          <a:blip r:embed="rId4"/>
          <a:stretch>
            <a:fillRect/>
          </a:stretch>
        </p:blipFill>
        <p:spPr>
          <a:xfrm>
            <a:off x="8008772" y="2913278"/>
            <a:ext cx="665683" cy="665683"/>
          </a:xfrm>
          <a:prstGeom prst="rect">
            <a:avLst/>
          </a:prstGeom>
        </p:spPr>
      </p:pic>
      <p:sp>
        <p:nvSpPr>
          <p:cNvPr id="22" name="a5-zoom"/>
          <p:cNvSpPr txBox="1"/>
          <p:nvPr/>
        </p:nvSpPr>
        <p:spPr>
          <a:xfrm>
            <a:off x="8597646" y="2468880"/>
            <a:ext cx="420624" cy="420624"/>
          </a:xfrm>
          <a:prstGeom prst="ellipse">
            <a:avLst/>
          </a:prstGeom>
          <a:solidFill>
            <a:srgbClr val="D9973A"/>
          </a:solidFill>
          <a:ln w="25400">
            <a:solidFill>
              <a:srgbClr val="FFFF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a5-zoom"/>
          <p:cNvSpPr txBox="1"/>
          <p:nvPr/>
        </p:nvSpPr>
        <p:spPr>
          <a:xfrm>
            <a:off x="7290054" y="4069080"/>
            <a:ext cx="2103120" cy="411480"/>
          </a:xfrm>
          <a:prstGeom prst="rect">
            <a:avLst/>
          </a:prstGeom>
          <a:noFill/>
          <a:ln/>
        </p:spPr>
        <p:txBody>
          <a:bodyPr wrap="square" lIns="0" tIns="0" rIns="0" bIns="0" rtlCol="0" anchor="t"/>
          <a:lstStyle/>
          <a:p>
            <a:pPr algn="ctr" indent="0" marL="0">
              <a:buNone/>
            </a:pPr>
            <a:r>
              <a:rPr lang="en-US" sz="2000" b="1" dirty="0">
                <a:solidFill>
                  <a:srgbClr val="1B2A4A"/>
                </a:solidFill>
                <a:latin typeface="Cambria" pitchFamily="34" charset="0"/>
                <a:ea typeface="Cambria" pitchFamily="34" charset="-122"/>
                <a:cs typeface="Cambria" pitchFamily="34" charset="-120"/>
              </a:rPr>
              <a:t>Count</a:t>
            </a:r>
            <a:endParaRPr lang="en-US" sz="2000" dirty="0"/>
          </a:p>
        </p:txBody>
      </p:sp>
      <p:sp>
        <p:nvSpPr>
          <p:cNvPr id="24" name="a5-zoom"/>
          <p:cNvSpPr txBox="1"/>
          <p:nvPr/>
        </p:nvSpPr>
        <p:spPr>
          <a:xfrm>
            <a:off x="7335774" y="4498848"/>
            <a:ext cx="2011680" cy="914400"/>
          </a:xfrm>
          <a:prstGeom prst="rect">
            <a:avLst/>
          </a:prstGeom>
          <a:noFill/>
          <a:ln/>
        </p:spPr>
        <p:txBody>
          <a:bodyPr wrap="square" lIns="0" tIns="0" rIns="0" bIns="0" rtlCol="0" anchor="t"/>
          <a:lstStyle/>
          <a:p>
            <a:pPr algn="ctr" indent="0" marL="0">
              <a:buNone/>
            </a:pPr>
            <a:r>
              <a:rPr lang="en-US" sz="1400" dirty="0">
                <a:solidFill>
                  <a:srgbClr val="5B6577"/>
                </a:solidFill>
                <a:latin typeface="Calibri" pitchFamily="34" charset="0"/>
                <a:ea typeface="Calibri" pitchFamily="34" charset="-122"/>
                <a:cs typeface="Calibri" pitchFamily="34" charset="-120"/>
              </a:rPr>
              <a:t>Sales and costs go to accounting.</a:t>
            </a:r>
            <a:endParaRPr lang="en-US" sz="1400" dirty="0"/>
          </a:p>
        </p:txBody>
      </p:sp>
      <p:sp>
        <p:nvSpPr>
          <p:cNvPr id="25" name="a6-zoom"/>
          <p:cNvSpPr/>
          <p:nvPr/>
        </p:nvSpPr>
        <p:spPr>
          <a:xfrm>
            <a:off x="9948672" y="2606040"/>
            <a:ext cx="1280160" cy="1280160"/>
          </a:xfrm>
          <a:prstGeom prst="ellipse">
            <a:avLst/>
          </a:prstGeom>
          <a:solidFill>
            <a:srgbClr val="1B2A4A"/>
          </a:solidFill>
          <a:ln w="12700">
            <a:solidFill>
              <a:srgbClr val="1B2A4A"/>
            </a:solidFill>
            <a:prstDash val="solid"/>
          </a:ln>
        </p:spPr>
      </p:sp>
      <p:pic>
        <p:nvPicPr>
          <p:cNvPr id="26" name="a6-zoom" descr="">    </p:cNvPr>
          <p:cNvPicPr>
            <a:picLocks noChangeAspect="1"/>
          </p:cNvPicPr>
          <p:nvPr/>
        </p:nvPicPr>
        <p:blipFill>
          <a:blip r:embed="rId5"/>
          <a:stretch>
            <a:fillRect/>
          </a:stretch>
        </p:blipFill>
        <p:spPr>
          <a:xfrm>
            <a:off x="10255910" y="2913278"/>
            <a:ext cx="665683" cy="665683"/>
          </a:xfrm>
          <a:prstGeom prst="rect">
            <a:avLst/>
          </a:prstGeom>
        </p:spPr>
      </p:pic>
      <p:sp>
        <p:nvSpPr>
          <p:cNvPr id="27" name="a6-zoom"/>
          <p:cNvSpPr txBox="1"/>
          <p:nvPr/>
        </p:nvSpPr>
        <p:spPr>
          <a:xfrm>
            <a:off x="10844784" y="2468880"/>
            <a:ext cx="420624" cy="420624"/>
          </a:xfrm>
          <a:prstGeom prst="ellipse">
            <a:avLst/>
          </a:prstGeom>
          <a:solidFill>
            <a:srgbClr val="D9973A"/>
          </a:solidFill>
          <a:ln w="25400">
            <a:solidFill>
              <a:srgbClr val="FFFF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a6-zoom"/>
          <p:cNvSpPr txBox="1"/>
          <p:nvPr/>
        </p:nvSpPr>
        <p:spPr>
          <a:xfrm>
            <a:off x="9537192" y="4069080"/>
            <a:ext cx="2103120" cy="411480"/>
          </a:xfrm>
          <a:prstGeom prst="rect">
            <a:avLst/>
          </a:prstGeom>
          <a:noFill/>
          <a:ln/>
        </p:spPr>
        <p:txBody>
          <a:bodyPr wrap="square" lIns="0" tIns="0" rIns="0" bIns="0" rtlCol="0" anchor="t"/>
          <a:lstStyle/>
          <a:p>
            <a:pPr algn="ctr" indent="0" marL="0">
              <a:buNone/>
            </a:pPr>
            <a:r>
              <a:rPr lang="en-US" sz="2000" b="1" dirty="0">
                <a:solidFill>
                  <a:srgbClr val="1B2A4A"/>
                </a:solidFill>
                <a:latin typeface="Cambria" pitchFamily="34" charset="0"/>
                <a:ea typeface="Cambria" pitchFamily="34" charset="-122"/>
                <a:cs typeface="Cambria" pitchFamily="34" charset="-120"/>
              </a:rPr>
              <a:t>Improve</a:t>
            </a:r>
            <a:endParaRPr lang="en-US" sz="2000" dirty="0"/>
          </a:p>
        </p:txBody>
      </p:sp>
      <p:sp>
        <p:nvSpPr>
          <p:cNvPr id="29" name="a6-zoom"/>
          <p:cNvSpPr txBox="1"/>
          <p:nvPr/>
        </p:nvSpPr>
        <p:spPr>
          <a:xfrm>
            <a:off x="9582912" y="4498848"/>
            <a:ext cx="2011680" cy="914400"/>
          </a:xfrm>
          <a:prstGeom prst="rect">
            <a:avLst/>
          </a:prstGeom>
          <a:noFill/>
          <a:ln/>
        </p:spPr>
        <p:txBody>
          <a:bodyPr wrap="square" lIns="0" tIns="0" rIns="0" bIns="0" rtlCol="0" anchor="t"/>
          <a:lstStyle/>
          <a:p>
            <a:pPr algn="ctr" indent="0" marL="0">
              <a:buNone/>
            </a:pPr>
            <a:r>
              <a:rPr lang="en-US" sz="1400" dirty="0">
                <a:solidFill>
                  <a:srgbClr val="5B6577"/>
                </a:solidFill>
                <a:latin typeface="Calibri" pitchFamily="34" charset="0"/>
                <a:ea typeface="Calibri" pitchFamily="34" charset="-122"/>
                <a:cs typeface="Calibri" pitchFamily="34" charset="-120"/>
              </a:rPr>
              <a:t>We check the results and find better ways.</a:t>
            </a:r>
            <a:endParaRPr lang="en-US" sz="1400" dirty="0"/>
          </a:p>
        </p:txBody>
      </p:sp>
      <p:sp>
        <p:nvSpPr>
          <p:cNvPr id="30" name="a7-fade"/>
          <p:cNvSpPr txBox="1"/>
          <p:nvPr/>
        </p:nvSpPr>
        <p:spPr>
          <a:xfrm>
            <a:off x="1280160" y="5559552"/>
            <a:ext cx="9628632" cy="566928"/>
          </a:xfrm>
          <a:prstGeom prst="roundRect">
            <a:avLst>
              <a:gd name="adj" fmla="val 19355"/>
            </a:avLst>
          </a:prstGeom>
          <a:solidFill>
            <a:srgbClr val="FBF1E2"/>
          </a:solidFill>
          <a:ln/>
        </p:spPr>
        <p:txBody>
          <a:bodyPr wrap="square" lIns="0" tIns="0" rIns="0" bIns="0" rtlCol="0" anchor="ctr"/>
          <a:lstStyle/>
          <a:p>
            <a:pPr algn="ctr" indent="0" marL="0">
              <a:buNone/>
            </a:pPr>
            <a:r>
              <a:rPr lang="en-US" sz="1600" i="1" dirty="0">
                <a:solidFill>
                  <a:srgbClr val="1B2A4A"/>
                </a:solidFill>
                <a:latin typeface="Calibri" pitchFamily="34" charset="0"/>
                <a:ea typeface="Calibri" pitchFamily="34" charset="-122"/>
                <a:cs typeface="Calibri" pitchFamily="34" charset="-120"/>
              </a:rPr>
              <a:t>I took part in each step: planning, helping the pastry chef, selling and accounting.</a:t>
            </a:r>
            <a:endParaRPr lang="en-US" sz="1600" dirty="0"/>
          </a:p>
        </p:txBody>
      </p:sp>
      <p:sp>
        <p:nvSpPr>
          <p:cNvPr id="31" name="Text 24"/>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32" name="Text 25"/>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7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50"/>
                                        <p:tgtEl>
                                          <p:spTgt spid="4"/>
                                        </p:tgtEl>
                                      </p:cBhvr>
                                    </p:animEffect>
                                  </p:childTnLst>
                                </p:cTn>
                              </p:par>
                              <p:par>
                                <p:cTn id="8" presetID="53" presetClass="entr" presetSubtype="16" fill="hold" grpId="0" nodeType="withEffect">
                                  <p:stCondLst>
                                    <p:cond delay="385"/>
                                  </p:stCondLst>
                                  <p:childTnLst>
                                    <p:set>
                                      <p:cBhvr>
                                        <p:cTn id="9" dur="1" fill="hold">
                                          <p:stCondLst>
                                            <p:cond delay="0"/>
                                          </p:stCondLst>
                                        </p:cTn>
                                        <p:tgtEl>
                                          <p:spTgt spid="5"/>
                                        </p:tgtEl>
                                        <p:attrNameLst>
                                          <p:attrName>style.visibility</p:attrName>
                                        </p:attrNameLst>
                                      </p:cBhvr>
                                      <p:to>
                                        <p:strVal val="visible"/>
                                      </p:to>
                                    </p:set>
                                    <p:anim calcmode="lin" valueType="num">
                                      <p:cBhvr>
                                        <p:cTn id="10" dur="450" fill="hold"/>
                                        <p:tgtEl>
                                          <p:spTgt spid="5"/>
                                        </p:tgtEl>
                                        <p:attrNameLst>
                                          <p:attrName>ppt_w</p:attrName>
                                        </p:attrNameLst>
                                      </p:cBhvr>
                                      <p:tavLst>
                                        <p:tav tm="0">
                                          <p:val>
                                            <p:fltVal val="0"/>
                                          </p:val>
                                        </p:tav>
                                        <p:tav tm="100000">
                                          <p:val>
                                            <p:strVal val="#ppt_w"/>
                                          </p:val>
                                        </p:tav>
                                      </p:tavLst>
                                    </p:anim>
                                    <p:anim calcmode="lin" valueType="num">
                                      <p:cBhvr>
                                        <p:cTn id="11" dur="450" fill="hold"/>
                                        <p:tgtEl>
                                          <p:spTgt spid="5"/>
                                        </p:tgtEl>
                                        <p:attrNameLst>
                                          <p:attrName>ppt_h</p:attrName>
                                        </p:attrNameLst>
                                      </p:cBhvr>
                                      <p:tavLst>
                                        <p:tav tm="0">
                                          <p:val>
                                            <p:fltVal val="0"/>
                                          </p:val>
                                        </p:tav>
                                        <p:tav tm="100000">
                                          <p:val>
                                            <p:strVal val="#ppt_h"/>
                                          </p:val>
                                        </p:tav>
                                      </p:tavLst>
                                    </p:anim>
                                    <p:animEffect transition="in" filter="fade">
                                      <p:cBhvr>
                                        <p:cTn id="12" dur="450"/>
                                        <p:tgtEl>
                                          <p:spTgt spid="5"/>
                                        </p:tgtEl>
                                      </p:cBhvr>
                                    </p:animEffect>
                                  </p:childTnLst>
                                </p:cTn>
                              </p:par>
                              <p:par>
                                <p:cTn id="13" presetID="53" presetClass="entr" presetSubtype="16" fill="hold" grpId="0" nodeType="withEffect">
                                  <p:stCondLst>
                                    <p:cond delay="385"/>
                                  </p:stCondLst>
                                  <p:childTnLst>
                                    <p:set>
                                      <p:cBhvr>
                                        <p:cTn id="14" dur="1" fill="hold">
                                          <p:stCondLst>
                                            <p:cond delay="0"/>
                                          </p:stCondLst>
                                        </p:cTn>
                                        <p:tgtEl>
                                          <p:spTgt spid="6"/>
                                        </p:tgtEl>
                                        <p:attrNameLst>
                                          <p:attrName>style.visibility</p:attrName>
                                        </p:attrNameLst>
                                      </p:cBhvr>
                                      <p:to>
                                        <p:strVal val="visible"/>
                                      </p:to>
                                    </p:set>
                                    <p:anim calcmode="lin" valueType="num">
                                      <p:cBhvr>
                                        <p:cTn id="15" dur="450" fill="hold"/>
                                        <p:tgtEl>
                                          <p:spTgt spid="6"/>
                                        </p:tgtEl>
                                        <p:attrNameLst>
                                          <p:attrName>ppt_w</p:attrName>
                                        </p:attrNameLst>
                                      </p:cBhvr>
                                      <p:tavLst>
                                        <p:tav tm="0">
                                          <p:val>
                                            <p:fltVal val="0"/>
                                          </p:val>
                                        </p:tav>
                                        <p:tav tm="100000">
                                          <p:val>
                                            <p:strVal val="#ppt_w"/>
                                          </p:val>
                                        </p:tav>
                                      </p:tavLst>
                                    </p:anim>
                                    <p:anim calcmode="lin" valueType="num">
                                      <p:cBhvr>
                                        <p:cTn id="16" dur="450" fill="hold"/>
                                        <p:tgtEl>
                                          <p:spTgt spid="6"/>
                                        </p:tgtEl>
                                        <p:attrNameLst>
                                          <p:attrName>ppt_h</p:attrName>
                                        </p:attrNameLst>
                                      </p:cBhvr>
                                      <p:tavLst>
                                        <p:tav tm="0">
                                          <p:val>
                                            <p:fltVal val="0"/>
                                          </p:val>
                                        </p:tav>
                                        <p:tav tm="100000">
                                          <p:val>
                                            <p:strVal val="#ppt_h"/>
                                          </p:val>
                                        </p:tav>
                                      </p:tavLst>
                                    </p:anim>
                                    <p:animEffect transition="in" filter="fade">
                                      <p:cBhvr>
                                        <p:cTn id="17" dur="450"/>
                                        <p:tgtEl>
                                          <p:spTgt spid="6"/>
                                        </p:tgtEl>
                                      </p:cBhvr>
                                    </p:animEffect>
                                  </p:childTnLst>
                                </p:cTn>
                              </p:par>
                              <p:par>
                                <p:cTn id="18" presetID="53" presetClass="entr" presetSubtype="16" fill="hold" grpId="0" nodeType="withEffect">
                                  <p:stCondLst>
                                    <p:cond delay="385"/>
                                  </p:stCondLst>
                                  <p:childTnLst>
                                    <p:set>
                                      <p:cBhvr>
                                        <p:cTn id="19" dur="1" fill="hold">
                                          <p:stCondLst>
                                            <p:cond delay="0"/>
                                          </p:stCondLst>
                                        </p:cTn>
                                        <p:tgtEl>
                                          <p:spTgt spid="7"/>
                                        </p:tgtEl>
                                        <p:attrNameLst>
                                          <p:attrName>style.visibility</p:attrName>
                                        </p:attrNameLst>
                                      </p:cBhvr>
                                      <p:to>
                                        <p:strVal val="visible"/>
                                      </p:to>
                                    </p:set>
                                    <p:anim calcmode="lin" valueType="num">
                                      <p:cBhvr>
                                        <p:cTn id="20" dur="450" fill="hold"/>
                                        <p:tgtEl>
                                          <p:spTgt spid="7"/>
                                        </p:tgtEl>
                                        <p:attrNameLst>
                                          <p:attrName>ppt_w</p:attrName>
                                        </p:attrNameLst>
                                      </p:cBhvr>
                                      <p:tavLst>
                                        <p:tav tm="0">
                                          <p:val>
                                            <p:fltVal val="0"/>
                                          </p:val>
                                        </p:tav>
                                        <p:tav tm="100000">
                                          <p:val>
                                            <p:strVal val="#ppt_w"/>
                                          </p:val>
                                        </p:tav>
                                      </p:tavLst>
                                    </p:anim>
                                    <p:anim calcmode="lin" valueType="num">
                                      <p:cBhvr>
                                        <p:cTn id="21" dur="450" fill="hold"/>
                                        <p:tgtEl>
                                          <p:spTgt spid="7"/>
                                        </p:tgtEl>
                                        <p:attrNameLst>
                                          <p:attrName>ppt_h</p:attrName>
                                        </p:attrNameLst>
                                      </p:cBhvr>
                                      <p:tavLst>
                                        <p:tav tm="0">
                                          <p:val>
                                            <p:fltVal val="0"/>
                                          </p:val>
                                        </p:tav>
                                        <p:tav tm="100000">
                                          <p:val>
                                            <p:strVal val="#ppt_h"/>
                                          </p:val>
                                        </p:tav>
                                      </p:tavLst>
                                    </p:anim>
                                    <p:animEffect transition="in" filter="fade">
                                      <p:cBhvr>
                                        <p:cTn id="22" dur="450"/>
                                        <p:tgtEl>
                                          <p:spTgt spid="7"/>
                                        </p:tgtEl>
                                      </p:cBhvr>
                                    </p:animEffect>
                                  </p:childTnLst>
                                </p:cTn>
                              </p:par>
                              <p:par>
                                <p:cTn id="23" presetID="53" presetClass="entr" presetSubtype="16" fill="hold" grpId="0" nodeType="withEffect">
                                  <p:stCondLst>
                                    <p:cond delay="385"/>
                                  </p:stCondLst>
                                  <p:childTnLst>
                                    <p:set>
                                      <p:cBhvr>
                                        <p:cTn id="24" dur="1" fill="hold">
                                          <p:stCondLst>
                                            <p:cond delay="0"/>
                                          </p:stCondLst>
                                        </p:cTn>
                                        <p:tgtEl>
                                          <p:spTgt spid="8"/>
                                        </p:tgtEl>
                                        <p:attrNameLst>
                                          <p:attrName>style.visibility</p:attrName>
                                        </p:attrNameLst>
                                      </p:cBhvr>
                                      <p:to>
                                        <p:strVal val="visible"/>
                                      </p:to>
                                    </p:set>
                                    <p:anim calcmode="lin" valueType="num">
                                      <p:cBhvr>
                                        <p:cTn id="25" dur="450" fill="hold"/>
                                        <p:tgtEl>
                                          <p:spTgt spid="8"/>
                                        </p:tgtEl>
                                        <p:attrNameLst>
                                          <p:attrName>ppt_w</p:attrName>
                                        </p:attrNameLst>
                                      </p:cBhvr>
                                      <p:tavLst>
                                        <p:tav tm="0">
                                          <p:val>
                                            <p:fltVal val="0"/>
                                          </p:val>
                                        </p:tav>
                                        <p:tav tm="100000">
                                          <p:val>
                                            <p:strVal val="#ppt_w"/>
                                          </p:val>
                                        </p:tav>
                                      </p:tavLst>
                                    </p:anim>
                                    <p:anim calcmode="lin" valueType="num">
                                      <p:cBhvr>
                                        <p:cTn id="26" dur="450" fill="hold"/>
                                        <p:tgtEl>
                                          <p:spTgt spid="8"/>
                                        </p:tgtEl>
                                        <p:attrNameLst>
                                          <p:attrName>ppt_h</p:attrName>
                                        </p:attrNameLst>
                                      </p:cBhvr>
                                      <p:tavLst>
                                        <p:tav tm="0">
                                          <p:val>
                                            <p:fltVal val="0"/>
                                          </p:val>
                                        </p:tav>
                                        <p:tav tm="100000">
                                          <p:val>
                                            <p:strVal val="#ppt_h"/>
                                          </p:val>
                                        </p:tav>
                                      </p:tavLst>
                                    </p:anim>
                                    <p:animEffect transition="in" filter="fade">
                                      <p:cBhvr>
                                        <p:cTn id="27" dur="450"/>
                                        <p:tgtEl>
                                          <p:spTgt spid="8"/>
                                        </p:tgtEl>
                                      </p:cBhvr>
                                    </p:animEffect>
                                  </p:childTnLst>
                                </p:cTn>
                              </p:par>
                              <p:par>
                                <p:cTn id="28" presetID="53" presetClass="entr" presetSubtype="16" fill="hold" grpId="0" nodeType="withEffect">
                                  <p:stCondLst>
                                    <p:cond delay="385"/>
                                  </p:stCondLst>
                                  <p:childTnLst>
                                    <p:set>
                                      <p:cBhvr>
                                        <p:cTn id="29" dur="1" fill="hold">
                                          <p:stCondLst>
                                            <p:cond delay="0"/>
                                          </p:stCondLst>
                                        </p:cTn>
                                        <p:tgtEl>
                                          <p:spTgt spid="9"/>
                                        </p:tgtEl>
                                        <p:attrNameLst>
                                          <p:attrName>style.visibility</p:attrName>
                                        </p:attrNameLst>
                                      </p:cBhvr>
                                      <p:to>
                                        <p:strVal val="visible"/>
                                      </p:to>
                                    </p:set>
                                    <p:anim calcmode="lin" valueType="num">
                                      <p:cBhvr>
                                        <p:cTn id="30" dur="450" fill="hold"/>
                                        <p:tgtEl>
                                          <p:spTgt spid="9"/>
                                        </p:tgtEl>
                                        <p:attrNameLst>
                                          <p:attrName>ppt_w</p:attrName>
                                        </p:attrNameLst>
                                      </p:cBhvr>
                                      <p:tavLst>
                                        <p:tav tm="0">
                                          <p:val>
                                            <p:fltVal val="0"/>
                                          </p:val>
                                        </p:tav>
                                        <p:tav tm="100000">
                                          <p:val>
                                            <p:strVal val="#ppt_w"/>
                                          </p:val>
                                        </p:tav>
                                      </p:tavLst>
                                    </p:anim>
                                    <p:anim calcmode="lin" valueType="num">
                                      <p:cBhvr>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3" presetID="53" presetClass="entr" presetSubtype="16" fill="hold" grpId="0" nodeType="withEffect">
                                  <p:stCondLst>
                                    <p:cond delay="7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450" fill="hold"/>
                                        <p:tgtEl>
                                          <p:spTgt spid="10"/>
                                        </p:tgtEl>
                                        <p:attrNameLst>
                                          <p:attrName>ppt_w</p:attrName>
                                        </p:attrNameLst>
                                      </p:cBhvr>
                                      <p:tavLst>
                                        <p:tav tm="0">
                                          <p:val>
                                            <p:fltVal val="0"/>
                                          </p:val>
                                        </p:tav>
                                        <p:tav tm="100000">
                                          <p:val>
                                            <p:strVal val="#ppt_w"/>
                                          </p:val>
                                        </p:tav>
                                      </p:tavLst>
                                    </p:anim>
                                    <p:anim calcmode="lin" valueType="num">
                                      <p:cBhvr>
                                        <p:cTn id="36" dur="450" fill="hold"/>
                                        <p:tgtEl>
                                          <p:spTgt spid="10"/>
                                        </p:tgtEl>
                                        <p:attrNameLst>
                                          <p:attrName>ppt_h</p:attrName>
                                        </p:attrNameLst>
                                      </p:cBhvr>
                                      <p:tavLst>
                                        <p:tav tm="0">
                                          <p:val>
                                            <p:fltVal val="0"/>
                                          </p:val>
                                        </p:tav>
                                        <p:tav tm="100000">
                                          <p:val>
                                            <p:strVal val="#ppt_h"/>
                                          </p:val>
                                        </p:tav>
                                      </p:tavLst>
                                    </p:anim>
                                    <p:animEffect transition="in" filter="fade">
                                      <p:cBhvr>
                                        <p:cTn id="37" dur="450"/>
                                        <p:tgtEl>
                                          <p:spTgt spid="10"/>
                                        </p:tgtEl>
                                      </p:cBhvr>
                                    </p:animEffect>
                                  </p:childTnLst>
                                </p:cTn>
                              </p:par>
                              <p:par>
                                <p:cTn id="38" presetID="53" presetClass="entr" presetSubtype="16" fill="hold" grpId="0" nodeType="withEffect">
                                  <p:stCondLst>
                                    <p:cond delay="700"/>
                                  </p:stCondLst>
                                  <p:childTnLst>
                                    <p:set>
                                      <p:cBhvr>
                                        <p:cTn id="39" dur="1" fill="hold">
                                          <p:stCondLst>
                                            <p:cond delay="0"/>
                                          </p:stCondLst>
                                        </p:cTn>
                                        <p:tgtEl>
                                          <p:spTgt spid="11"/>
                                        </p:tgtEl>
                                        <p:attrNameLst>
                                          <p:attrName>style.visibility</p:attrName>
                                        </p:attrNameLst>
                                      </p:cBhvr>
                                      <p:to>
                                        <p:strVal val="visible"/>
                                      </p:to>
                                    </p:set>
                                    <p:anim calcmode="lin" valueType="num">
                                      <p:cBhvr>
                                        <p:cTn id="40" dur="450" fill="hold"/>
                                        <p:tgtEl>
                                          <p:spTgt spid="11"/>
                                        </p:tgtEl>
                                        <p:attrNameLst>
                                          <p:attrName>ppt_w</p:attrName>
                                        </p:attrNameLst>
                                      </p:cBhvr>
                                      <p:tavLst>
                                        <p:tav tm="0">
                                          <p:val>
                                            <p:fltVal val="0"/>
                                          </p:val>
                                        </p:tav>
                                        <p:tav tm="100000">
                                          <p:val>
                                            <p:strVal val="#ppt_w"/>
                                          </p:val>
                                        </p:tav>
                                      </p:tavLst>
                                    </p:anim>
                                    <p:anim calcmode="lin" valueType="num">
                                      <p:cBhvr>
                                        <p:cTn id="41" dur="450" fill="hold"/>
                                        <p:tgtEl>
                                          <p:spTgt spid="11"/>
                                        </p:tgtEl>
                                        <p:attrNameLst>
                                          <p:attrName>ppt_h</p:attrName>
                                        </p:attrNameLst>
                                      </p:cBhvr>
                                      <p:tavLst>
                                        <p:tav tm="0">
                                          <p:val>
                                            <p:fltVal val="0"/>
                                          </p:val>
                                        </p:tav>
                                        <p:tav tm="100000">
                                          <p:val>
                                            <p:strVal val="#ppt_h"/>
                                          </p:val>
                                        </p:tav>
                                      </p:tavLst>
                                    </p:anim>
                                    <p:animEffect transition="in" filter="fade">
                                      <p:cBhvr>
                                        <p:cTn id="42" dur="450"/>
                                        <p:tgtEl>
                                          <p:spTgt spid="11"/>
                                        </p:tgtEl>
                                      </p:cBhvr>
                                    </p:animEffect>
                                  </p:childTnLst>
                                </p:cTn>
                              </p:par>
                              <p:par>
                                <p:cTn id="43" presetID="53" presetClass="entr" presetSubtype="16" fill="hold" grpId="0" nodeType="withEffect">
                                  <p:stCondLst>
                                    <p:cond delay="700"/>
                                  </p:stCondLst>
                                  <p:childTnLst>
                                    <p:set>
                                      <p:cBhvr>
                                        <p:cTn id="44" dur="1" fill="hold">
                                          <p:stCondLst>
                                            <p:cond delay="0"/>
                                          </p:stCondLst>
                                        </p:cTn>
                                        <p:tgtEl>
                                          <p:spTgt spid="12"/>
                                        </p:tgtEl>
                                        <p:attrNameLst>
                                          <p:attrName>style.visibility</p:attrName>
                                        </p:attrNameLst>
                                      </p:cBhvr>
                                      <p:to>
                                        <p:strVal val="visible"/>
                                      </p:to>
                                    </p:set>
                                    <p:anim calcmode="lin" valueType="num">
                                      <p:cBhvr>
                                        <p:cTn id="45" dur="450" fill="hold"/>
                                        <p:tgtEl>
                                          <p:spTgt spid="12"/>
                                        </p:tgtEl>
                                        <p:attrNameLst>
                                          <p:attrName>ppt_w</p:attrName>
                                        </p:attrNameLst>
                                      </p:cBhvr>
                                      <p:tavLst>
                                        <p:tav tm="0">
                                          <p:val>
                                            <p:fltVal val="0"/>
                                          </p:val>
                                        </p:tav>
                                        <p:tav tm="100000">
                                          <p:val>
                                            <p:strVal val="#ppt_w"/>
                                          </p:val>
                                        </p:tav>
                                      </p:tavLst>
                                    </p:anim>
                                    <p:anim calcmode="lin" valueType="num">
                                      <p:cBhvr>
                                        <p:cTn id="46" dur="450" fill="hold"/>
                                        <p:tgtEl>
                                          <p:spTgt spid="12"/>
                                        </p:tgtEl>
                                        <p:attrNameLst>
                                          <p:attrName>ppt_h</p:attrName>
                                        </p:attrNameLst>
                                      </p:cBhvr>
                                      <p:tavLst>
                                        <p:tav tm="0">
                                          <p:val>
                                            <p:fltVal val="0"/>
                                          </p:val>
                                        </p:tav>
                                        <p:tav tm="100000">
                                          <p:val>
                                            <p:strVal val="#ppt_h"/>
                                          </p:val>
                                        </p:tav>
                                      </p:tavLst>
                                    </p:anim>
                                    <p:animEffect transition="in" filter="fade">
                                      <p:cBhvr>
                                        <p:cTn id="47" dur="450"/>
                                        <p:tgtEl>
                                          <p:spTgt spid="12"/>
                                        </p:tgtEl>
                                      </p:cBhvr>
                                    </p:animEffect>
                                  </p:childTnLst>
                                </p:cTn>
                              </p:par>
                              <p:par>
                                <p:cTn id="48" presetID="53" presetClass="entr" presetSubtype="16" fill="hold" grpId="0" nodeType="withEffect">
                                  <p:stCondLst>
                                    <p:cond delay="700"/>
                                  </p:stCondLst>
                                  <p:childTnLst>
                                    <p:set>
                                      <p:cBhvr>
                                        <p:cTn id="49" dur="1" fill="hold">
                                          <p:stCondLst>
                                            <p:cond delay="0"/>
                                          </p:stCondLst>
                                        </p:cTn>
                                        <p:tgtEl>
                                          <p:spTgt spid="13"/>
                                        </p:tgtEl>
                                        <p:attrNameLst>
                                          <p:attrName>style.visibility</p:attrName>
                                        </p:attrNameLst>
                                      </p:cBhvr>
                                      <p:to>
                                        <p:strVal val="visible"/>
                                      </p:to>
                                    </p:set>
                                    <p:anim calcmode="lin" valueType="num">
                                      <p:cBhvr>
                                        <p:cTn id="50" dur="450" fill="hold"/>
                                        <p:tgtEl>
                                          <p:spTgt spid="13"/>
                                        </p:tgtEl>
                                        <p:attrNameLst>
                                          <p:attrName>ppt_w</p:attrName>
                                        </p:attrNameLst>
                                      </p:cBhvr>
                                      <p:tavLst>
                                        <p:tav tm="0">
                                          <p:val>
                                            <p:fltVal val="0"/>
                                          </p:val>
                                        </p:tav>
                                        <p:tav tm="100000">
                                          <p:val>
                                            <p:strVal val="#ppt_w"/>
                                          </p:val>
                                        </p:tav>
                                      </p:tavLst>
                                    </p:anim>
                                    <p:anim calcmode="lin" valueType="num">
                                      <p:cBhvr>
                                        <p:cTn id="51" dur="450" fill="hold"/>
                                        <p:tgtEl>
                                          <p:spTgt spid="13"/>
                                        </p:tgtEl>
                                        <p:attrNameLst>
                                          <p:attrName>ppt_h</p:attrName>
                                        </p:attrNameLst>
                                      </p:cBhvr>
                                      <p:tavLst>
                                        <p:tav tm="0">
                                          <p:val>
                                            <p:fltVal val="0"/>
                                          </p:val>
                                        </p:tav>
                                        <p:tav tm="100000">
                                          <p:val>
                                            <p:strVal val="#ppt_h"/>
                                          </p:val>
                                        </p:tav>
                                      </p:tavLst>
                                    </p:anim>
                                    <p:animEffect transition="in" filter="fade">
                                      <p:cBhvr>
                                        <p:cTn id="52" dur="450"/>
                                        <p:tgtEl>
                                          <p:spTgt spid="13"/>
                                        </p:tgtEl>
                                      </p:cBhvr>
                                    </p:animEffect>
                                  </p:childTnLst>
                                </p:cTn>
                              </p:par>
                              <p:par>
                                <p:cTn id="53" presetID="53" presetClass="entr" presetSubtype="16" fill="hold" grpId="0" nodeType="withEffect">
                                  <p:stCondLst>
                                    <p:cond delay="700"/>
                                  </p:stCondLst>
                                  <p:childTnLst>
                                    <p:set>
                                      <p:cBhvr>
                                        <p:cTn id="54" dur="1" fill="hold">
                                          <p:stCondLst>
                                            <p:cond delay="0"/>
                                          </p:stCondLst>
                                        </p:cTn>
                                        <p:tgtEl>
                                          <p:spTgt spid="14"/>
                                        </p:tgtEl>
                                        <p:attrNameLst>
                                          <p:attrName>style.visibility</p:attrName>
                                        </p:attrNameLst>
                                      </p:cBhvr>
                                      <p:to>
                                        <p:strVal val="visible"/>
                                      </p:to>
                                    </p:set>
                                    <p:anim calcmode="lin" valueType="num">
                                      <p:cBhvr>
                                        <p:cTn id="55" dur="450" fill="hold"/>
                                        <p:tgtEl>
                                          <p:spTgt spid="14"/>
                                        </p:tgtEl>
                                        <p:attrNameLst>
                                          <p:attrName>ppt_w</p:attrName>
                                        </p:attrNameLst>
                                      </p:cBhvr>
                                      <p:tavLst>
                                        <p:tav tm="0">
                                          <p:val>
                                            <p:fltVal val="0"/>
                                          </p:val>
                                        </p:tav>
                                        <p:tav tm="100000">
                                          <p:val>
                                            <p:strVal val="#ppt_w"/>
                                          </p:val>
                                        </p:tav>
                                      </p:tavLst>
                                    </p:anim>
                                    <p:anim calcmode="lin" valueType="num">
                                      <p:cBhvr>
                                        <p:cTn id="56" dur="450" fill="hold"/>
                                        <p:tgtEl>
                                          <p:spTgt spid="14"/>
                                        </p:tgtEl>
                                        <p:attrNameLst>
                                          <p:attrName>ppt_h</p:attrName>
                                        </p:attrNameLst>
                                      </p:cBhvr>
                                      <p:tavLst>
                                        <p:tav tm="0">
                                          <p:val>
                                            <p:fltVal val="0"/>
                                          </p:val>
                                        </p:tav>
                                        <p:tav tm="100000">
                                          <p:val>
                                            <p:strVal val="#ppt_h"/>
                                          </p:val>
                                        </p:tav>
                                      </p:tavLst>
                                    </p:anim>
                                    <p:animEffect transition="in" filter="fade">
                                      <p:cBhvr>
                                        <p:cTn id="57" dur="450"/>
                                        <p:tgtEl>
                                          <p:spTgt spid="14"/>
                                        </p:tgtEl>
                                      </p:cBhvr>
                                    </p:animEffect>
                                  </p:childTnLst>
                                </p:cTn>
                              </p:par>
                              <p:par>
                                <p:cTn id="58" presetID="53" presetClass="entr" presetSubtype="16" fill="hold" grpId="0" nodeType="withEffect">
                                  <p:stCondLst>
                                    <p:cond delay="1015"/>
                                  </p:stCondLst>
                                  <p:childTnLst>
                                    <p:set>
                                      <p:cBhvr>
                                        <p:cTn id="59" dur="1" fill="hold">
                                          <p:stCondLst>
                                            <p:cond delay="0"/>
                                          </p:stCondLst>
                                        </p:cTn>
                                        <p:tgtEl>
                                          <p:spTgt spid="15"/>
                                        </p:tgtEl>
                                        <p:attrNameLst>
                                          <p:attrName>style.visibility</p:attrName>
                                        </p:attrNameLst>
                                      </p:cBhvr>
                                      <p:to>
                                        <p:strVal val="visible"/>
                                      </p:to>
                                    </p:set>
                                    <p:anim calcmode="lin" valueType="num">
                                      <p:cBhvr>
                                        <p:cTn id="60" dur="450" fill="hold"/>
                                        <p:tgtEl>
                                          <p:spTgt spid="15"/>
                                        </p:tgtEl>
                                        <p:attrNameLst>
                                          <p:attrName>ppt_w</p:attrName>
                                        </p:attrNameLst>
                                      </p:cBhvr>
                                      <p:tavLst>
                                        <p:tav tm="0">
                                          <p:val>
                                            <p:fltVal val="0"/>
                                          </p:val>
                                        </p:tav>
                                        <p:tav tm="100000">
                                          <p:val>
                                            <p:strVal val="#ppt_w"/>
                                          </p:val>
                                        </p:tav>
                                      </p:tavLst>
                                    </p:anim>
                                    <p:anim calcmode="lin" valueType="num">
                                      <p:cBhvr>
                                        <p:cTn id="61" dur="450" fill="hold"/>
                                        <p:tgtEl>
                                          <p:spTgt spid="15"/>
                                        </p:tgtEl>
                                        <p:attrNameLst>
                                          <p:attrName>ppt_h</p:attrName>
                                        </p:attrNameLst>
                                      </p:cBhvr>
                                      <p:tavLst>
                                        <p:tav tm="0">
                                          <p:val>
                                            <p:fltVal val="0"/>
                                          </p:val>
                                        </p:tav>
                                        <p:tav tm="100000">
                                          <p:val>
                                            <p:strVal val="#ppt_h"/>
                                          </p:val>
                                        </p:tav>
                                      </p:tavLst>
                                    </p:anim>
                                    <p:animEffect transition="in" filter="fade">
                                      <p:cBhvr>
                                        <p:cTn id="62" dur="450"/>
                                        <p:tgtEl>
                                          <p:spTgt spid="15"/>
                                        </p:tgtEl>
                                      </p:cBhvr>
                                    </p:animEffect>
                                  </p:childTnLst>
                                </p:cTn>
                              </p:par>
                              <p:par>
                                <p:cTn id="63" presetID="53" presetClass="entr" presetSubtype="16" fill="hold" grpId="0" nodeType="withEffect">
                                  <p:stCondLst>
                                    <p:cond delay="1015"/>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1015"/>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par>
                                <p:cTn id="73" presetID="53" presetClass="entr" presetSubtype="16" fill="hold" grpId="0" nodeType="withEffect">
                                  <p:stCondLst>
                                    <p:cond delay="1015"/>
                                  </p:stCondLst>
                                  <p:childTnLst>
                                    <p:set>
                                      <p:cBhvr>
                                        <p:cTn id="74" dur="1" fill="hold">
                                          <p:stCondLst>
                                            <p:cond delay="0"/>
                                          </p:stCondLst>
                                        </p:cTn>
                                        <p:tgtEl>
                                          <p:spTgt spid="18"/>
                                        </p:tgtEl>
                                        <p:attrNameLst>
                                          <p:attrName>style.visibility</p:attrName>
                                        </p:attrNameLst>
                                      </p:cBhvr>
                                      <p:to>
                                        <p:strVal val="visible"/>
                                      </p:to>
                                    </p:set>
                                    <p:anim calcmode="lin" valueType="num">
                                      <p:cBhvr>
                                        <p:cTn id="75" dur="450" fill="hold"/>
                                        <p:tgtEl>
                                          <p:spTgt spid="18"/>
                                        </p:tgtEl>
                                        <p:attrNameLst>
                                          <p:attrName>ppt_w</p:attrName>
                                        </p:attrNameLst>
                                      </p:cBhvr>
                                      <p:tavLst>
                                        <p:tav tm="0">
                                          <p:val>
                                            <p:fltVal val="0"/>
                                          </p:val>
                                        </p:tav>
                                        <p:tav tm="100000">
                                          <p:val>
                                            <p:strVal val="#ppt_w"/>
                                          </p:val>
                                        </p:tav>
                                      </p:tavLst>
                                    </p:anim>
                                    <p:anim calcmode="lin" valueType="num">
                                      <p:cBhvr>
                                        <p:cTn id="76" dur="450" fill="hold"/>
                                        <p:tgtEl>
                                          <p:spTgt spid="18"/>
                                        </p:tgtEl>
                                        <p:attrNameLst>
                                          <p:attrName>ppt_h</p:attrName>
                                        </p:attrNameLst>
                                      </p:cBhvr>
                                      <p:tavLst>
                                        <p:tav tm="0">
                                          <p:val>
                                            <p:fltVal val="0"/>
                                          </p:val>
                                        </p:tav>
                                        <p:tav tm="100000">
                                          <p:val>
                                            <p:strVal val="#ppt_h"/>
                                          </p:val>
                                        </p:tav>
                                      </p:tavLst>
                                    </p:anim>
                                    <p:animEffect transition="in" filter="fade">
                                      <p:cBhvr>
                                        <p:cTn id="77" dur="450"/>
                                        <p:tgtEl>
                                          <p:spTgt spid="18"/>
                                        </p:tgtEl>
                                      </p:cBhvr>
                                    </p:animEffect>
                                  </p:childTnLst>
                                </p:cTn>
                              </p:par>
                              <p:par>
                                <p:cTn id="78" presetID="53" presetClass="entr" presetSubtype="16" fill="hold" grpId="0" nodeType="withEffect">
                                  <p:stCondLst>
                                    <p:cond delay="1015"/>
                                  </p:stCondLst>
                                  <p:childTnLst>
                                    <p:set>
                                      <p:cBhvr>
                                        <p:cTn id="79" dur="1" fill="hold">
                                          <p:stCondLst>
                                            <p:cond delay="0"/>
                                          </p:stCondLst>
                                        </p:cTn>
                                        <p:tgtEl>
                                          <p:spTgt spid="19"/>
                                        </p:tgtEl>
                                        <p:attrNameLst>
                                          <p:attrName>style.visibility</p:attrName>
                                        </p:attrNameLst>
                                      </p:cBhvr>
                                      <p:to>
                                        <p:strVal val="visible"/>
                                      </p:to>
                                    </p:set>
                                    <p:anim calcmode="lin" valueType="num">
                                      <p:cBhvr>
                                        <p:cTn id="80" dur="450" fill="hold"/>
                                        <p:tgtEl>
                                          <p:spTgt spid="19"/>
                                        </p:tgtEl>
                                        <p:attrNameLst>
                                          <p:attrName>ppt_w</p:attrName>
                                        </p:attrNameLst>
                                      </p:cBhvr>
                                      <p:tavLst>
                                        <p:tav tm="0">
                                          <p:val>
                                            <p:fltVal val="0"/>
                                          </p:val>
                                        </p:tav>
                                        <p:tav tm="100000">
                                          <p:val>
                                            <p:strVal val="#ppt_w"/>
                                          </p:val>
                                        </p:tav>
                                      </p:tavLst>
                                    </p:anim>
                                    <p:anim calcmode="lin" valueType="num">
                                      <p:cBhvr>
                                        <p:cTn id="81" dur="450" fill="hold"/>
                                        <p:tgtEl>
                                          <p:spTgt spid="19"/>
                                        </p:tgtEl>
                                        <p:attrNameLst>
                                          <p:attrName>ppt_h</p:attrName>
                                        </p:attrNameLst>
                                      </p:cBhvr>
                                      <p:tavLst>
                                        <p:tav tm="0">
                                          <p:val>
                                            <p:fltVal val="0"/>
                                          </p:val>
                                        </p:tav>
                                        <p:tav tm="100000">
                                          <p:val>
                                            <p:strVal val="#ppt_h"/>
                                          </p:val>
                                        </p:tav>
                                      </p:tavLst>
                                    </p:anim>
                                    <p:animEffect transition="in" filter="fade">
                                      <p:cBhvr>
                                        <p:cTn id="82" dur="450"/>
                                        <p:tgtEl>
                                          <p:spTgt spid="19"/>
                                        </p:tgtEl>
                                      </p:cBhvr>
                                    </p:animEffect>
                                  </p:childTnLst>
                                </p:cTn>
                              </p:par>
                              <p:par>
                                <p:cTn id="83" presetID="53" presetClass="entr" presetSubtype="16" fill="hold" grpId="0" nodeType="withEffect">
                                  <p:stCondLst>
                                    <p:cond delay="1330"/>
                                  </p:stCondLst>
                                  <p:childTnLst>
                                    <p:set>
                                      <p:cBhvr>
                                        <p:cTn id="84" dur="1" fill="hold">
                                          <p:stCondLst>
                                            <p:cond delay="0"/>
                                          </p:stCondLst>
                                        </p:cTn>
                                        <p:tgtEl>
                                          <p:spTgt spid="20"/>
                                        </p:tgtEl>
                                        <p:attrNameLst>
                                          <p:attrName>style.visibility</p:attrName>
                                        </p:attrNameLst>
                                      </p:cBhvr>
                                      <p:to>
                                        <p:strVal val="visible"/>
                                      </p:to>
                                    </p:set>
                                    <p:anim calcmode="lin" valueType="num">
                                      <p:cBhvr>
                                        <p:cTn id="85" dur="450" fill="hold"/>
                                        <p:tgtEl>
                                          <p:spTgt spid="20"/>
                                        </p:tgtEl>
                                        <p:attrNameLst>
                                          <p:attrName>ppt_w</p:attrName>
                                        </p:attrNameLst>
                                      </p:cBhvr>
                                      <p:tavLst>
                                        <p:tav tm="0">
                                          <p:val>
                                            <p:fltVal val="0"/>
                                          </p:val>
                                        </p:tav>
                                        <p:tav tm="100000">
                                          <p:val>
                                            <p:strVal val="#ppt_w"/>
                                          </p:val>
                                        </p:tav>
                                      </p:tavLst>
                                    </p:anim>
                                    <p:anim calcmode="lin" valueType="num">
                                      <p:cBhvr>
                                        <p:cTn id="86" dur="450" fill="hold"/>
                                        <p:tgtEl>
                                          <p:spTgt spid="20"/>
                                        </p:tgtEl>
                                        <p:attrNameLst>
                                          <p:attrName>ppt_h</p:attrName>
                                        </p:attrNameLst>
                                      </p:cBhvr>
                                      <p:tavLst>
                                        <p:tav tm="0">
                                          <p:val>
                                            <p:fltVal val="0"/>
                                          </p:val>
                                        </p:tav>
                                        <p:tav tm="100000">
                                          <p:val>
                                            <p:strVal val="#ppt_h"/>
                                          </p:val>
                                        </p:tav>
                                      </p:tavLst>
                                    </p:anim>
                                    <p:animEffect transition="in" filter="fade">
                                      <p:cBhvr>
                                        <p:cTn id="87" dur="450"/>
                                        <p:tgtEl>
                                          <p:spTgt spid="20"/>
                                        </p:tgtEl>
                                      </p:cBhvr>
                                    </p:animEffect>
                                  </p:childTnLst>
                                </p:cTn>
                              </p:par>
                              <p:par>
                                <p:cTn id="88" presetID="53" presetClass="entr" presetSubtype="16" fill="hold" grpId="0" nodeType="withEffect">
                                  <p:stCondLst>
                                    <p:cond delay="1330"/>
                                  </p:stCondLst>
                                  <p:childTnLst>
                                    <p:set>
                                      <p:cBhvr>
                                        <p:cTn id="89" dur="1" fill="hold">
                                          <p:stCondLst>
                                            <p:cond delay="0"/>
                                          </p:stCondLst>
                                        </p:cTn>
                                        <p:tgtEl>
                                          <p:spTgt spid="21"/>
                                        </p:tgtEl>
                                        <p:attrNameLst>
                                          <p:attrName>style.visibility</p:attrName>
                                        </p:attrNameLst>
                                      </p:cBhvr>
                                      <p:to>
                                        <p:strVal val="visible"/>
                                      </p:to>
                                    </p:set>
                                    <p:anim calcmode="lin" valueType="num">
                                      <p:cBhvr>
                                        <p:cTn id="90" dur="450" fill="hold"/>
                                        <p:tgtEl>
                                          <p:spTgt spid="21"/>
                                        </p:tgtEl>
                                        <p:attrNameLst>
                                          <p:attrName>ppt_w</p:attrName>
                                        </p:attrNameLst>
                                      </p:cBhvr>
                                      <p:tavLst>
                                        <p:tav tm="0">
                                          <p:val>
                                            <p:fltVal val="0"/>
                                          </p:val>
                                        </p:tav>
                                        <p:tav tm="100000">
                                          <p:val>
                                            <p:strVal val="#ppt_w"/>
                                          </p:val>
                                        </p:tav>
                                      </p:tavLst>
                                    </p:anim>
                                    <p:anim calcmode="lin" valueType="num">
                                      <p:cBhvr>
                                        <p:cTn id="91" dur="450" fill="hold"/>
                                        <p:tgtEl>
                                          <p:spTgt spid="21"/>
                                        </p:tgtEl>
                                        <p:attrNameLst>
                                          <p:attrName>ppt_h</p:attrName>
                                        </p:attrNameLst>
                                      </p:cBhvr>
                                      <p:tavLst>
                                        <p:tav tm="0">
                                          <p:val>
                                            <p:fltVal val="0"/>
                                          </p:val>
                                        </p:tav>
                                        <p:tav tm="100000">
                                          <p:val>
                                            <p:strVal val="#ppt_h"/>
                                          </p:val>
                                        </p:tav>
                                      </p:tavLst>
                                    </p:anim>
                                    <p:animEffect transition="in" filter="fade">
                                      <p:cBhvr>
                                        <p:cTn id="92" dur="450"/>
                                        <p:tgtEl>
                                          <p:spTgt spid="21"/>
                                        </p:tgtEl>
                                      </p:cBhvr>
                                    </p:animEffect>
                                  </p:childTnLst>
                                </p:cTn>
                              </p:par>
                              <p:par>
                                <p:cTn id="93" presetID="53" presetClass="entr" presetSubtype="16" fill="hold" grpId="0" nodeType="withEffect">
                                  <p:stCondLst>
                                    <p:cond delay="1330"/>
                                  </p:stCondLst>
                                  <p:childTnLst>
                                    <p:set>
                                      <p:cBhvr>
                                        <p:cTn id="94" dur="1" fill="hold">
                                          <p:stCondLst>
                                            <p:cond delay="0"/>
                                          </p:stCondLst>
                                        </p:cTn>
                                        <p:tgtEl>
                                          <p:spTgt spid="22"/>
                                        </p:tgtEl>
                                        <p:attrNameLst>
                                          <p:attrName>style.visibility</p:attrName>
                                        </p:attrNameLst>
                                      </p:cBhvr>
                                      <p:to>
                                        <p:strVal val="visible"/>
                                      </p:to>
                                    </p:set>
                                    <p:anim calcmode="lin" valueType="num">
                                      <p:cBhvr>
                                        <p:cTn id="95" dur="450" fill="hold"/>
                                        <p:tgtEl>
                                          <p:spTgt spid="22"/>
                                        </p:tgtEl>
                                        <p:attrNameLst>
                                          <p:attrName>ppt_w</p:attrName>
                                        </p:attrNameLst>
                                      </p:cBhvr>
                                      <p:tavLst>
                                        <p:tav tm="0">
                                          <p:val>
                                            <p:fltVal val="0"/>
                                          </p:val>
                                        </p:tav>
                                        <p:tav tm="100000">
                                          <p:val>
                                            <p:strVal val="#ppt_w"/>
                                          </p:val>
                                        </p:tav>
                                      </p:tavLst>
                                    </p:anim>
                                    <p:anim calcmode="lin" valueType="num">
                                      <p:cBhvr>
                                        <p:cTn id="96" dur="450" fill="hold"/>
                                        <p:tgtEl>
                                          <p:spTgt spid="22"/>
                                        </p:tgtEl>
                                        <p:attrNameLst>
                                          <p:attrName>ppt_h</p:attrName>
                                        </p:attrNameLst>
                                      </p:cBhvr>
                                      <p:tavLst>
                                        <p:tav tm="0">
                                          <p:val>
                                            <p:fltVal val="0"/>
                                          </p:val>
                                        </p:tav>
                                        <p:tav tm="100000">
                                          <p:val>
                                            <p:strVal val="#ppt_h"/>
                                          </p:val>
                                        </p:tav>
                                      </p:tavLst>
                                    </p:anim>
                                    <p:animEffect transition="in" filter="fade">
                                      <p:cBhvr>
                                        <p:cTn id="97" dur="450"/>
                                        <p:tgtEl>
                                          <p:spTgt spid="22"/>
                                        </p:tgtEl>
                                      </p:cBhvr>
                                    </p:animEffect>
                                  </p:childTnLst>
                                </p:cTn>
                              </p:par>
                              <p:par>
                                <p:cTn id="98" presetID="53" presetClass="entr" presetSubtype="16" fill="hold" grpId="0" nodeType="withEffect">
                                  <p:stCondLst>
                                    <p:cond delay="133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450" fill="hold"/>
                                        <p:tgtEl>
                                          <p:spTgt spid="23"/>
                                        </p:tgtEl>
                                        <p:attrNameLst>
                                          <p:attrName>ppt_w</p:attrName>
                                        </p:attrNameLst>
                                      </p:cBhvr>
                                      <p:tavLst>
                                        <p:tav tm="0">
                                          <p:val>
                                            <p:fltVal val="0"/>
                                          </p:val>
                                        </p:tav>
                                        <p:tav tm="100000">
                                          <p:val>
                                            <p:strVal val="#ppt_w"/>
                                          </p:val>
                                        </p:tav>
                                      </p:tavLst>
                                    </p:anim>
                                    <p:anim calcmode="lin" valueType="num">
                                      <p:cBhvr>
                                        <p:cTn id="101" dur="450" fill="hold"/>
                                        <p:tgtEl>
                                          <p:spTgt spid="23"/>
                                        </p:tgtEl>
                                        <p:attrNameLst>
                                          <p:attrName>ppt_h</p:attrName>
                                        </p:attrNameLst>
                                      </p:cBhvr>
                                      <p:tavLst>
                                        <p:tav tm="0">
                                          <p:val>
                                            <p:fltVal val="0"/>
                                          </p:val>
                                        </p:tav>
                                        <p:tav tm="100000">
                                          <p:val>
                                            <p:strVal val="#ppt_h"/>
                                          </p:val>
                                        </p:tav>
                                      </p:tavLst>
                                    </p:anim>
                                    <p:animEffect transition="in" filter="fade">
                                      <p:cBhvr>
                                        <p:cTn id="102" dur="450"/>
                                        <p:tgtEl>
                                          <p:spTgt spid="23"/>
                                        </p:tgtEl>
                                      </p:cBhvr>
                                    </p:animEffect>
                                  </p:childTnLst>
                                </p:cTn>
                              </p:par>
                              <p:par>
                                <p:cTn id="103" presetID="53" presetClass="entr" presetSubtype="16" fill="hold" grpId="0" nodeType="withEffect">
                                  <p:stCondLst>
                                    <p:cond delay="1330"/>
                                  </p:stCondLst>
                                  <p:childTnLst>
                                    <p:set>
                                      <p:cBhvr>
                                        <p:cTn id="104" dur="1" fill="hold">
                                          <p:stCondLst>
                                            <p:cond delay="0"/>
                                          </p:stCondLst>
                                        </p:cTn>
                                        <p:tgtEl>
                                          <p:spTgt spid="24"/>
                                        </p:tgtEl>
                                        <p:attrNameLst>
                                          <p:attrName>style.visibility</p:attrName>
                                        </p:attrNameLst>
                                      </p:cBhvr>
                                      <p:to>
                                        <p:strVal val="visible"/>
                                      </p:to>
                                    </p:set>
                                    <p:anim calcmode="lin" valueType="num">
                                      <p:cBhvr>
                                        <p:cTn id="105" dur="450" fill="hold"/>
                                        <p:tgtEl>
                                          <p:spTgt spid="24"/>
                                        </p:tgtEl>
                                        <p:attrNameLst>
                                          <p:attrName>ppt_w</p:attrName>
                                        </p:attrNameLst>
                                      </p:cBhvr>
                                      <p:tavLst>
                                        <p:tav tm="0">
                                          <p:val>
                                            <p:fltVal val="0"/>
                                          </p:val>
                                        </p:tav>
                                        <p:tav tm="100000">
                                          <p:val>
                                            <p:strVal val="#ppt_w"/>
                                          </p:val>
                                        </p:tav>
                                      </p:tavLst>
                                    </p:anim>
                                    <p:anim calcmode="lin" valueType="num">
                                      <p:cBhvr>
                                        <p:cTn id="106" dur="450" fill="hold"/>
                                        <p:tgtEl>
                                          <p:spTgt spid="24"/>
                                        </p:tgtEl>
                                        <p:attrNameLst>
                                          <p:attrName>ppt_h</p:attrName>
                                        </p:attrNameLst>
                                      </p:cBhvr>
                                      <p:tavLst>
                                        <p:tav tm="0">
                                          <p:val>
                                            <p:fltVal val="0"/>
                                          </p:val>
                                        </p:tav>
                                        <p:tav tm="100000">
                                          <p:val>
                                            <p:strVal val="#ppt_h"/>
                                          </p:val>
                                        </p:tav>
                                      </p:tavLst>
                                    </p:anim>
                                    <p:animEffect transition="in" filter="fade">
                                      <p:cBhvr>
                                        <p:cTn id="107" dur="450"/>
                                        <p:tgtEl>
                                          <p:spTgt spid="24"/>
                                        </p:tgtEl>
                                      </p:cBhvr>
                                    </p:animEffect>
                                  </p:childTnLst>
                                </p:cTn>
                              </p:par>
                              <p:par>
                                <p:cTn id="108" presetID="53" presetClass="entr" presetSubtype="16" fill="hold" grpId="0" nodeType="withEffect">
                                  <p:stCondLst>
                                    <p:cond delay="1645"/>
                                  </p:stCondLst>
                                  <p:childTnLst>
                                    <p:set>
                                      <p:cBhvr>
                                        <p:cTn id="109" dur="1" fill="hold">
                                          <p:stCondLst>
                                            <p:cond delay="0"/>
                                          </p:stCondLst>
                                        </p:cTn>
                                        <p:tgtEl>
                                          <p:spTgt spid="25"/>
                                        </p:tgtEl>
                                        <p:attrNameLst>
                                          <p:attrName>style.visibility</p:attrName>
                                        </p:attrNameLst>
                                      </p:cBhvr>
                                      <p:to>
                                        <p:strVal val="visible"/>
                                      </p:to>
                                    </p:set>
                                    <p:anim calcmode="lin" valueType="num">
                                      <p:cBhvr>
                                        <p:cTn id="110" dur="450" fill="hold"/>
                                        <p:tgtEl>
                                          <p:spTgt spid="25"/>
                                        </p:tgtEl>
                                        <p:attrNameLst>
                                          <p:attrName>ppt_w</p:attrName>
                                        </p:attrNameLst>
                                      </p:cBhvr>
                                      <p:tavLst>
                                        <p:tav tm="0">
                                          <p:val>
                                            <p:fltVal val="0"/>
                                          </p:val>
                                        </p:tav>
                                        <p:tav tm="100000">
                                          <p:val>
                                            <p:strVal val="#ppt_w"/>
                                          </p:val>
                                        </p:tav>
                                      </p:tavLst>
                                    </p:anim>
                                    <p:anim calcmode="lin" valueType="num">
                                      <p:cBhvr>
                                        <p:cTn id="111" dur="450" fill="hold"/>
                                        <p:tgtEl>
                                          <p:spTgt spid="25"/>
                                        </p:tgtEl>
                                        <p:attrNameLst>
                                          <p:attrName>ppt_h</p:attrName>
                                        </p:attrNameLst>
                                      </p:cBhvr>
                                      <p:tavLst>
                                        <p:tav tm="0">
                                          <p:val>
                                            <p:fltVal val="0"/>
                                          </p:val>
                                        </p:tav>
                                        <p:tav tm="100000">
                                          <p:val>
                                            <p:strVal val="#ppt_h"/>
                                          </p:val>
                                        </p:tav>
                                      </p:tavLst>
                                    </p:anim>
                                    <p:animEffect transition="in" filter="fade">
                                      <p:cBhvr>
                                        <p:cTn id="112" dur="450"/>
                                        <p:tgtEl>
                                          <p:spTgt spid="25"/>
                                        </p:tgtEl>
                                      </p:cBhvr>
                                    </p:animEffect>
                                  </p:childTnLst>
                                </p:cTn>
                              </p:par>
                              <p:par>
                                <p:cTn id="113" presetID="53" presetClass="entr" presetSubtype="16" fill="hold" grpId="0" nodeType="withEffect">
                                  <p:stCondLst>
                                    <p:cond delay="1645"/>
                                  </p:stCondLst>
                                  <p:childTnLst>
                                    <p:set>
                                      <p:cBhvr>
                                        <p:cTn id="114" dur="1" fill="hold">
                                          <p:stCondLst>
                                            <p:cond delay="0"/>
                                          </p:stCondLst>
                                        </p:cTn>
                                        <p:tgtEl>
                                          <p:spTgt spid="26"/>
                                        </p:tgtEl>
                                        <p:attrNameLst>
                                          <p:attrName>style.visibility</p:attrName>
                                        </p:attrNameLst>
                                      </p:cBhvr>
                                      <p:to>
                                        <p:strVal val="visible"/>
                                      </p:to>
                                    </p:set>
                                    <p:anim calcmode="lin" valueType="num">
                                      <p:cBhvr>
                                        <p:cTn id="115" dur="450" fill="hold"/>
                                        <p:tgtEl>
                                          <p:spTgt spid="26"/>
                                        </p:tgtEl>
                                        <p:attrNameLst>
                                          <p:attrName>ppt_w</p:attrName>
                                        </p:attrNameLst>
                                      </p:cBhvr>
                                      <p:tavLst>
                                        <p:tav tm="0">
                                          <p:val>
                                            <p:fltVal val="0"/>
                                          </p:val>
                                        </p:tav>
                                        <p:tav tm="100000">
                                          <p:val>
                                            <p:strVal val="#ppt_w"/>
                                          </p:val>
                                        </p:tav>
                                      </p:tavLst>
                                    </p:anim>
                                    <p:anim calcmode="lin" valueType="num">
                                      <p:cBhvr>
                                        <p:cTn id="116" dur="450" fill="hold"/>
                                        <p:tgtEl>
                                          <p:spTgt spid="26"/>
                                        </p:tgtEl>
                                        <p:attrNameLst>
                                          <p:attrName>ppt_h</p:attrName>
                                        </p:attrNameLst>
                                      </p:cBhvr>
                                      <p:tavLst>
                                        <p:tav tm="0">
                                          <p:val>
                                            <p:fltVal val="0"/>
                                          </p:val>
                                        </p:tav>
                                        <p:tav tm="100000">
                                          <p:val>
                                            <p:strVal val="#ppt_h"/>
                                          </p:val>
                                        </p:tav>
                                      </p:tavLst>
                                    </p:anim>
                                    <p:animEffect transition="in" filter="fade">
                                      <p:cBhvr>
                                        <p:cTn id="117" dur="450"/>
                                        <p:tgtEl>
                                          <p:spTgt spid="26"/>
                                        </p:tgtEl>
                                      </p:cBhvr>
                                    </p:animEffect>
                                  </p:childTnLst>
                                </p:cTn>
                              </p:par>
                              <p:par>
                                <p:cTn id="118" presetID="53" presetClass="entr" presetSubtype="16" fill="hold" grpId="0" nodeType="withEffect">
                                  <p:stCondLst>
                                    <p:cond delay="1645"/>
                                  </p:stCondLst>
                                  <p:childTnLst>
                                    <p:set>
                                      <p:cBhvr>
                                        <p:cTn id="119" dur="1" fill="hold">
                                          <p:stCondLst>
                                            <p:cond delay="0"/>
                                          </p:stCondLst>
                                        </p:cTn>
                                        <p:tgtEl>
                                          <p:spTgt spid="27"/>
                                        </p:tgtEl>
                                        <p:attrNameLst>
                                          <p:attrName>style.visibility</p:attrName>
                                        </p:attrNameLst>
                                      </p:cBhvr>
                                      <p:to>
                                        <p:strVal val="visible"/>
                                      </p:to>
                                    </p:set>
                                    <p:anim calcmode="lin" valueType="num">
                                      <p:cBhvr>
                                        <p:cTn id="120" dur="450" fill="hold"/>
                                        <p:tgtEl>
                                          <p:spTgt spid="27"/>
                                        </p:tgtEl>
                                        <p:attrNameLst>
                                          <p:attrName>ppt_w</p:attrName>
                                        </p:attrNameLst>
                                      </p:cBhvr>
                                      <p:tavLst>
                                        <p:tav tm="0">
                                          <p:val>
                                            <p:fltVal val="0"/>
                                          </p:val>
                                        </p:tav>
                                        <p:tav tm="100000">
                                          <p:val>
                                            <p:strVal val="#ppt_w"/>
                                          </p:val>
                                        </p:tav>
                                      </p:tavLst>
                                    </p:anim>
                                    <p:anim calcmode="lin" valueType="num">
                                      <p:cBhvr>
                                        <p:cTn id="121" dur="450" fill="hold"/>
                                        <p:tgtEl>
                                          <p:spTgt spid="27"/>
                                        </p:tgtEl>
                                        <p:attrNameLst>
                                          <p:attrName>ppt_h</p:attrName>
                                        </p:attrNameLst>
                                      </p:cBhvr>
                                      <p:tavLst>
                                        <p:tav tm="0">
                                          <p:val>
                                            <p:fltVal val="0"/>
                                          </p:val>
                                        </p:tav>
                                        <p:tav tm="100000">
                                          <p:val>
                                            <p:strVal val="#ppt_h"/>
                                          </p:val>
                                        </p:tav>
                                      </p:tavLst>
                                    </p:anim>
                                    <p:animEffect transition="in" filter="fade">
                                      <p:cBhvr>
                                        <p:cTn id="122" dur="450"/>
                                        <p:tgtEl>
                                          <p:spTgt spid="27"/>
                                        </p:tgtEl>
                                      </p:cBhvr>
                                    </p:animEffect>
                                  </p:childTnLst>
                                </p:cTn>
                              </p:par>
                              <p:par>
                                <p:cTn id="123" presetID="53" presetClass="entr" presetSubtype="16" fill="hold" grpId="0" nodeType="withEffect">
                                  <p:stCondLst>
                                    <p:cond delay="1645"/>
                                  </p:stCondLst>
                                  <p:childTnLst>
                                    <p:set>
                                      <p:cBhvr>
                                        <p:cTn id="124" dur="1" fill="hold">
                                          <p:stCondLst>
                                            <p:cond delay="0"/>
                                          </p:stCondLst>
                                        </p:cTn>
                                        <p:tgtEl>
                                          <p:spTgt spid="28"/>
                                        </p:tgtEl>
                                        <p:attrNameLst>
                                          <p:attrName>style.visibility</p:attrName>
                                        </p:attrNameLst>
                                      </p:cBhvr>
                                      <p:to>
                                        <p:strVal val="visible"/>
                                      </p:to>
                                    </p:set>
                                    <p:anim calcmode="lin" valueType="num">
                                      <p:cBhvr>
                                        <p:cTn id="125" dur="450" fill="hold"/>
                                        <p:tgtEl>
                                          <p:spTgt spid="28"/>
                                        </p:tgtEl>
                                        <p:attrNameLst>
                                          <p:attrName>ppt_w</p:attrName>
                                        </p:attrNameLst>
                                      </p:cBhvr>
                                      <p:tavLst>
                                        <p:tav tm="0">
                                          <p:val>
                                            <p:fltVal val="0"/>
                                          </p:val>
                                        </p:tav>
                                        <p:tav tm="100000">
                                          <p:val>
                                            <p:strVal val="#ppt_w"/>
                                          </p:val>
                                        </p:tav>
                                      </p:tavLst>
                                    </p:anim>
                                    <p:anim calcmode="lin" valueType="num">
                                      <p:cBhvr>
                                        <p:cTn id="126" dur="450" fill="hold"/>
                                        <p:tgtEl>
                                          <p:spTgt spid="28"/>
                                        </p:tgtEl>
                                        <p:attrNameLst>
                                          <p:attrName>ppt_h</p:attrName>
                                        </p:attrNameLst>
                                      </p:cBhvr>
                                      <p:tavLst>
                                        <p:tav tm="0">
                                          <p:val>
                                            <p:fltVal val="0"/>
                                          </p:val>
                                        </p:tav>
                                        <p:tav tm="100000">
                                          <p:val>
                                            <p:strVal val="#ppt_h"/>
                                          </p:val>
                                        </p:tav>
                                      </p:tavLst>
                                    </p:anim>
                                    <p:animEffect transition="in" filter="fade">
                                      <p:cBhvr>
                                        <p:cTn id="127" dur="450"/>
                                        <p:tgtEl>
                                          <p:spTgt spid="28"/>
                                        </p:tgtEl>
                                      </p:cBhvr>
                                    </p:animEffect>
                                  </p:childTnLst>
                                </p:cTn>
                              </p:par>
                              <p:par>
                                <p:cTn id="128" presetID="53" presetClass="entr" presetSubtype="16" fill="hold" grpId="0" nodeType="withEffect">
                                  <p:stCondLst>
                                    <p:cond delay="1645"/>
                                  </p:stCondLst>
                                  <p:childTnLst>
                                    <p:set>
                                      <p:cBhvr>
                                        <p:cTn id="129" dur="1" fill="hold">
                                          <p:stCondLst>
                                            <p:cond delay="0"/>
                                          </p:stCondLst>
                                        </p:cTn>
                                        <p:tgtEl>
                                          <p:spTgt spid="29"/>
                                        </p:tgtEl>
                                        <p:attrNameLst>
                                          <p:attrName>style.visibility</p:attrName>
                                        </p:attrNameLst>
                                      </p:cBhvr>
                                      <p:to>
                                        <p:strVal val="visible"/>
                                      </p:to>
                                    </p:set>
                                    <p:anim calcmode="lin" valueType="num">
                                      <p:cBhvr>
                                        <p:cTn id="130" dur="450" fill="hold"/>
                                        <p:tgtEl>
                                          <p:spTgt spid="29"/>
                                        </p:tgtEl>
                                        <p:attrNameLst>
                                          <p:attrName>ppt_w</p:attrName>
                                        </p:attrNameLst>
                                      </p:cBhvr>
                                      <p:tavLst>
                                        <p:tav tm="0">
                                          <p:val>
                                            <p:fltVal val="0"/>
                                          </p:val>
                                        </p:tav>
                                        <p:tav tm="100000">
                                          <p:val>
                                            <p:strVal val="#ppt_w"/>
                                          </p:val>
                                        </p:tav>
                                      </p:tavLst>
                                    </p:anim>
                                    <p:anim calcmode="lin" valueType="num">
                                      <p:cBhvr>
                                        <p:cTn id="131" dur="450" fill="hold"/>
                                        <p:tgtEl>
                                          <p:spTgt spid="29"/>
                                        </p:tgtEl>
                                        <p:attrNameLst>
                                          <p:attrName>ppt_h</p:attrName>
                                        </p:attrNameLst>
                                      </p:cBhvr>
                                      <p:tavLst>
                                        <p:tav tm="0">
                                          <p:val>
                                            <p:fltVal val="0"/>
                                          </p:val>
                                        </p:tav>
                                        <p:tav tm="100000">
                                          <p:val>
                                            <p:strVal val="#ppt_h"/>
                                          </p:val>
                                        </p:tav>
                                      </p:tavLst>
                                    </p:anim>
                                    <p:animEffect transition="in" filter="fade">
                                      <p:cBhvr>
                                        <p:cTn id="132" dur="450"/>
                                        <p:tgtEl>
                                          <p:spTgt spid="29"/>
                                        </p:tgtEl>
                                      </p:cBhvr>
                                    </p:animEffect>
                                  </p:childTnLst>
                                </p:cTn>
                              </p:par>
                              <p:par>
                                <p:cTn id="133" presetID="10" presetClass="entr" presetSubtype="0" fill="hold" grpId="0" nodeType="withEffect">
                                  <p:stCondLst>
                                    <p:cond delay="196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CUSTOMER RELATIONSHIP</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Taking care of customers</a:t>
            </a:r>
            <a:endParaRPr lang="en-US" sz="3400" dirty="0"/>
          </a:p>
        </p:txBody>
      </p:sp>
      <p:sp>
        <p:nvSpPr>
          <p:cNvPr id="4" name="a1-zoom"/>
          <p:cNvSpPr/>
          <p:nvPr/>
        </p:nvSpPr>
        <p:spPr>
          <a:xfrm>
            <a:off x="1965960" y="2377440"/>
            <a:ext cx="3200400" cy="3200400"/>
          </a:xfrm>
          <a:prstGeom prst="ellipse">
            <a:avLst/>
          </a:prstGeom>
          <a:ln w="31750">
            <a:solidFill>
              <a:srgbClr val="D9973A"/>
            </a:solidFill>
            <a:prstDash val="dash"/>
          </a:ln>
        </p:spPr>
      </p:sp>
      <p:sp>
        <p:nvSpPr>
          <p:cNvPr id="5" name="a1-zoom"/>
          <p:cNvSpPr/>
          <p:nvPr/>
        </p:nvSpPr>
        <p:spPr>
          <a:xfrm>
            <a:off x="2697480" y="3108960"/>
            <a:ext cx="1737360" cy="1737360"/>
          </a:xfrm>
          <a:prstGeom prst="ellipse">
            <a:avLst/>
          </a:prstGeom>
          <a:solidFill>
            <a:srgbClr val="1B2A4A"/>
          </a:solidFill>
          <a:ln w="12700">
            <a:solidFill>
              <a:srgbClr val="1B2A4A"/>
            </a:solidFill>
            <a:prstDash val="solid"/>
          </a:ln>
        </p:spPr>
      </p:sp>
      <p:pic>
        <p:nvPicPr>
          <p:cNvPr id="6" name="a1-zoom" descr="">    </p:cNvPr>
          <p:cNvPicPr>
            <a:picLocks noChangeAspect="1"/>
          </p:cNvPicPr>
          <p:nvPr/>
        </p:nvPicPr>
        <p:blipFill>
          <a:blip r:embed="rId1"/>
          <a:stretch>
            <a:fillRect/>
          </a:stretch>
        </p:blipFill>
        <p:spPr>
          <a:xfrm>
            <a:off x="3291840" y="3410712"/>
            <a:ext cx="548640" cy="548640"/>
          </a:xfrm>
          <a:prstGeom prst="rect">
            <a:avLst/>
          </a:prstGeom>
        </p:spPr>
      </p:pic>
      <p:sp>
        <p:nvSpPr>
          <p:cNvPr id="7" name="a1-zoom"/>
          <p:cNvSpPr txBox="1"/>
          <p:nvPr/>
        </p:nvSpPr>
        <p:spPr>
          <a:xfrm>
            <a:off x="2743200" y="3995928"/>
            <a:ext cx="164592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Happy</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customer</a:t>
            </a:r>
            <a:endParaRPr lang="en-US" sz="1400" dirty="0"/>
          </a:p>
        </p:txBody>
      </p:sp>
      <p:sp>
        <p:nvSpPr>
          <p:cNvPr id="8" name="a2-zoom"/>
          <p:cNvSpPr/>
          <p:nvPr/>
        </p:nvSpPr>
        <p:spPr>
          <a:xfrm>
            <a:off x="3108960" y="1920240"/>
            <a:ext cx="914400" cy="914400"/>
          </a:xfrm>
          <a:prstGeom prst="ellipse">
            <a:avLst/>
          </a:prstGeom>
          <a:solidFill>
            <a:srgbClr val="D9973A"/>
          </a:solidFill>
          <a:ln w="12700">
            <a:solidFill>
              <a:srgbClr val="D9973A"/>
            </a:solidFill>
            <a:prstDash val="solid"/>
          </a:ln>
        </p:spPr>
      </p:sp>
      <p:pic>
        <p:nvPicPr>
          <p:cNvPr id="9" name="a2-zoom" descr="">    </p:cNvPr>
          <p:cNvPicPr>
            <a:picLocks noChangeAspect="1"/>
          </p:cNvPicPr>
          <p:nvPr/>
        </p:nvPicPr>
        <p:blipFill>
          <a:blip r:embed="rId2"/>
          <a:stretch>
            <a:fillRect/>
          </a:stretch>
        </p:blipFill>
        <p:spPr>
          <a:xfrm>
            <a:off x="3328416" y="2139696"/>
            <a:ext cx="475488" cy="475488"/>
          </a:xfrm>
          <a:prstGeom prst="rect">
            <a:avLst/>
          </a:prstGeom>
        </p:spPr>
      </p:pic>
      <p:sp>
        <p:nvSpPr>
          <p:cNvPr id="10" name="a2-zoom"/>
          <p:cNvSpPr txBox="1"/>
          <p:nvPr/>
        </p:nvSpPr>
        <p:spPr>
          <a:xfrm>
            <a:off x="4160520" y="2057400"/>
            <a:ext cx="1188720" cy="365760"/>
          </a:xfrm>
          <a:prstGeom prst="rect">
            <a:avLst/>
          </a:prstGeom>
          <a:noFill/>
          <a:ln/>
        </p:spPr>
        <p:txBody>
          <a:bodyPr wrap="square" lIns="0" tIns="0" rIns="0" bIns="0" rtlCol="0" anchor="t"/>
          <a:lstStyle/>
          <a:p>
            <a:pPr algn="l" indent="0" marL="0">
              <a:buNone/>
            </a:pPr>
            <a:r>
              <a:rPr lang="en-US" sz="1700" b="1" dirty="0">
                <a:solidFill>
                  <a:srgbClr val="1B2A4A"/>
                </a:solidFill>
                <a:latin typeface="Cambria" pitchFamily="34" charset="0"/>
                <a:ea typeface="Cambria" pitchFamily="34" charset="-122"/>
                <a:cs typeface="Cambria" pitchFamily="34" charset="-120"/>
              </a:rPr>
              <a:t>Listen</a:t>
            </a:r>
            <a:endParaRPr lang="en-US" sz="1700" dirty="0"/>
          </a:p>
        </p:txBody>
      </p:sp>
      <p:sp>
        <p:nvSpPr>
          <p:cNvPr id="11" name="a2-zoom"/>
          <p:cNvSpPr txBox="1"/>
          <p:nvPr/>
        </p:nvSpPr>
        <p:spPr>
          <a:xfrm>
            <a:off x="6400800" y="1828800"/>
            <a:ext cx="5148072" cy="68580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1. Listen  </a:t>
            </a:r>
            <a:pPr indent="0" marL="0">
              <a:buNone/>
            </a:pPr>
            <a:r>
              <a:rPr lang="en-US" sz="1600" dirty="0">
                <a:solidFill>
                  <a:srgbClr val="5B6577"/>
                </a:solidFill>
                <a:latin typeface="Calibri" pitchFamily="34" charset="0"/>
                <a:ea typeface="Calibri" pitchFamily="34" charset="-122"/>
                <a:cs typeface="Calibri" pitchFamily="34" charset="-120"/>
              </a:rPr>
              <a:t>– understand what the customer needs</a:t>
            </a:r>
            <a:endParaRPr lang="en-US" sz="1900" dirty="0"/>
          </a:p>
        </p:txBody>
      </p:sp>
      <p:sp>
        <p:nvSpPr>
          <p:cNvPr id="12" name="a3-zoom"/>
          <p:cNvSpPr/>
          <p:nvPr/>
        </p:nvSpPr>
        <p:spPr>
          <a:xfrm>
            <a:off x="4709160" y="3520440"/>
            <a:ext cx="914400" cy="914400"/>
          </a:xfrm>
          <a:prstGeom prst="ellipse">
            <a:avLst/>
          </a:prstGeom>
          <a:solidFill>
            <a:srgbClr val="D9973A"/>
          </a:solidFill>
          <a:ln w="12700">
            <a:solidFill>
              <a:srgbClr val="D9973A"/>
            </a:solidFill>
            <a:prstDash val="solid"/>
          </a:ln>
        </p:spPr>
      </p:sp>
      <p:pic>
        <p:nvPicPr>
          <p:cNvPr id="13" name="a3-zoom" descr="">    </p:cNvPr>
          <p:cNvPicPr>
            <a:picLocks noChangeAspect="1"/>
          </p:cNvPicPr>
          <p:nvPr/>
        </p:nvPicPr>
        <p:blipFill>
          <a:blip r:embed="rId3"/>
          <a:stretch>
            <a:fillRect/>
          </a:stretch>
        </p:blipFill>
        <p:spPr>
          <a:xfrm>
            <a:off x="4928616" y="3739896"/>
            <a:ext cx="475488" cy="475488"/>
          </a:xfrm>
          <a:prstGeom prst="rect">
            <a:avLst/>
          </a:prstGeom>
        </p:spPr>
      </p:pic>
      <p:sp>
        <p:nvSpPr>
          <p:cNvPr id="14" name="a3-zoom"/>
          <p:cNvSpPr txBox="1"/>
          <p:nvPr/>
        </p:nvSpPr>
        <p:spPr>
          <a:xfrm>
            <a:off x="5120640" y="4480560"/>
            <a:ext cx="1097280" cy="365760"/>
          </a:xfrm>
          <a:prstGeom prst="rect">
            <a:avLst/>
          </a:prstGeom>
          <a:noFill/>
          <a:ln/>
        </p:spPr>
        <p:txBody>
          <a:bodyPr wrap="square" lIns="0" tIns="0" rIns="0" bIns="0" rtlCol="0" anchor="t"/>
          <a:lstStyle/>
          <a:p>
            <a:pPr algn="l" indent="0" marL="0">
              <a:buNone/>
            </a:pPr>
            <a:r>
              <a:rPr lang="en-US" sz="1700" b="1" dirty="0">
                <a:solidFill>
                  <a:srgbClr val="1B2A4A"/>
                </a:solidFill>
                <a:latin typeface="Cambria" pitchFamily="34" charset="0"/>
                <a:ea typeface="Cambria" pitchFamily="34" charset="-122"/>
                <a:cs typeface="Cambria" pitchFamily="34" charset="-120"/>
              </a:rPr>
              <a:t>Help</a:t>
            </a:r>
            <a:endParaRPr lang="en-US" sz="1700" dirty="0"/>
          </a:p>
        </p:txBody>
      </p:sp>
      <p:sp>
        <p:nvSpPr>
          <p:cNvPr id="15" name="a3-zoom"/>
          <p:cNvSpPr txBox="1"/>
          <p:nvPr/>
        </p:nvSpPr>
        <p:spPr>
          <a:xfrm>
            <a:off x="6400800" y="2670048"/>
            <a:ext cx="5148072" cy="68580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2. Help  </a:t>
            </a:r>
            <a:pPr indent="0" marL="0">
              <a:buNone/>
            </a:pPr>
            <a:r>
              <a:rPr lang="en-US" sz="1600" dirty="0">
                <a:solidFill>
                  <a:srgbClr val="5B6577"/>
                </a:solidFill>
                <a:latin typeface="Calibri" pitchFamily="34" charset="0"/>
                <a:ea typeface="Calibri" pitchFamily="34" charset="-122"/>
                <a:cs typeface="Calibri" pitchFamily="34" charset="-120"/>
              </a:rPr>
              <a:t>– answer questions and handle requests</a:t>
            </a:r>
            <a:endParaRPr lang="en-US" sz="1900" dirty="0"/>
          </a:p>
        </p:txBody>
      </p:sp>
      <p:sp>
        <p:nvSpPr>
          <p:cNvPr id="16" name="a4-zoom"/>
          <p:cNvSpPr/>
          <p:nvPr/>
        </p:nvSpPr>
        <p:spPr>
          <a:xfrm>
            <a:off x="3108960" y="5120640"/>
            <a:ext cx="914400" cy="914400"/>
          </a:xfrm>
          <a:prstGeom prst="ellipse">
            <a:avLst/>
          </a:prstGeom>
          <a:solidFill>
            <a:srgbClr val="D9973A"/>
          </a:solidFill>
          <a:ln w="12700">
            <a:solidFill>
              <a:srgbClr val="D9973A"/>
            </a:solidFill>
            <a:prstDash val="solid"/>
          </a:ln>
        </p:spPr>
      </p:sp>
      <p:pic>
        <p:nvPicPr>
          <p:cNvPr id="17" name="a4-zoom" descr="">    </p:cNvPr>
          <p:cNvPicPr>
            <a:picLocks noChangeAspect="1"/>
          </p:cNvPicPr>
          <p:nvPr/>
        </p:nvPicPr>
        <p:blipFill>
          <a:blip r:embed="rId4"/>
          <a:stretch>
            <a:fillRect/>
          </a:stretch>
        </p:blipFill>
        <p:spPr>
          <a:xfrm>
            <a:off x="3328416" y="5340096"/>
            <a:ext cx="475488" cy="475488"/>
          </a:xfrm>
          <a:prstGeom prst="rect">
            <a:avLst/>
          </a:prstGeom>
        </p:spPr>
      </p:pic>
      <p:sp>
        <p:nvSpPr>
          <p:cNvPr id="18" name="a4-zoom"/>
          <p:cNvSpPr txBox="1"/>
          <p:nvPr/>
        </p:nvSpPr>
        <p:spPr>
          <a:xfrm>
            <a:off x="4160520" y="5532120"/>
            <a:ext cx="1188720" cy="365760"/>
          </a:xfrm>
          <a:prstGeom prst="rect">
            <a:avLst/>
          </a:prstGeom>
          <a:noFill/>
          <a:ln/>
        </p:spPr>
        <p:txBody>
          <a:bodyPr wrap="square" lIns="0" tIns="0" rIns="0" bIns="0" rtlCol="0" anchor="t"/>
          <a:lstStyle/>
          <a:p>
            <a:pPr algn="l" indent="0" marL="0">
              <a:buNone/>
            </a:pPr>
            <a:r>
              <a:rPr lang="en-US" sz="1700" b="1" dirty="0">
                <a:solidFill>
                  <a:srgbClr val="1B2A4A"/>
                </a:solidFill>
                <a:latin typeface="Cambria" pitchFamily="34" charset="0"/>
                <a:ea typeface="Cambria" pitchFamily="34" charset="-122"/>
                <a:cs typeface="Cambria" pitchFamily="34" charset="-120"/>
              </a:rPr>
              <a:t>Solve</a:t>
            </a:r>
            <a:endParaRPr lang="en-US" sz="1700" dirty="0"/>
          </a:p>
        </p:txBody>
      </p:sp>
      <p:sp>
        <p:nvSpPr>
          <p:cNvPr id="19" name="a4-zoom"/>
          <p:cNvSpPr txBox="1"/>
          <p:nvPr/>
        </p:nvSpPr>
        <p:spPr>
          <a:xfrm>
            <a:off x="6400800" y="3511296"/>
            <a:ext cx="5148072" cy="68580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3. Solve  </a:t>
            </a:r>
            <a:pPr indent="0" marL="0">
              <a:buNone/>
            </a:pPr>
            <a:r>
              <a:rPr lang="en-US" sz="1600" dirty="0">
                <a:solidFill>
                  <a:srgbClr val="5B6577"/>
                </a:solidFill>
                <a:latin typeface="Calibri" pitchFamily="34" charset="0"/>
                <a:ea typeface="Calibri" pitchFamily="34" charset="-122"/>
                <a:cs typeface="Calibri" pitchFamily="34" charset="-120"/>
              </a:rPr>
              <a:t>– fix problems quickly and politely</a:t>
            </a:r>
            <a:endParaRPr lang="en-US" sz="1900" dirty="0"/>
          </a:p>
        </p:txBody>
      </p:sp>
      <p:sp>
        <p:nvSpPr>
          <p:cNvPr id="20" name="a5-zoom"/>
          <p:cNvSpPr/>
          <p:nvPr/>
        </p:nvSpPr>
        <p:spPr>
          <a:xfrm>
            <a:off x="1508760" y="3520440"/>
            <a:ext cx="914400" cy="914400"/>
          </a:xfrm>
          <a:prstGeom prst="ellipse">
            <a:avLst/>
          </a:prstGeom>
          <a:solidFill>
            <a:srgbClr val="D9973A"/>
          </a:solidFill>
          <a:ln w="12700">
            <a:solidFill>
              <a:srgbClr val="D9973A"/>
            </a:solidFill>
            <a:prstDash val="solid"/>
          </a:ln>
        </p:spPr>
      </p:sp>
      <p:pic>
        <p:nvPicPr>
          <p:cNvPr id="21" name="a5-zoom" descr="">    </p:cNvPr>
          <p:cNvPicPr>
            <a:picLocks noChangeAspect="1"/>
          </p:cNvPicPr>
          <p:nvPr/>
        </p:nvPicPr>
        <p:blipFill>
          <a:blip r:embed="rId5"/>
          <a:stretch>
            <a:fillRect/>
          </a:stretch>
        </p:blipFill>
        <p:spPr>
          <a:xfrm>
            <a:off x="1728216" y="3739896"/>
            <a:ext cx="475488" cy="475488"/>
          </a:xfrm>
          <a:prstGeom prst="rect">
            <a:avLst/>
          </a:prstGeom>
        </p:spPr>
      </p:pic>
      <p:sp>
        <p:nvSpPr>
          <p:cNvPr id="22" name="a5-zoom"/>
          <p:cNvSpPr txBox="1"/>
          <p:nvPr/>
        </p:nvSpPr>
        <p:spPr>
          <a:xfrm>
            <a:off x="182880" y="3794760"/>
            <a:ext cx="1234440" cy="365760"/>
          </a:xfrm>
          <a:prstGeom prst="rect">
            <a:avLst/>
          </a:prstGeom>
          <a:noFill/>
          <a:ln/>
        </p:spPr>
        <p:txBody>
          <a:bodyPr wrap="square" lIns="0" tIns="0" rIns="0" bIns="0" rtlCol="0" anchor="t"/>
          <a:lstStyle/>
          <a:p>
            <a:pPr algn="r" indent="0" marL="0">
              <a:buNone/>
            </a:pPr>
            <a:r>
              <a:rPr lang="en-US" sz="1700" b="1" dirty="0">
                <a:solidFill>
                  <a:srgbClr val="1B2A4A"/>
                </a:solidFill>
                <a:latin typeface="Cambria" pitchFamily="34" charset="0"/>
                <a:ea typeface="Cambria" pitchFamily="34" charset="-122"/>
                <a:cs typeface="Cambria" pitchFamily="34" charset="-120"/>
              </a:rPr>
              <a:t>Keep</a:t>
            </a:r>
            <a:endParaRPr lang="en-US" sz="1700" dirty="0"/>
          </a:p>
        </p:txBody>
      </p:sp>
      <p:sp>
        <p:nvSpPr>
          <p:cNvPr id="23" name="a5-zoom"/>
          <p:cNvSpPr txBox="1"/>
          <p:nvPr/>
        </p:nvSpPr>
        <p:spPr>
          <a:xfrm>
            <a:off x="6400800" y="4352544"/>
            <a:ext cx="5148072" cy="68580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4. Keep  </a:t>
            </a:r>
            <a:pPr indent="0" marL="0">
              <a:buNone/>
            </a:pPr>
            <a:r>
              <a:rPr lang="en-US" sz="1600" dirty="0">
                <a:solidFill>
                  <a:srgbClr val="5B6577"/>
                </a:solidFill>
                <a:latin typeface="Calibri" pitchFamily="34" charset="0"/>
                <a:ea typeface="Calibri" pitchFamily="34" charset="-122"/>
                <a:cs typeface="Calibri" pitchFamily="34" charset="-120"/>
              </a:rPr>
              <a:t>– good service makes loyal customers</a:t>
            </a:r>
            <a:endParaRPr lang="en-US" sz="1900" dirty="0"/>
          </a:p>
        </p:txBody>
      </p:sp>
      <p:sp>
        <p:nvSpPr>
          <p:cNvPr id="24" name="a6-zoom"/>
          <p:cNvSpPr txBox="1"/>
          <p:nvPr/>
        </p:nvSpPr>
        <p:spPr>
          <a:xfrm>
            <a:off x="6400800" y="5349240"/>
            <a:ext cx="5148072" cy="777240"/>
          </a:xfrm>
          <a:prstGeom prst="roundRect">
            <a:avLst>
              <a:gd name="adj" fmla="val 14118"/>
            </a:avLst>
          </a:prstGeom>
          <a:solidFill>
            <a:srgbClr val="FBF1E2"/>
          </a:solidFill>
          <a:ln/>
        </p:spPr>
        <p:txBody>
          <a:bodyPr wrap="square" lIns="0" tIns="0" rIns="0" bIns="0" rtlCol="0" anchor="ctr"/>
          <a:lstStyle/>
          <a:p>
            <a:pPr algn="ctr" indent="0" marL="0">
              <a:buNone/>
            </a:pPr>
            <a:r>
              <a:rPr lang="en-US" sz="1800" b="1" dirty="0">
                <a:solidFill>
                  <a:srgbClr val="D9973A"/>
                </a:solidFill>
                <a:latin typeface="Calibri" pitchFamily="34" charset="0"/>
                <a:ea typeface="Calibri" pitchFamily="34" charset="-122"/>
                <a:cs typeface="Calibri" pitchFamily="34" charset="-120"/>
              </a:rPr>
              <a:t>Main lesson: </a:t>
            </a:r>
            <a:pPr algn="ctr" indent="0" marL="0">
              <a:buNone/>
            </a:pPr>
            <a:r>
              <a:rPr lang="en-US" sz="1800" b="1" dirty="0">
                <a:solidFill>
                  <a:srgbClr val="1B2A4A"/>
                </a:solidFill>
                <a:latin typeface="Calibri" pitchFamily="34" charset="0"/>
                <a:ea typeface="Calibri" pitchFamily="34" charset="-122"/>
                <a:cs typeface="Calibri" pitchFamily="34" charset="-120"/>
              </a:rPr>
              <a:t>a happy customer comes back!</a:t>
            </a:r>
            <a:endParaRPr lang="en-US" sz="1800" dirty="0"/>
          </a:p>
        </p:txBody>
      </p:sp>
      <p:sp>
        <p:nvSpPr>
          <p:cNvPr id="25" name="Text 18"/>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26" name="Text 19"/>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8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450" fill="hold"/>
                                        <p:tgtEl>
                                          <p:spTgt spid="7"/>
                                        </p:tgtEl>
                                        <p:attrNameLst>
                                          <p:attrName>ppt_w</p:attrName>
                                        </p:attrNameLst>
                                      </p:cBhvr>
                                      <p:tavLst>
                                        <p:tav tm="0">
                                          <p:val>
                                            <p:fltVal val="0"/>
                                          </p:val>
                                        </p:tav>
                                        <p:tav tm="100000">
                                          <p:val>
                                            <p:strVal val="#ppt_w"/>
                                          </p:val>
                                        </p:tav>
                                      </p:tavLst>
                                    </p:anim>
                                    <p:anim calcmode="lin" valueType="num">
                                      <p:cBhvr>
                                        <p:cTn id="23" dur="450" fill="hold"/>
                                        <p:tgtEl>
                                          <p:spTgt spid="7"/>
                                        </p:tgtEl>
                                        <p:attrNameLst>
                                          <p:attrName>ppt_h</p:attrName>
                                        </p:attrNameLst>
                                      </p:cBhvr>
                                      <p:tavLst>
                                        <p:tav tm="0">
                                          <p:val>
                                            <p:fltVal val="0"/>
                                          </p:val>
                                        </p:tav>
                                        <p:tav tm="100000">
                                          <p:val>
                                            <p:strVal val="#ppt_h"/>
                                          </p:val>
                                        </p:tav>
                                      </p:tavLst>
                                    </p:anim>
                                    <p:animEffect transition="in" filter="fade">
                                      <p:cBhvr>
                                        <p:cTn id="24" dur="450"/>
                                        <p:tgtEl>
                                          <p:spTgt spid="7"/>
                                        </p:tgtEl>
                                      </p:cBhvr>
                                    </p:animEffect>
                                  </p:childTnLst>
                                </p:cTn>
                              </p:par>
                              <p:par>
                                <p:cTn id="25" presetID="53" presetClass="entr" presetSubtype="16" fill="hold" grpId="0" nodeType="withEffect">
                                  <p:stCondLst>
                                    <p:cond delay="315"/>
                                  </p:stCondLst>
                                  <p:childTnLst>
                                    <p:set>
                                      <p:cBhvr>
                                        <p:cTn id="26" dur="1" fill="hold">
                                          <p:stCondLst>
                                            <p:cond delay="0"/>
                                          </p:stCondLst>
                                        </p:cTn>
                                        <p:tgtEl>
                                          <p:spTgt spid="8"/>
                                        </p:tgtEl>
                                        <p:attrNameLst>
                                          <p:attrName>style.visibility</p:attrName>
                                        </p:attrNameLst>
                                      </p:cBhvr>
                                      <p:to>
                                        <p:strVal val="visible"/>
                                      </p:to>
                                    </p:set>
                                    <p:anim calcmode="lin" valueType="num">
                                      <p:cBhvr>
                                        <p:cTn id="27" dur="450" fill="hold"/>
                                        <p:tgtEl>
                                          <p:spTgt spid="8"/>
                                        </p:tgtEl>
                                        <p:attrNameLst>
                                          <p:attrName>ppt_w</p:attrName>
                                        </p:attrNameLst>
                                      </p:cBhvr>
                                      <p:tavLst>
                                        <p:tav tm="0">
                                          <p:val>
                                            <p:fltVal val="0"/>
                                          </p:val>
                                        </p:tav>
                                        <p:tav tm="100000">
                                          <p:val>
                                            <p:strVal val="#ppt_w"/>
                                          </p:val>
                                        </p:tav>
                                      </p:tavLst>
                                    </p:anim>
                                    <p:anim calcmode="lin" valueType="num">
                                      <p:cBhvr>
                                        <p:cTn id="28" dur="450" fill="hold"/>
                                        <p:tgtEl>
                                          <p:spTgt spid="8"/>
                                        </p:tgtEl>
                                        <p:attrNameLst>
                                          <p:attrName>ppt_h</p:attrName>
                                        </p:attrNameLst>
                                      </p:cBhvr>
                                      <p:tavLst>
                                        <p:tav tm="0">
                                          <p:val>
                                            <p:fltVal val="0"/>
                                          </p:val>
                                        </p:tav>
                                        <p:tav tm="100000">
                                          <p:val>
                                            <p:strVal val="#ppt_h"/>
                                          </p:val>
                                        </p:tav>
                                      </p:tavLst>
                                    </p:anim>
                                    <p:animEffect transition="in" filter="fade">
                                      <p:cBhvr>
                                        <p:cTn id="29" dur="450"/>
                                        <p:tgtEl>
                                          <p:spTgt spid="8"/>
                                        </p:tgtEl>
                                      </p:cBhvr>
                                    </p:animEffect>
                                  </p:childTnLst>
                                </p:cTn>
                              </p:par>
                              <p:par>
                                <p:cTn id="30" presetID="53" presetClass="entr" presetSubtype="16" fill="hold" grpId="0" nodeType="withEffect">
                                  <p:stCondLst>
                                    <p:cond delay="315"/>
                                  </p:stCondLst>
                                  <p:childTnLst>
                                    <p:set>
                                      <p:cBhvr>
                                        <p:cTn id="31" dur="1" fill="hold">
                                          <p:stCondLst>
                                            <p:cond delay="0"/>
                                          </p:stCondLst>
                                        </p:cTn>
                                        <p:tgtEl>
                                          <p:spTgt spid="9"/>
                                        </p:tgtEl>
                                        <p:attrNameLst>
                                          <p:attrName>style.visibility</p:attrName>
                                        </p:attrNameLst>
                                      </p:cBhvr>
                                      <p:to>
                                        <p:strVal val="visible"/>
                                      </p:to>
                                    </p:set>
                                    <p:anim calcmode="lin" valueType="num">
                                      <p:cBhvr>
                                        <p:cTn id="32" dur="450" fill="hold"/>
                                        <p:tgtEl>
                                          <p:spTgt spid="9"/>
                                        </p:tgtEl>
                                        <p:attrNameLst>
                                          <p:attrName>ppt_w</p:attrName>
                                        </p:attrNameLst>
                                      </p:cBhvr>
                                      <p:tavLst>
                                        <p:tav tm="0">
                                          <p:val>
                                            <p:fltVal val="0"/>
                                          </p:val>
                                        </p:tav>
                                        <p:tav tm="100000">
                                          <p:val>
                                            <p:strVal val="#ppt_w"/>
                                          </p:val>
                                        </p:tav>
                                      </p:tavLst>
                                    </p:anim>
                                    <p:anim calcmode="lin" valueType="num">
                                      <p:cBhvr>
                                        <p:cTn id="33" dur="450" fill="hold"/>
                                        <p:tgtEl>
                                          <p:spTgt spid="9"/>
                                        </p:tgtEl>
                                        <p:attrNameLst>
                                          <p:attrName>ppt_h</p:attrName>
                                        </p:attrNameLst>
                                      </p:cBhvr>
                                      <p:tavLst>
                                        <p:tav tm="0">
                                          <p:val>
                                            <p:fltVal val="0"/>
                                          </p:val>
                                        </p:tav>
                                        <p:tav tm="100000">
                                          <p:val>
                                            <p:strVal val="#ppt_h"/>
                                          </p:val>
                                        </p:tav>
                                      </p:tavLst>
                                    </p:anim>
                                    <p:animEffect transition="in" filter="fade">
                                      <p:cBhvr>
                                        <p:cTn id="34" dur="450"/>
                                        <p:tgtEl>
                                          <p:spTgt spid="9"/>
                                        </p:tgtEl>
                                      </p:cBhvr>
                                    </p:animEffect>
                                  </p:childTnLst>
                                </p:cTn>
                              </p:par>
                              <p:par>
                                <p:cTn id="35" presetID="53" presetClass="entr" presetSubtype="16" fill="hold" grpId="0" nodeType="withEffect">
                                  <p:stCondLst>
                                    <p:cond delay="315"/>
                                  </p:stCondLst>
                                  <p:childTnLst>
                                    <p:set>
                                      <p:cBhvr>
                                        <p:cTn id="36" dur="1" fill="hold">
                                          <p:stCondLst>
                                            <p:cond delay="0"/>
                                          </p:stCondLst>
                                        </p:cTn>
                                        <p:tgtEl>
                                          <p:spTgt spid="10"/>
                                        </p:tgtEl>
                                        <p:attrNameLst>
                                          <p:attrName>style.visibility</p:attrName>
                                        </p:attrNameLst>
                                      </p:cBhvr>
                                      <p:to>
                                        <p:strVal val="visible"/>
                                      </p:to>
                                    </p:set>
                                    <p:anim calcmode="lin" valueType="num">
                                      <p:cBhvr>
                                        <p:cTn id="37" dur="450" fill="hold"/>
                                        <p:tgtEl>
                                          <p:spTgt spid="10"/>
                                        </p:tgtEl>
                                        <p:attrNameLst>
                                          <p:attrName>ppt_w</p:attrName>
                                        </p:attrNameLst>
                                      </p:cBhvr>
                                      <p:tavLst>
                                        <p:tav tm="0">
                                          <p:val>
                                            <p:fltVal val="0"/>
                                          </p:val>
                                        </p:tav>
                                        <p:tav tm="100000">
                                          <p:val>
                                            <p:strVal val="#ppt_w"/>
                                          </p:val>
                                        </p:tav>
                                      </p:tavLst>
                                    </p:anim>
                                    <p:anim calcmode="lin" valueType="num">
                                      <p:cBhvr>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0" presetID="53" presetClass="entr" presetSubtype="16" fill="hold" grpId="0" nodeType="withEffect">
                                  <p:stCondLst>
                                    <p:cond delay="315"/>
                                  </p:stCondLst>
                                  <p:childTnLst>
                                    <p:set>
                                      <p:cBhvr>
                                        <p:cTn id="41" dur="1" fill="hold">
                                          <p:stCondLst>
                                            <p:cond delay="0"/>
                                          </p:stCondLst>
                                        </p:cTn>
                                        <p:tgtEl>
                                          <p:spTgt spid="11"/>
                                        </p:tgtEl>
                                        <p:attrNameLst>
                                          <p:attrName>style.visibility</p:attrName>
                                        </p:attrNameLst>
                                      </p:cBhvr>
                                      <p:to>
                                        <p:strVal val="visible"/>
                                      </p:to>
                                    </p:set>
                                    <p:anim calcmode="lin" valueType="num">
                                      <p:cBhvr>
                                        <p:cTn id="42" dur="450" fill="hold"/>
                                        <p:tgtEl>
                                          <p:spTgt spid="11"/>
                                        </p:tgtEl>
                                        <p:attrNameLst>
                                          <p:attrName>ppt_w</p:attrName>
                                        </p:attrNameLst>
                                      </p:cBhvr>
                                      <p:tavLst>
                                        <p:tav tm="0">
                                          <p:val>
                                            <p:fltVal val="0"/>
                                          </p:val>
                                        </p:tav>
                                        <p:tav tm="100000">
                                          <p:val>
                                            <p:strVal val="#ppt_w"/>
                                          </p:val>
                                        </p:tav>
                                      </p:tavLst>
                                    </p:anim>
                                    <p:anim calcmode="lin" valueType="num">
                                      <p:cBhvr>
                                        <p:cTn id="43" dur="450" fill="hold"/>
                                        <p:tgtEl>
                                          <p:spTgt spid="11"/>
                                        </p:tgtEl>
                                        <p:attrNameLst>
                                          <p:attrName>ppt_h</p:attrName>
                                        </p:attrNameLst>
                                      </p:cBhvr>
                                      <p:tavLst>
                                        <p:tav tm="0">
                                          <p:val>
                                            <p:fltVal val="0"/>
                                          </p:val>
                                        </p:tav>
                                        <p:tav tm="100000">
                                          <p:val>
                                            <p:strVal val="#ppt_h"/>
                                          </p:val>
                                        </p:tav>
                                      </p:tavLst>
                                    </p:anim>
                                    <p:animEffect transition="in" filter="fade">
                                      <p:cBhvr>
                                        <p:cTn id="44" dur="450"/>
                                        <p:tgtEl>
                                          <p:spTgt spid="11"/>
                                        </p:tgtEl>
                                      </p:cBhvr>
                                    </p:animEffect>
                                  </p:childTnLst>
                                </p:cTn>
                              </p:par>
                              <p:par>
                                <p:cTn id="45" presetID="53" presetClass="entr" presetSubtype="16" fill="hold" grpId="0" nodeType="withEffect">
                                  <p:stCondLst>
                                    <p:cond delay="630"/>
                                  </p:stCondLst>
                                  <p:childTnLst>
                                    <p:set>
                                      <p:cBhvr>
                                        <p:cTn id="46" dur="1" fill="hold">
                                          <p:stCondLst>
                                            <p:cond delay="0"/>
                                          </p:stCondLst>
                                        </p:cTn>
                                        <p:tgtEl>
                                          <p:spTgt spid="12"/>
                                        </p:tgtEl>
                                        <p:attrNameLst>
                                          <p:attrName>style.visibility</p:attrName>
                                        </p:attrNameLst>
                                      </p:cBhvr>
                                      <p:to>
                                        <p:strVal val="visible"/>
                                      </p:to>
                                    </p:set>
                                    <p:anim calcmode="lin" valueType="num">
                                      <p:cBhvr>
                                        <p:cTn id="47" dur="450" fill="hold"/>
                                        <p:tgtEl>
                                          <p:spTgt spid="12"/>
                                        </p:tgtEl>
                                        <p:attrNameLst>
                                          <p:attrName>ppt_w</p:attrName>
                                        </p:attrNameLst>
                                      </p:cBhvr>
                                      <p:tavLst>
                                        <p:tav tm="0">
                                          <p:val>
                                            <p:fltVal val="0"/>
                                          </p:val>
                                        </p:tav>
                                        <p:tav tm="100000">
                                          <p:val>
                                            <p:strVal val="#ppt_w"/>
                                          </p:val>
                                        </p:tav>
                                      </p:tavLst>
                                    </p:anim>
                                    <p:anim calcmode="lin" valueType="num">
                                      <p:cBhvr>
                                        <p:cTn id="48" dur="450" fill="hold"/>
                                        <p:tgtEl>
                                          <p:spTgt spid="12"/>
                                        </p:tgtEl>
                                        <p:attrNameLst>
                                          <p:attrName>ppt_h</p:attrName>
                                        </p:attrNameLst>
                                      </p:cBhvr>
                                      <p:tavLst>
                                        <p:tav tm="0">
                                          <p:val>
                                            <p:fltVal val="0"/>
                                          </p:val>
                                        </p:tav>
                                        <p:tav tm="100000">
                                          <p:val>
                                            <p:strVal val="#ppt_h"/>
                                          </p:val>
                                        </p:tav>
                                      </p:tavLst>
                                    </p:anim>
                                    <p:animEffect transition="in" filter="fade">
                                      <p:cBhvr>
                                        <p:cTn id="49" dur="450"/>
                                        <p:tgtEl>
                                          <p:spTgt spid="12"/>
                                        </p:tgtEl>
                                      </p:cBhvr>
                                    </p:animEffect>
                                  </p:childTnLst>
                                </p:cTn>
                              </p:par>
                              <p:par>
                                <p:cTn id="50" presetID="53" presetClass="entr" presetSubtype="16" fill="hold" grpId="0" nodeType="withEffect">
                                  <p:stCondLst>
                                    <p:cond delay="630"/>
                                  </p:stCondLst>
                                  <p:childTnLst>
                                    <p:set>
                                      <p:cBhvr>
                                        <p:cTn id="51" dur="1" fill="hold">
                                          <p:stCondLst>
                                            <p:cond delay="0"/>
                                          </p:stCondLst>
                                        </p:cTn>
                                        <p:tgtEl>
                                          <p:spTgt spid="13"/>
                                        </p:tgtEl>
                                        <p:attrNameLst>
                                          <p:attrName>style.visibility</p:attrName>
                                        </p:attrNameLst>
                                      </p:cBhvr>
                                      <p:to>
                                        <p:strVal val="visible"/>
                                      </p:to>
                                    </p:set>
                                    <p:anim calcmode="lin" valueType="num">
                                      <p:cBhvr>
                                        <p:cTn id="52" dur="450" fill="hold"/>
                                        <p:tgtEl>
                                          <p:spTgt spid="13"/>
                                        </p:tgtEl>
                                        <p:attrNameLst>
                                          <p:attrName>ppt_w</p:attrName>
                                        </p:attrNameLst>
                                      </p:cBhvr>
                                      <p:tavLst>
                                        <p:tav tm="0">
                                          <p:val>
                                            <p:fltVal val="0"/>
                                          </p:val>
                                        </p:tav>
                                        <p:tav tm="100000">
                                          <p:val>
                                            <p:strVal val="#ppt_w"/>
                                          </p:val>
                                        </p:tav>
                                      </p:tavLst>
                                    </p:anim>
                                    <p:anim calcmode="lin" valueType="num">
                                      <p:cBhvr>
                                        <p:cTn id="53" dur="450" fill="hold"/>
                                        <p:tgtEl>
                                          <p:spTgt spid="13"/>
                                        </p:tgtEl>
                                        <p:attrNameLst>
                                          <p:attrName>ppt_h</p:attrName>
                                        </p:attrNameLst>
                                      </p:cBhvr>
                                      <p:tavLst>
                                        <p:tav tm="0">
                                          <p:val>
                                            <p:fltVal val="0"/>
                                          </p:val>
                                        </p:tav>
                                        <p:tav tm="100000">
                                          <p:val>
                                            <p:strVal val="#ppt_h"/>
                                          </p:val>
                                        </p:tav>
                                      </p:tavLst>
                                    </p:anim>
                                    <p:animEffect transition="in" filter="fade">
                                      <p:cBhvr>
                                        <p:cTn id="54" dur="450"/>
                                        <p:tgtEl>
                                          <p:spTgt spid="13"/>
                                        </p:tgtEl>
                                      </p:cBhvr>
                                    </p:animEffect>
                                  </p:childTnLst>
                                </p:cTn>
                              </p:par>
                              <p:par>
                                <p:cTn id="55" presetID="53" presetClass="entr" presetSubtype="16" fill="hold" grpId="0" nodeType="withEffect">
                                  <p:stCondLst>
                                    <p:cond delay="630"/>
                                  </p:stCondLst>
                                  <p:childTnLst>
                                    <p:set>
                                      <p:cBhvr>
                                        <p:cTn id="56" dur="1" fill="hold">
                                          <p:stCondLst>
                                            <p:cond delay="0"/>
                                          </p:stCondLst>
                                        </p:cTn>
                                        <p:tgtEl>
                                          <p:spTgt spid="14"/>
                                        </p:tgtEl>
                                        <p:attrNameLst>
                                          <p:attrName>style.visibility</p:attrName>
                                        </p:attrNameLst>
                                      </p:cBhvr>
                                      <p:to>
                                        <p:strVal val="visible"/>
                                      </p:to>
                                    </p:set>
                                    <p:anim calcmode="lin" valueType="num">
                                      <p:cBhvr>
                                        <p:cTn id="57" dur="450" fill="hold"/>
                                        <p:tgtEl>
                                          <p:spTgt spid="14"/>
                                        </p:tgtEl>
                                        <p:attrNameLst>
                                          <p:attrName>ppt_w</p:attrName>
                                        </p:attrNameLst>
                                      </p:cBhvr>
                                      <p:tavLst>
                                        <p:tav tm="0">
                                          <p:val>
                                            <p:fltVal val="0"/>
                                          </p:val>
                                        </p:tav>
                                        <p:tav tm="100000">
                                          <p:val>
                                            <p:strVal val="#ppt_w"/>
                                          </p:val>
                                        </p:tav>
                                      </p:tavLst>
                                    </p:anim>
                                    <p:anim calcmode="lin" valueType="num">
                                      <p:cBhvr>
                                        <p:cTn id="58" dur="450" fill="hold"/>
                                        <p:tgtEl>
                                          <p:spTgt spid="14"/>
                                        </p:tgtEl>
                                        <p:attrNameLst>
                                          <p:attrName>ppt_h</p:attrName>
                                        </p:attrNameLst>
                                      </p:cBhvr>
                                      <p:tavLst>
                                        <p:tav tm="0">
                                          <p:val>
                                            <p:fltVal val="0"/>
                                          </p:val>
                                        </p:tav>
                                        <p:tav tm="100000">
                                          <p:val>
                                            <p:strVal val="#ppt_h"/>
                                          </p:val>
                                        </p:tav>
                                      </p:tavLst>
                                    </p:anim>
                                    <p:animEffect transition="in" filter="fade">
                                      <p:cBhvr>
                                        <p:cTn id="59" dur="450"/>
                                        <p:tgtEl>
                                          <p:spTgt spid="14"/>
                                        </p:tgtEl>
                                      </p:cBhvr>
                                    </p:animEffect>
                                  </p:childTnLst>
                                </p:cTn>
                              </p:par>
                              <p:par>
                                <p:cTn id="60" presetID="53" presetClass="entr" presetSubtype="16" fill="hold" grpId="0" nodeType="withEffect">
                                  <p:stCondLst>
                                    <p:cond delay="630"/>
                                  </p:stCondLst>
                                  <p:childTnLst>
                                    <p:set>
                                      <p:cBhvr>
                                        <p:cTn id="61" dur="1" fill="hold">
                                          <p:stCondLst>
                                            <p:cond delay="0"/>
                                          </p:stCondLst>
                                        </p:cTn>
                                        <p:tgtEl>
                                          <p:spTgt spid="15"/>
                                        </p:tgtEl>
                                        <p:attrNameLst>
                                          <p:attrName>style.visibility</p:attrName>
                                        </p:attrNameLst>
                                      </p:cBhvr>
                                      <p:to>
                                        <p:strVal val="visible"/>
                                      </p:to>
                                    </p:set>
                                    <p:anim calcmode="lin" valueType="num">
                                      <p:cBhvr>
                                        <p:cTn id="62" dur="450" fill="hold"/>
                                        <p:tgtEl>
                                          <p:spTgt spid="15"/>
                                        </p:tgtEl>
                                        <p:attrNameLst>
                                          <p:attrName>ppt_w</p:attrName>
                                        </p:attrNameLst>
                                      </p:cBhvr>
                                      <p:tavLst>
                                        <p:tav tm="0">
                                          <p:val>
                                            <p:fltVal val="0"/>
                                          </p:val>
                                        </p:tav>
                                        <p:tav tm="100000">
                                          <p:val>
                                            <p:strVal val="#ppt_w"/>
                                          </p:val>
                                        </p:tav>
                                      </p:tavLst>
                                    </p:anim>
                                    <p:anim calcmode="lin" valueType="num">
                                      <p:cBhvr>
                                        <p:cTn id="63" dur="450" fill="hold"/>
                                        <p:tgtEl>
                                          <p:spTgt spid="15"/>
                                        </p:tgtEl>
                                        <p:attrNameLst>
                                          <p:attrName>ppt_h</p:attrName>
                                        </p:attrNameLst>
                                      </p:cBhvr>
                                      <p:tavLst>
                                        <p:tav tm="0">
                                          <p:val>
                                            <p:fltVal val="0"/>
                                          </p:val>
                                        </p:tav>
                                        <p:tav tm="100000">
                                          <p:val>
                                            <p:strVal val="#ppt_h"/>
                                          </p:val>
                                        </p:tav>
                                      </p:tavLst>
                                    </p:anim>
                                    <p:animEffect transition="in" filter="fade">
                                      <p:cBhvr>
                                        <p:cTn id="64" dur="450"/>
                                        <p:tgtEl>
                                          <p:spTgt spid="15"/>
                                        </p:tgtEl>
                                      </p:cBhvr>
                                    </p:animEffect>
                                  </p:childTnLst>
                                </p:cTn>
                              </p:par>
                              <p:par>
                                <p:cTn id="65" presetID="53" presetClass="entr" presetSubtype="16" fill="hold" grpId="0" nodeType="withEffect">
                                  <p:stCondLst>
                                    <p:cond delay="945"/>
                                  </p:stCondLst>
                                  <p:childTnLst>
                                    <p:set>
                                      <p:cBhvr>
                                        <p:cTn id="66" dur="1" fill="hold">
                                          <p:stCondLst>
                                            <p:cond delay="0"/>
                                          </p:stCondLst>
                                        </p:cTn>
                                        <p:tgtEl>
                                          <p:spTgt spid="16"/>
                                        </p:tgtEl>
                                        <p:attrNameLst>
                                          <p:attrName>style.visibility</p:attrName>
                                        </p:attrNameLst>
                                      </p:cBhvr>
                                      <p:to>
                                        <p:strVal val="visible"/>
                                      </p:to>
                                    </p:set>
                                    <p:anim calcmode="lin" valueType="num">
                                      <p:cBhvr>
                                        <p:cTn id="67" dur="450" fill="hold"/>
                                        <p:tgtEl>
                                          <p:spTgt spid="16"/>
                                        </p:tgtEl>
                                        <p:attrNameLst>
                                          <p:attrName>ppt_w</p:attrName>
                                        </p:attrNameLst>
                                      </p:cBhvr>
                                      <p:tavLst>
                                        <p:tav tm="0">
                                          <p:val>
                                            <p:fltVal val="0"/>
                                          </p:val>
                                        </p:tav>
                                        <p:tav tm="100000">
                                          <p:val>
                                            <p:strVal val="#ppt_w"/>
                                          </p:val>
                                        </p:tav>
                                      </p:tavLst>
                                    </p:anim>
                                    <p:anim calcmode="lin" valueType="num">
                                      <p:cBhvr>
                                        <p:cTn id="68" dur="450" fill="hold"/>
                                        <p:tgtEl>
                                          <p:spTgt spid="16"/>
                                        </p:tgtEl>
                                        <p:attrNameLst>
                                          <p:attrName>ppt_h</p:attrName>
                                        </p:attrNameLst>
                                      </p:cBhvr>
                                      <p:tavLst>
                                        <p:tav tm="0">
                                          <p:val>
                                            <p:fltVal val="0"/>
                                          </p:val>
                                        </p:tav>
                                        <p:tav tm="100000">
                                          <p:val>
                                            <p:strVal val="#ppt_h"/>
                                          </p:val>
                                        </p:tav>
                                      </p:tavLst>
                                    </p:anim>
                                    <p:animEffect transition="in" filter="fade">
                                      <p:cBhvr>
                                        <p:cTn id="69" dur="450"/>
                                        <p:tgtEl>
                                          <p:spTgt spid="16"/>
                                        </p:tgtEl>
                                      </p:cBhvr>
                                    </p:animEffect>
                                  </p:childTnLst>
                                </p:cTn>
                              </p:par>
                              <p:par>
                                <p:cTn id="70" presetID="53" presetClass="entr" presetSubtype="16" fill="hold" grpId="0" nodeType="withEffect">
                                  <p:stCondLst>
                                    <p:cond delay="945"/>
                                  </p:stCondLst>
                                  <p:childTnLst>
                                    <p:set>
                                      <p:cBhvr>
                                        <p:cTn id="71" dur="1" fill="hold">
                                          <p:stCondLst>
                                            <p:cond delay="0"/>
                                          </p:stCondLst>
                                        </p:cTn>
                                        <p:tgtEl>
                                          <p:spTgt spid="17"/>
                                        </p:tgtEl>
                                        <p:attrNameLst>
                                          <p:attrName>style.visibility</p:attrName>
                                        </p:attrNameLst>
                                      </p:cBhvr>
                                      <p:to>
                                        <p:strVal val="visible"/>
                                      </p:to>
                                    </p:set>
                                    <p:anim calcmode="lin" valueType="num">
                                      <p:cBhvr>
                                        <p:cTn id="72" dur="450" fill="hold"/>
                                        <p:tgtEl>
                                          <p:spTgt spid="17"/>
                                        </p:tgtEl>
                                        <p:attrNameLst>
                                          <p:attrName>ppt_w</p:attrName>
                                        </p:attrNameLst>
                                      </p:cBhvr>
                                      <p:tavLst>
                                        <p:tav tm="0">
                                          <p:val>
                                            <p:fltVal val="0"/>
                                          </p:val>
                                        </p:tav>
                                        <p:tav tm="100000">
                                          <p:val>
                                            <p:strVal val="#ppt_w"/>
                                          </p:val>
                                        </p:tav>
                                      </p:tavLst>
                                    </p:anim>
                                    <p:anim calcmode="lin" valueType="num">
                                      <p:cBhvr>
                                        <p:cTn id="73" dur="450" fill="hold"/>
                                        <p:tgtEl>
                                          <p:spTgt spid="17"/>
                                        </p:tgtEl>
                                        <p:attrNameLst>
                                          <p:attrName>ppt_h</p:attrName>
                                        </p:attrNameLst>
                                      </p:cBhvr>
                                      <p:tavLst>
                                        <p:tav tm="0">
                                          <p:val>
                                            <p:fltVal val="0"/>
                                          </p:val>
                                        </p:tav>
                                        <p:tav tm="100000">
                                          <p:val>
                                            <p:strVal val="#ppt_h"/>
                                          </p:val>
                                        </p:tav>
                                      </p:tavLst>
                                    </p:anim>
                                    <p:animEffect transition="in" filter="fade">
                                      <p:cBhvr>
                                        <p:cTn id="74" dur="450"/>
                                        <p:tgtEl>
                                          <p:spTgt spid="17"/>
                                        </p:tgtEl>
                                      </p:cBhvr>
                                    </p:animEffect>
                                  </p:childTnLst>
                                </p:cTn>
                              </p:par>
                              <p:par>
                                <p:cTn id="75" presetID="53" presetClass="entr" presetSubtype="16" fill="hold" grpId="0" nodeType="withEffect">
                                  <p:stCondLst>
                                    <p:cond delay="945"/>
                                  </p:stCondLst>
                                  <p:childTnLst>
                                    <p:set>
                                      <p:cBhvr>
                                        <p:cTn id="76" dur="1" fill="hold">
                                          <p:stCondLst>
                                            <p:cond delay="0"/>
                                          </p:stCondLst>
                                        </p:cTn>
                                        <p:tgtEl>
                                          <p:spTgt spid="18"/>
                                        </p:tgtEl>
                                        <p:attrNameLst>
                                          <p:attrName>style.visibility</p:attrName>
                                        </p:attrNameLst>
                                      </p:cBhvr>
                                      <p:to>
                                        <p:strVal val="visible"/>
                                      </p:to>
                                    </p:set>
                                    <p:anim calcmode="lin" valueType="num">
                                      <p:cBhvr>
                                        <p:cTn id="77" dur="450" fill="hold"/>
                                        <p:tgtEl>
                                          <p:spTgt spid="18"/>
                                        </p:tgtEl>
                                        <p:attrNameLst>
                                          <p:attrName>ppt_w</p:attrName>
                                        </p:attrNameLst>
                                      </p:cBhvr>
                                      <p:tavLst>
                                        <p:tav tm="0">
                                          <p:val>
                                            <p:fltVal val="0"/>
                                          </p:val>
                                        </p:tav>
                                        <p:tav tm="100000">
                                          <p:val>
                                            <p:strVal val="#ppt_w"/>
                                          </p:val>
                                        </p:tav>
                                      </p:tavLst>
                                    </p:anim>
                                    <p:anim calcmode="lin" valueType="num">
                                      <p:cBhvr>
                                        <p:cTn id="78" dur="450" fill="hold"/>
                                        <p:tgtEl>
                                          <p:spTgt spid="18"/>
                                        </p:tgtEl>
                                        <p:attrNameLst>
                                          <p:attrName>ppt_h</p:attrName>
                                        </p:attrNameLst>
                                      </p:cBhvr>
                                      <p:tavLst>
                                        <p:tav tm="0">
                                          <p:val>
                                            <p:fltVal val="0"/>
                                          </p:val>
                                        </p:tav>
                                        <p:tav tm="100000">
                                          <p:val>
                                            <p:strVal val="#ppt_h"/>
                                          </p:val>
                                        </p:tav>
                                      </p:tavLst>
                                    </p:anim>
                                    <p:animEffect transition="in" filter="fade">
                                      <p:cBhvr>
                                        <p:cTn id="79" dur="450"/>
                                        <p:tgtEl>
                                          <p:spTgt spid="18"/>
                                        </p:tgtEl>
                                      </p:cBhvr>
                                    </p:animEffect>
                                  </p:childTnLst>
                                </p:cTn>
                              </p:par>
                              <p:par>
                                <p:cTn id="80" presetID="53" presetClass="entr" presetSubtype="16" fill="hold" grpId="0" nodeType="withEffect">
                                  <p:stCondLst>
                                    <p:cond delay="945"/>
                                  </p:stCondLst>
                                  <p:childTnLst>
                                    <p:set>
                                      <p:cBhvr>
                                        <p:cTn id="81" dur="1" fill="hold">
                                          <p:stCondLst>
                                            <p:cond delay="0"/>
                                          </p:stCondLst>
                                        </p:cTn>
                                        <p:tgtEl>
                                          <p:spTgt spid="19"/>
                                        </p:tgtEl>
                                        <p:attrNameLst>
                                          <p:attrName>style.visibility</p:attrName>
                                        </p:attrNameLst>
                                      </p:cBhvr>
                                      <p:to>
                                        <p:strVal val="visible"/>
                                      </p:to>
                                    </p:set>
                                    <p:anim calcmode="lin" valueType="num">
                                      <p:cBhvr>
                                        <p:cTn id="82" dur="450" fill="hold"/>
                                        <p:tgtEl>
                                          <p:spTgt spid="19"/>
                                        </p:tgtEl>
                                        <p:attrNameLst>
                                          <p:attrName>ppt_w</p:attrName>
                                        </p:attrNameLst>
                                      </p:cBhvr>
                                      <p:tavLst>
                                        <p:tav tm="0">
                                          <p:val>
                                            <p:fltVal val="0"/>
                                          </p:val>
                                        </p:tav>
                                        <p:tav tm="100000">
                                          <p:val>
                                            <p:strVal val="#ppt_w"/>
                                          </p:val>
                                        </p:tav>
                                      </p:tavLst>
                                    </p:anim>
                                    <p:anim calcmode="lin" valueType="num">
                                      <p:cBhvr>
                                        <p:cTn id="83" dur="450" fill="hold"/>
                                        <p:tgtEl>
                                          <p:spTgt spid="19"/>
                                        </p:tgtEl>
                                        <p:attrNameLst>
                                          <p:attrName>ppt_h</p:attrName>
                                        </p:attrNameLst>
                                      </p:cBhvr>
                                      <p:tavLst>
                                        <p:tav tm="0">
                                          <p:val>
                                            <p:fltVal val="0"/>
                                          </p:val>
                                        </p:tav>
                                        <p:tav tm="100000">
                                          <p:val>
                                            <p:strVal val="#ppt_h"/>
                                          </p:val>
                                        </p:tav>
                                      </p:tavLst>
                                    </p:anim>
                                    <p:animEffect transition="in" filter="fade">
                                      <p:cBhvr>
                                        <p:cTn id="84" dur="450"/>
                                        <p:tgtEl>
                                          <p:spTgt spid="19"/>
                                        </p:tgtEl>
                                      </p:cBhvr>
                                    </p:animEffect>
                                  </p:childTnLst>
                                </p:cTn>
                              </p:par>
                              <p:par>
                                <p:cTn id="85" presetID="53" presetClass="entr" presetSubtype="16" fill="hold" grpId="0" nodeType="withEffect">
                                  <p:stCondLst>
                                    <p:cond delay="1260"/>
                                  </p:stCondLst>
                                  <p:childTnLst>
                                    <p:set>
                                      <p:cBhvr>
                                        <p:cTn id="86" dur="1" fill="hold">
                                          <p:stCondLst>
                                            <p:cond delay="0"/>
                                          </p:stCondLst>
                                        </p:cTn>
                                        <p:tgtEl>
                                          <p:spTgt spid="20"/>
                                        </p:tgtEl>
                                        <p:attrNameLst>
                                          <p:attrName>style.visibility</p:attrName>
                                        </p:attrNameLst>
                                      </p:cBhvr>
                                      <p:to>
                                        <p:strVal val="visible"/>
                                      </p:to>
                                    </p:set>
                                    <p:anim calcmode="lin" valueType="num">
                                      <p:cBhvr>
                                        <p:cTn id="87" dur="450" fill="hold"/>
                                        <p:tgtEl>
                                          <p:spTgt spid="20"/>
                                        </p:tgtEl>
                                        <p:attrNameLst>
                                          <p:attrName>ppt_w</p:attrName>
                                        </p:attrNameLst>
                                      </p:cBhvr>
                                      <p:tavLst>
                                        <p:tav tm="0">
                                          <p:val>
                                            <p:fltVal val="0"/>
                                          </p:val>
                                        </p:tav>
                                        <p:tav tm="100000">
                                          <p:val>
                                            <p:strVal val="#ppt_w"/>
                                          </p:val>
                                        </p:tav>
                                      </p:tavLst>
                                    </p:anim>
                                    <p:anim calcmode="lin" valueType="num">
                                      <p:cBhvr>
                                        <p:cTn id="88" dur="450" fill="hold"/>
                                        <p:tgtEl>
                                          <p:spTgt spid="20"/>
                                        </p:tgtEl>
                                        <p:attrNameLst>
                                          <p:attrName>ppt_h</p:attrName>
                                        </p:attrNameLst>
                                      </p:cBhvr>
                                      <p:tavLst>
                                        <p:tav tm="0">
                                          <p:val>
                                            <p:fltVal val="0"/>
                                          </p:val>
                                        </p:tav>
                                        <p:tav tm="100000">
                                          <p:val>
                                            <p:strVal val="#ppt_h"/>
                                          </p:val>
                                        </p:tav>
                                      </p:tavLst>
                                    </p:anim>
                                    <p:animEffect transition="in" filter="fade">
                                      <p:cBhvr>
                                        <p:cTn id="89" dur="450"/>
                                        <p:tgtEl>
                                          <p:spTgt spid="20"/>
                                        </p:tgtEl>
                                      </p:cBhvr>
                                    </p:animEffect>
                                  </p:childTnLst>
                                </p:cTn>
                              </p:par>
                              <p:par>
                                <p:cTn id="90" presetID="53" presetClass="entr" presetSubtype="16" fill="hold" grpId="0" nodeType="withEffect">
                                  <p:stCondLst>
                                    <p:cond delay="1260"/>
                                  </p:stCondLst>
                                  <p:childTnLst>
                                    <p:set>
                                      <p:cBhvr>
                                        <p:cTn id="91" dur="1" fill="hold">
                                          <p:stCondLst>
                                            <p:cond delay="0"/>
                                          </p:stCondLst>
                                        </p:cTn>
                                        <p:tgtEl>
                                          <p:spTgt spid="21"/>
                                        </p:tgtEl>
                                        <p:attrNameLst>
                                          <p:attrName>style.visibility</p:attrName>
                                        </p:attrNameLst>
                                      </p:cBhvr>
                                      <p:to>
                                        <p:strVal val="visible"/>
                                      </p:to>
                                    </p:set>
                                    <p:anim calcmode="lin" valueType="num">
                                      <p:cBhvr>
                                        <p:cTn id="92" dur="450" fill="hold"/>
                                        <p:tgtEl>
                                          <p:spTgt spid="21"/>
                                        </p:tgtEl>
                                        <p:attrNameLst>
                                          <p:attrName>ppt_w</p:attrName>
                                        </p:attrNameLst>
                                      </p:cBhvr>
                                      <p:tavLst>
                                        <p:tav tm="0">
                                          <p:val>
                                            <p:fltVal val="0"/>
                                          </p:val>
                                        </p:tav>
                                        <p:tav tm="100000">
                                          <p:val>
                                            <p:strVal val="#ppt_w"/>
                                          </p:val>
                                        </p:tav>
                                      </p:tavLst>
                                    </p:anim>
                                    <p:anim calcmode="lin" valueType="num">
                                      <p:cBhvr>
                                        <p:cTn id="93" dur="450" fill="hold"/>
                                        <p:tgtEl>
                                          <p:spTgt spid="21"/>
                                        </p:tgtEl>
                                        <p:attrNameLst>
                                          <p:attrName>ppt_h</p:attrName>
                                        </p:attrNameLst>
                                      </p:cBhvr>
                                      <p:tavLst>
                                        <p:tav tm="0">
                                          <p:val>
                                            <p:fltVal val="0"/>
                                          </p:val>
                                        </p:tav>
                                        <p:tav tm="100000">
                                          <p:val>
                                            <p:strVal val="#ppt_h"/>
                                          </p:val>
                                        </p:tav>
                                      </p:tavLst>
                                    </p:anim>
                                    <p:animEffect transition="in" filter="fade">
                                      <p:cBhvr>
                                        <p:cTn id="94" dur="450"/>
                                        <p:tgtEl>
                                          <p:spTgt spid="21"/>
                                        </p:tgtEl>
                                      </p:cBhvr>
                                    </p:animEffect>
                                  </p:childTnLst>
                                </p:cTn>
                              </p:par>
                              <p:par>
                                <p:cTn id="95" presetID="53" presetClass="entr" presetSubtype="16" fill="hold" grpId="0" nodeType="withEffect">
                                  <p:stCondLst>
                                    <p:cond delay="1260"/>
                                  </p:stCondLst>
                                  <p:childTnLst>
                                    <p:set>
                                      <p:cBhvr>
                                        <p:cTn id="96" dur="1" fill="hold">
                                          <p:stCondLst>
                                            <p:cond delay="0"/>
                                          </p:stCondLst>
                                        </p:cTn>
                                        <p:tgtEl>
                                          <p:spTgt spid="22"/>
                                        </p:tgtEl>
                                        <p:attrNameLst>
                                          <p:attrName>style.visibility</p:attrName>
                                        </p:attrNameLst>
                                      </p:cBhvr>
                                      <p:to>
                                        <p:strVal val="visible"/>
                                      </p:to>
                                    </p:set>
                                    <p:anim calcmode="lin" valueType="num">
                                      <p:cBhvr>
                                        <p:cTn id="97" dur="450" fill="hold"/>
                                        <p:tgtEl>
                                          <p:spTgt spid="22"/>
                                        </p:tgtEl>
                                        <p:attrNameLst>
                                          <p:attrName>ppt_w</p:attrName>
                                        </p:attrNameLst>
                                      </p:cBhvr>
                                      <p:tavLst>
                                        <p:tav tm="0">
                                          <p:val>
                                            <p:fltVal val="0"/>
                                          </p:val>
                                        </p:tav>
                                        <p:tav tm="100000">
                                          <p:val>
                                            <p:strVal val="#ppt_w"/>
                                          </p:val>
                                        </p:tav>
                                      </p:tavLst>
                                    </p:anim>
                                    <p:anim calcmode="lin" valueType="num">
                                      <p:cBhvr>
                                        <p:cTn id="98" dur="450" fill="hold"/>
                                        <p:tgtEl>
                                          <p:spTgt spid="22"/>
                                        </p:tgtEl>
                                        <p:attrNameLst>
                                          <p:attrName>ppt_h</p:attrName>
                                        </p:attrNameLst>
                                      </p:cBhvr>
                                      <p:tavLst>
                                        <p:tav tm="0">
                                          <p:val>
                                            <p:fltVal val="0"/>
                                          </p:val>
                                        </p:tav>
                                        <p:tav tm="100000">
                                          <p:val>
                                            <p:strVal val="#ppt_h"/>
                                          </p:val>
                                        </p:tav>
                                      </p:tavLst>
                                    </p:anim>
                                    <p:animEffect transition="in" filter="fade">
                                      <p:cBhvr>
                                        <p:cTn id="99" dur="450"/>
                                        <p:tgtEl>
                                          <p:spTgt spid="22"/>
                                        </p:tgtEl>
                                      </p:cBhvr>
                                    </p:animEffect>
                                  </p:childTnLst>
                                </p:cTn>
                              </p:par>
                              <p:par>
                                <p:cTn id="100" presetID="53" presetClass="entr" presetSubtype="16" fill="hold" grpId="0" nodeType="withEffect">
                                  <p:stCondLst>
                                    <p:cond delay="1260"/>
                                  </p:stCondLst>
                                  <p:childTnLst>
                                    <p:set>
                                      <p:cBhvr>
                                        <p:cTn id="101" dur="1" fill="hold">
                                          <p:stCondLst>
                                            <p:cond delay="0"/>
                                          </p:stCondLst>
                                        </p:cTn>
                                        <p:tgtEl>
                                          <p:spTgt spid="23"/>
                                        </p:tgtEl>
                                        <p:attrNameLst>
                                          <p:attrName>style.visibility</p:attrName>
                                        </p:attrNameLst>
                                      </p:cBhvr>
                                      <p:to>
                                        <p:strVal val="visible"/>
                                      </p:to>
                                    </p:set>
                                    <p:anim calcmode="lin" valueType="num">
                                      <p:cBhvr>
                                        <p:cTn id="102" dur="450" fill="hold"/>
                                        <p:tgtEl>
                                          <p:spTgt spid="23"/>
                                        </p:tgtEl>
                                        <p:attrNameLst>
                                          <p:attrName>ppt_w</p:attrName>
                                        </p:attrNameLst>
                                      </p:cBhvr>
                                      <p:tavLst>
                                        <p:tav tm="0">
                                          <p:val>
                                            <p:fltVal val="0"/>
                                          </p:val>
                                        </p:tav>
                                        <p:tav tm="100000">
                                          <p:val>
                                            <p:strVal val="#ppt_w"/>
                                          </p:val>
                                        </p:tav>
                                      </p:tavLst>
                                    </p:anim>
                                    <p:anim calcmode="lin" valueType="num">
                                      <p:cBhvr>
                                        <p:cTn id="103" dur="450" fill="hold"/>
                                        <p:tgtEl>
                                          <p:spTgt spid="23"/>
                                        </p:tgtEl>
                                        <p:attrNameLst>
                                          <p:attrName>ppt_h</p:attrName>
                                        </p:attrNameLst>
                                      </p:cBhvr>
                                      <p:tavLst>
                                        <p:tav tm="0">
                                          <p:val>
                                            <p:fltVal val="0"/>
                                          </p:val>
                                        </p:tav>
                                        <p:tav tm="100000">
                                          <p:val>
                                            <p:strVal val="#ppt_h"/>
                                          </p:val>
                                        </p:tav>
                                      </p:tavLst>
                                    </p:anim>
                                    <p:animEffect transition="in" filter="fade">
                                      <p:cBhvr>
                                        <p:cTn id="104" dur="450"/>
                                        <p:tgtEl>
                                          <p:spTgt spid="23"/>
                                        </p:tgtEl>
                                      </p:cBhvr>
                                    </p:animEffect>
                                  </p:childTnLst>
                                </p:cTn>
                              </p:par>
                              <p:par>
                                <p:cTn id="105" presetID="53" presetClass="entr" presetSubtype="16" fill="hold" grpId="0" nodeType="withEffect">
                                  <p:stCondLst>
                                    <p:cond delay="1575"/>
                                  </p:stCondLst>
                                  <p:childTnLst>
                                    <p:set>
                                      <p:cBhvr>
                                        <p:cTn id="106" dur="1" fill="hold">
                                          <p:stCondLst>
                                            <p:cond delay="0"/>
                                          </p:stCondLst>
                                        </p:cTn>
                                        <p:tgtEl>
                                          <p:spTgt spid="24"/>
                                        </p:tgtEl>
                                        <p:attrNameLst>
                                          <p:attrName>style.visibility</p:attrName>
                                        </p:attrNameLst>
                                      </p:cBhvr>
                                      <p:to>
                                        <p:strVal val="visible"/>
                                      </p:to>
                                    </p:set>
                                    <p:anim calcmode="lin" valueType="num">
                                      <p:cBhvr>
                                        <p:cTn id="107" dur="450" fill="hold"/>
                                        <p:tgtEl>
                                          <p:spTgt spid="24"/>
                                        </p:tgtEl>
                                        <p:attrNameLst>
                                          <p:attrName>ppt_w</p:attrName>
                                        </p:attrNameLst>
                                      </p:cBhvr>
                                      <p:tavLst>
                                        <p:tav tm="0">
                                          <p:val>
                                            <p:fltVal val="0"/>
                                          </p:val>
                                        </p:tav>
                                        <p:tav tm="100000">
                                          <p:val>
                                            <p:strVal val="#ppt_w"/>
                                          </p:val>
                                        </p:tav>
                                      </p:tavLst>
                                    </p:anim>
                                    <p:anim calcmode="lin" valueType="num">
                                      <p:cBhvr>
                                        <p:cTn id="108" dur="450" fill="hold"/>
                                        <p:tgtEl>
                                          <p:spTgt spid="24"/>
                                        </p:tgtEl>
                                        <p:attrNameLst>
                                          <p:attrName>ppt_h</p:attrName>
                                        </p:attrNameLst>
                                      </p:cBhvr>
                                      <p:tavLst>
                                        <p:tav tm="0">
                                          <p:val>
                                            <p:fltVal val="0"/>
                                          </p:val>
                                        </p:tav>
                                        <p:tav tm="100000">
                                          <p:val>
                                            <p:strVal val="#ppt_h"/>
                                          </p:val>
                                        </p:tav>
                                      </p:tavLst>
                                    </p:anim>
                                    <p:animEffect transition="in" filter="fade">
                                      <p:cBhvr>
                                        <p:cTn id="10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MY NEW SKILLS</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Skills I developed</a:t>
            </a:r>
            <a:endParaRPr lang="en-US" sz="3400" dirty="0"/>
          </a:p>
        </p:txBody>
      </p:sp>
      <p:sp>
        <p:nvSpPr>
          <p:cNvPr id="4" name="a1-fade"/>
          <p:cNvSpPr txBox="1"/>
          <p:nvPr/>
        </p:nvSpPr>
        <p:spPr>
          <a:xfrm>
            <a:off x="640080" y="2103120"/>
            <a:ext cx="5120640" cy="1005840"/>
          </a:xfrm>
          <a:prstGeom prst="rect">
            <a:avLst/>
          </a:prstGeom>
          <a:noFill/>
          <a:ln/>
        </p:spPr>
        <p:txBody>
          <a:bodyPr wrap="square" lIns="0" tIns="0" rIns="0" bIns="0" rtlCol="0" anchor="t"/>
          <a:lstStyle/>
          <a:p>
            <a:pPr indent="0" marL="0">
              <a:buNone/>
            </a:pPr>
            <a:r>
              <a:rPr lang="en-US" sz="2400" b="1" dirty="0">
                <a:solidFill>
                  <a:srgbClr val="1B2A4A"/>
                </a:solidFill>
                <a:latin typeface="Cambria" pitchFamily="34" charset="0"/>
                <a:ea typeface="Cambria" pitchFamily="34" charset="-122"/>
                <a:cs typeface="Cambria" pitchFamily="34" charset="-120"/>
              </a:rPr>
              <a:t>This internship helped me grow at work and as a person.</a:t>
            </a:r>
            <a:endParaRPr lang="en-US" sz="2400" dirty="0"/>
          </a:p>
        </p:txBody>
      </p:sp>
      <p:sp>
        <p:nvSpPr>
          <p:cNvPr id="5" name="a2-fade"/>
          <p:cNvSpPr txBox="1"/>
          <p:nvPr/>
        </p:nvSpPr>
        <p:spPr>
          <a:xfrm>
            <a:off x="640080" y="3429000"/>
            <a:ext cx="4572000" cy="274320"/>
          </a:xfrm>
          <a:prstGeom prst="rect">
            <a:avLst/>
          </a:prstGeom>
          <a:noFill/>
          <a:ln/>
        </p:spPr>
        <p:txBody>
          <a:bodyPr wrap="square" lIns="0" tIns="0" rIns="0" bIns="0" rtlCol="0" anchor="t"/>
          <a:lstStyle/>
          <a:p>
            <a:pPr indent="0" marL="0">
              <a:buNone/>
            </a:pPr>
            <a:r>
              <a:rPr lang="en-US" sz="1300" b="1" spc="200" kern="0" dirty="0">
                <a:solidFill>
                  <a:srgbClr val="D9973A"/>
                </a:solidFill>
                <a:latin typeface="Calibri" pitchFamily="34" charset="0"/>
                <a:ea typeface="Calibri" pitchFamily="34" charset="-122"/>
                <a:cs typeface="Calibri" pitchFamily="34" charset="-120"/>
              </a:rPr>
              <a:t>PRACTICAL SKILLS</a:t>
            </a:r>
            <a:endParaRPr lang="en-US" sz="1300" dirty="0"/>
          </a:p>
        </p:txBody>
      </p:sp>
      <p:sp>
        <p:nvSpPr>
          <p:cNvPr id="6" name="a2-fade"/>
          <p:cNvSpPr txBox="1"/>
          <p:nvPr/>
        </p:nvSpPr>
        <p:spPr>
          <a:xfrm>
            <a:off x="640080" y="3794760"/>
            <a:ext cx="4937760" cy="20116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1B2A4A"/>
                </a:solidFill>
                <a:latin typeface="Calibri" pitchFamily="34" charset="0"/>
                <a:ea typeface="Calibri" pitchFamily="34" charset="-122"/>
                <a:cs typeface="Calibri" pitchFamily="34" charset="-120"/>
              </a:rPr>
              <a:t>Using the cash register</a:t>
            </a:r>
            <a:endParaRPr lang="en-US" sz="1800" dirty="0"/>
          </a:p>
          <a:p>
            <a:pPr marL="228600" indent="-228600">
              <a:spcAft>
                <a:spcPts val="1000"/>
              </a:spcAft>
              <a:buSzPct val="100000"/>
              <a:buChar char="•"/>
            </a:pPr>
            <a:r>
              <a:rPr lang="en-US" sz="1800" dirty="0">
                <a:solidFill>
                  <a:srgbClr val="1B2A4A"/>
                </a:solidFill>
                <a:latin typeface="Calibri" pitchFamily="34" charset="0"/>
                <a:ea typeface="Calibri" pitchFamily="34" charset="-122"/>
                <a:cs typeface="Calibri" pitchFamily="34" charset="-120"/>
              </a:rPr>
              <a:t>Serving customers</a:t>
            </a:r>
            <a:endParaRPr lang="en-US" sz="1800" dirty="0"/>
          </a:p>
          <a:p>
            <a:pPr marL="228600" indent="-228600">
              <a:spcAft>
                <a:spcPts val="1000"/>
              </a:spcAft>
              <a:buSzPct val="100000"/>
              <a:buChar char="•"/>
            </a:pPr>
            <a:r>
              <a:rPr lang="en-US" sz="1800" dirty="0">
                <a:solidFill>
                  <a:srgbClr val="1B2A4A"/>
                </a:solidFill>
                <a:latin typeface="Calibri" pitchFamily="34" charset="0"/>
                <a:ea typeface="Calibri" pitchFamily="34" charset="-122"/>
                <a:cs typeface="Calibri" pitchFamily="34" charset="-120"/>
              </a:rPr>
              <a:t>Organising documents</a:t>
            </a:r>
            <a:endParaRPr lang="en-US" sz="1800" dirty="0"/>
          </a:p>
          <a:p>
            <a:pPr marL="228600" indent="-228600">
              <a:spcAft>
                <a:spcPts val="1000"/>
              </a:spcAft>
              <a:buSzPct val="100000"/>
              <a:buChar char="•"/>
            </a:pPr>
            <a:r>
              <a:rPr lang="en-US" sz="1800" dirty="0">
                <a:solidFill>
                  <a:srgbClr val="1B2A4A"/>
                </a:solidFill>
                <a:latin typeface="Calibri" pitchFamily="34" charset="0"/>
                <a:ea typeface="Calibri" pitchFamily="34" charset="-122"/>
                <a:cs typeface="Calibri" pitchFamily="34" charset="-120"/>
              </a:rPr>
              <a:t>Understanding basic accounting</a:t>
            </a:r>
            <a:endParaRPr lang="en-US" sz="1800" dirty="0"/>
          </a:p>
        </p:txBody>
      </p:sp>
      <p:sp>
        <p:nvSpPr>
          <p:cNvPr id="7" name="a3-zoom"/>
          <p:cNvSpPr/>
          <p:nvPr/>
        </p:nvSpPr>
        <p:spPr>
          <a:xfrm>
            <a:off x="6565392" y="1783080"/>
            <a:ext cx="1920240" cy="1664208"/>
          </a:xfrm>
          <a:prstGeom prst="hexagon">
            <a:avLst/>
          </a:prstGeom>
          <a:solidFill>
            <a:srgbClr val="1B2A4A"/>
          </a:solidFill>
          <a:ln w="12700">
            <a:solidFill>
              <a:srgbClr val="1B2A4A"/>
            </a:solidFill>
            <a:prstDash val="solid"/>
          </a:ln>
        </p:spPr>
      </p:sp>
      <p:pic>
        <p:nvPicPr>
          <p:cNvPr id="8" name="a3-zoom" descr="">    </p:cNvPr>
          <p:cNvPicPr>
            <a:picLocks noChangeAspect="1"/>
          </p:cNvPicPr>
          <p:nvPr/>
        </p:nvPicPr>
        <p:blipFill>
          <a:blip r:embed="rId1"/>
          <a:stretch>
            <a:fillRect/>
          </a:stretch>
        </p:blipFill>
        <p:spPr>
          <a:xfrm>
            <a:off x="7296912" y="2112264"/>
            <a:ext cx="457200" cy="457200"/>
          </a:xfrm>
          <a:prstGeom prst="rect">
            <a:avLst/>
          </a:prstGeom>
        </p:spPr>
      </p:pic>
      <p:sp>
        <p:nvSpPr>
          <p:cNvPr id="9" name="a3-zoom"/>
          <p:cNvSpPr txBox="1"/>
          <p:nvPr/>
        </p:nvSpPr>
        <p:spPr>
          <a:xfrm>
            <a:off x="6748272" y="2633472"/>
            <a:ext cx="1554480" cy="64008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Communication</a:t>
            </a:r>
            <a:endParaRPr lang="en-US" sz="1400" dirty="0"/>
          </a:p>
        </p:txBody>
      </p:sp>
      <p:sp>
        <p:nvSpPr>
          <p:cNvPr id="10" name="a4-zoom"/>
          <p:cNvSpPr/>
          <p:nvPr/>
        </p:nvSpPr>
        <p:spPr>
          <a:xfrm>
            <a:off x="8097012" y="2660904"/>
            <a:ext cx="1920240" cy="1664208"/>
          </a:xfrm>
          <a:prstGeom prst="hexagon">
            <a:avLst/>
          </a:prstGeom>
          <a:solidFill>
            <a:srgbClr val="D9973A"/>
          </a:solidFill>
          <a:ln w="12700">
            <a:solidFill>
              <a:srgbClr val="D9973A"/>
            </a:solidFill>
            <a:prstDash val="solid"/>
          </a:ln>
        </p:spPr>
      </p:sp>
      <p:pic>
        <p:nvPicPr>
          <p:cNvPr id="11" name="a4-zoom" descr="">    </p:cNvPr>
          <p:cNvPicPr>
            <a:picLocks noChangeAspect="1"/>
          </p:cNvPicPr>
          <p:nvPr/>
        </p:nvPicPr>
        <p:blipFill>
          <a:blip r:embed="rId2"/>
          <a:stretch>
            <a:fillRect/>
          </a:stretch>
        </p:blipFill>
        <p:spPr>
          <a:xfrm>
            <a:off x="8828532" y="2990088"/>
            <a:ext cx="457200" cy="457200"/>
          </a:xfrm>
          <a:prstGeom prst="rect">
            <a:avLst/>
          </a:prstGeom>
        </p:spPr>
      </p:pic>
      <p:sp>
        <p:nvSpPr>
          <p:cNvPr id="12" name="a4-zoom"/>
          <p:cNvSpPr txBox="1"/>
          <p:nvPr/>
        </p:nvSpPr>
        <p:spPr>
          <a:xfrm>
            <a:off x="8279892" y="3511296"/>
            <a:ext cx="1554480" cy="64008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Teamwork</a:t>
            </a:r>
            <a:endParaRPr lang="en-US" sz="1400" dirty="0"/>
          </a:p>
        </p:txBody>
      </p:sp>
      <p:sp>
        <p:nvSpPr>
          <p:cNvPr id="13" name="a5-zoom"/>
          <p:cNvSpPr/>
          <p:nvPr/>
        </p:nvSpPr>
        <p:spPr>
          <a:xfrm>
            <a:off x="9628632" y="1783080"/>
            <a:ext cx="1920240" cy="1664208"/>
          </a:xfrm>
          <a:prstGeom prst="hexagon">
            <a:avLst/>
          </a:prstGeom>
          <a:solidFill>
            <a:srgbClr val="1B2A4A"/>
          </a:solidFill>
          <a:ln w="12700">
            <a:solidFill>
              <a:srgbClr val="1B2A4A"/>
            </a:solidFill>
            <a:prstDash val="solid"/>
          </a:ln>
        </p:spPr>
      </p:sp>
      <p:pic>
        <p:nvPicPr>
          <p:cNvPr id="14" name="a5-zoom" descr="">    </p:cNvPr>
          <p:cNvPicPr>
            <a:picLocks noChangeAspect="1"/>
          </p:cNvPicPr>
          <p:nvPr/>
        </p:nvPicPr>
        <p:blipFill>
          <a:blip r:embed="rId3"/>
          <a:stretch>
            <a:fillRect/>
          </a:stretch>
        </p:blipFill>
        <p:spPr>
          <a:xfrm>
            <a:off x="10360152" y="2112264"/>
            <a:ext cx="457200" cy="457200"/>
          </a:xfrm>
          <a:prstGeom prst="rect">
            <a:avLst/>
          </a:prstGeom>
        </p:spPr>
      </p:pic>
      <p:sp>
        <p:nvSpPr>
          <p:cNvPr id="15" name="a5-zoom"/>
          <p:cNvSpPr txBox="1"/>
          <p:nvPr/>
        </p:nvSpPr>
        <p:spPr>
          <a:xfrm>
            <a:off x="9811512" y="2633472"/>
            <a:ext cx="1554480" cy="64008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Responsibility</a:t>
            </a:r>
            <a:endParaRPr lang="en-US" sz="1400" dirty="0"/>
          </a:p>
        </p:txBody>
      </p:sp>
      <p:sp>
        <p:nvSpPr>
          <p:cNvPr id="16" name="a6-zoom"/>
          <p:cNvSpPr/>
          <p:nvPr/>
        </p:nvSpPr>
        <p:spPr>
          <a:xfrm>
            <a:off x="6565392" y="3538728"/>
            <a:ext cx="1920240" cy="1664208"/>
          </a:xfrm>
          <a:prstGeom prst="hexagon">
            <a:avLst/>
          </a:prstGeom>
          <a:solidFill>
            <a:srgbClr val="D9973A"/>
          </a:solidFill>
          <a:ln w="12700">
            <a:solidFill>
              <a:srgbClr val="D9973A"/>
            </a:solidFill>
            <a:prstDash val="solid"/>
          </a:ln>
        </p:spPr>
      </p:sp>
      <p:pic>
        <p:nvPicPr>
          <p:cNvPr id="17" name="a6-zoom" descr="">    </p:cNvPr>
          <p:cNvPicPr>
            <a:picLocks noChangeAspect="1"/>
          </p:cNvPicPr>
          <p:nvPr/>
        </p:nvPicPr>
        <p:blipFill>
          <a:blip r:embed="rId4"/>
          <a:stretch>
            <a:fillRect/>
          </a:stretch>
        </p:blipFill>
        <p:spPr>
          <a:xfrm>
            <a:off x="7296912" y="3867912"/>
            <a:ext cx="457200" cy="457200"/>
          </a:xfrm>
          <a:prstGeom prst="rect">
            <a:avLst/>
          </a:prstGeom>
        </p:spPr>
      </p:pic>
      <p:sp>
        <p:nvSpPr>
          <p:cNvPr id="18" name="a6-zoom"/>
          <p:cNvSpPr txBox="1"/>
          <p:nvPr/>
        </p:nvSpPr>
        <p:spPr>
          <a:xfrm>
            <a:off x="6748272" y="4389120"/>
            <a:ext cx="1554480" cy="64008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Time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management</a:t>
            </a:r>
            <a:endParaRPr lang="en-US" sz="1400" dirty="0"/>
          </a:p>
        </p:txBody>
      </p:sp>
      <p:sp>
        <p:nvSpPr>
          <p:cNvPr id="19" name="a7-zoom"/>
          <p:cNvSpPr/>
          <p:nvPr/>
        </p:nvSpPr>
        <p:spPr>
          <a:xfrm>
            <a:off x="8097012" y="4416552"/>
            <a:ext cx="1920240" cy="1664208"/>
          </a:xfrm>
          <a:prstGeom prst="hexagon">
            <a:avLst/>
          </a:prstGeom>
          <a:solidFill>
            <a:srgbClr val="1B2A4A"/>
          </a:solidFill>
          <a:ln w="12700">
            <a:solidFill>
              <a:srgbClr val="1B2A4A"/>
            </a:solidFill>
            <a:prstDash val="solid"/>
          </a:ln>
        </p:spPr>
      </p:sp>
      <p:pic>
        <p:nvPicPr>
          <p:cNvPr id="20" name="a7-zoom" descr="">    </p:cNvPr>
          <p:cNvPicPr>
            <a:picLocks noChangeAspect="1"/>
          </p:cNvPicPr>
          <p:nvPr/>
        </p:nvPicPr>
        <p:blipFill>
          <a:blip r:embed="rId5"/>
          <a:stretch>
            <a:fillRect/>
          </a:stretch>
        </p:blipFill>
        <p:spPr>
          <a:xfrm>
            <a:off x="8828532" y="4745736"/>
            <a:ext cx="457200" cy="457200"/>
          </a:xfrm>
          <a:prstGeom prst="rect">
            <a:avLst/>
          </a:prstGeom>
        </p:spPr>
      </p:pic>
      <p:sp>
        <p:nvSpPr>
          <p:cNvPr id="21" name="a7-zoom"/>
          <p:cNvSpPr txBox="1"/>
          <p:nvPr/>
        </p:nvSpPr>
        <p:spPr>
          <a:xfrm>
            <a:off x="8279892" y="5266944"/>
            <a:ext cx="1554480" cy="64008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solving</a:t>
            </a:r>
            <a:endParaRPr lang="en-US" sz="1400" dirty="0"/>
          </a:p>
        </p:txBody>
      </p:sp>
      <p:sp>
        <p:nvSpPr>
          <p:cNvPr id="22" name="a8-zoom"/>
          <p:cNvSpPr/>
          <p:nvPr/>
        </p:nvSpPr>
        <p:spPr>
          <a:xfrm>
            <a:off x="9628632" y="3538728"/>
            <a:ext cx="1920240" cy="1664208"/>
          </a:xfrm>
          <a:prstGeom prst="hexagon">
            <a:avLst/>
          </a:prstGeom>
          <a:solidFill>
            <a:srgbClr val="D9973A"/>
          </a:solidFill>
          <a:ln w="12700">
            <a:solidFill>
              <a:srgbClr val="D9973A"/>
            </a:solidFill>
            <a:prstDash val="solid"/>
          </a:ln>
        </p:spPr>
      </p:sp>
      <p:pic>
        <p:nvPicPr>
          <p:cNvPr id="23" name="a8-zoom" descr="">    </p:cNvPr>
          <p:cNvPicPr>
            <a:picLocks noChangeAspect="1"/>
          </p:cNvPicPr>
          <p:nvPr/>
        </p:nvPicPr>
        <p:blipFill>
          <a:blip r:embed="rId6"/>
          <a:stretch>
            <a:fillRect/>
          </a:stretch>
        </p:blipFill>
        <p:spPr>
          <a:xfrm>
            <a:off x="10360152" y="3867912"/>
            <a:ext cx="457200" cy="457200"/>
          </a:xfrm>
          <a:prstGeom prst="rect">
            <a:avLst/>
          </a:prstGeom>
        </p:spPr>
      </p:pic>
      <p:sp>
        <p:nvSpPr>
          <p:cNvPr id="24" name="a8-zoom"/>
          <p:cNvSpPr txBox="1"/>
          <p:nvPr/>
        </p:nvSpPr>
        <p:spPr>
          <a:xfrm>
            <a:off x="9811512" y="4389120"/>
            <a:ext cx="1554480" cy="64008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Organisation</a:t>
            </a:r>
            <a:endParaRPr lang="en-US" sz="1400" dirty="0"/>
          </a:p>
        </p:txBody>
      </p:sp>
      <p:sp>
        <p:nvSpPr>
          <p:cNvPr id="25" name="Text 17"/>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26" name="Text 18"/>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9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3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3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53" presetClass="entr" presetSubtype="16" fill="hold" grpId="0" nodeType="withEffect">
                                  <p:stCondLst>
                                    <p:cond delay="700"/>
                                  </p:stCondLst>
                                  <p:childTnLst>
                                    <p:set>
                                      <p:cBhvr>
                                        <p:cTn id="15" dur="1" fill="hold">
                                          <p:stCondLst>
                                            <p:cond delay="0"/>
                                          </p:stCondLst>
                                        </p:cTn>
                                        <p:tgtEl>
                                          <p:spTgt spid="7"/>
                                        </p:tgtEl>
                                        <p:attrNameLst>
                                          <p:attrName>style.visibility</p:attrName>
                                        </p:attrNameLst>
                                      </p:cBhvr>
                                      <p:to>
                                        <p:strVal val="visible"/>
                                      </p:to>
                                    </p:set>
                                    <p:anim calcmode="lin" valueType="num">
                                      <p:cBhvr>
                                        <p:cTn id="16" dur="450" fill="hold"/>
                                        <p:tgtEl>
                                          <p:spTgt spid="7"/>
                                        </p:tgtEl>
                                        <p:attrNameLst>
                                          <p:attrName>ppt_w</p:attrName>
                                        </p:attrNameLst>
                                      </p:cBhvr>
                                      <p:tavLst>
                                        <p:tav tm="0">
                                          <p:val>
                                            <p:fltVal val="0"/>
                                          </p:val>
                                        </p:tav>
                                        <p:tav tm="100000">
                                          <p:val>
                                            <p:strVal val="#ppt_w"/>
                                          </p:val>
                                        </p:tav>
                                      </p:tavLst>
                                    </p:anim>
                                    <p:anim calcmode="lin" valueType="num">
                                      <p:cBhvr>
                                        <p:cTn id="17" dur="450" fill="hold"/>
                                        <p:tgtEl>
                                          <p:spTgt spid="7"/>
                                        </p:tgtEl>
                                        <p:attrNameLst>
                                          <p:attrName>ppt_h</p:attrName>
                                        </p:attrNameLst>
                                      </p:cBhvr>
                                      <p:tavLst>
                                        <p:tav tm="0">
                                          <p:val>
                                            <p:fltVal val="0"/>
                                          </p:val>
                                        </p:tav>
                                        <p:tav tm="100000">
                                          <p:val>
                                            <p:strVal val="#ppt_h"/>
                                          </p:val>
                                        </p:tav>
                                      </p:tavLst>
                                    </p:anim>
                                    <p:animEffect transition="in" filter="fade">
                                      <p:cBhvr>
                                        <p:cTn id="18" dur="450"/>
                                        <p:tgtEl>
                                          <p:spTgt spid="7"/>
                                        </p:tgtEl>
                                      </p:cBhvr>
                                    </p:animEffect>
                                  </p:childTnLst>
                                </p:cTn>
                              </p:par>
                              <p:par>
                                <p:cTn id="19" presetID="53" presetClass="entr" presetSubtype="16" fill="hold" grpId="0" nodeType="withEffect">
                                  <p:stCondLst>
                                    <p:cond delay="700"/>
                                  </p:stCondLst>
                                  <p:childTnLst>
                                    <p:set>
                                      <p:cBhvr>
                                        <p:cTn id="20" dur="1" fill="hold">
                                          <p:stCondLst>
                                            <p:cond delay="0"/>
                                          </p:stCondLst>
                                        </p:cTn>
                                        <p:tgtEl>
                                          <p:spTgt spid="8"/>
                                        </p:tgtEl>
                                        <p:attrNameLst>
                                          <p:attrName>style.visibility</p:attrName>
                                        </p:attrNameLst>
                                      </p:cBhvr>
                                      <p:to>
                                        <p:strVal val="visible"/>
                                      </p:to>
                                    </p:set>
                                    <p:anim calcmode="lin" valueType="num">
                                      <p:cBhvr>
                                        <p:cTn id="21" dur="450" fill="hold"/>
                                        <p:tgtEl>
                                          <p:spTgt spid="8"/>
                                        </p:tgtEl>
                                        <p:attrNameLst>
                                          <p:attrName>ppt_w</p:attrName>
                                        </p:attrNameLst>
                                      </p:cBhvr>
                                      <p:tavLst>
                                        <p:tav tm="0">
                                          <p:val>
                                            <p:fltVal val="0"/>
                                          </p:val>
                                        </p:tav>
                                        <p:tav tm="100000">
                                          <p:val>
                                            <p:strVal val="#ppt_w"/>
                                          </p:val>
                                        </p:tav>
                                      </p:tavLst>
                                    </p:anim>
                                    <p:anim calcmode="lin" valueType="num">
                                      <p:cBhvr>
                                        <p:cTn id="22" dur="450" fill="hold"/>
                                        <p:tgtEl>
                                          <p:spTgt spid="8"/>
                                        </p:tgtEl>
                                        <p:attrNameLst>
                                          <p:attrName>ppt_h</p:attrName>
                                        </p:attrNameLst>
                                      </p:cBhvr>
                                      <p:tavLst>
                                        <p:tav tm="0">
                                          <p:val>
                                            <p:fltVal val="0"/>
                                          </p:val>
                                        </p:tav>
                                        <p:tav tm="100000">
                                          <p:val>
                                            <p:strVal val="#ppt_h"/>
                                          </p:val>
                                        </p:tav>
                                      </p:tavLst>
                                    </p:anim>
                                    <p:animEffect transition="in" filter="fade">
                                      <p:cBhvr>
                                        <p:cTn id="23" dur="450"/>
                                        <p:tgtEl>
                                          <p:spTgt spid="8"/>
                                        </p:tgtEl>
                                      </p:cBhvr>
                                    </p:animEffect>
                                  </p:childTnLst>
                                </p:cTn>
                              </p:par>
                              <p:par>
                                <p:cTn id="24" presetID="53" presetClass="entr" presetSubtype="16" fill="hold" grpId="0" nodeType="withEffect">
                                  <p:stCondLst>
                                    <p:cond delay="700"/>
                                  </p:stCondLst>
                                  <p:childTnLst>
                                    <p:set>
                                      <p:cBhvr>
                                        <p:cTn id="25" dur="1" fill="hold">
                                          <p:stCondLst>
                                            <p:cond delay="0"/>
                                          </p:stCondLst>
                                        </p:cTn>
                                        <p:tgtEl>
                                          <p:spTgt spid="9"/>
                                        </p:tgtEl>
                                        <p:attrNameLst>
                                          <p:attrName>style.visibility</p:attrName>
                                        </p:attrNameLst>
                                      </p:cBhvr>
                                      <p:to>
                                        <p:strVal val="visible"/>
                                      </p:to>
                                    </p:set>
                                    <p:anim calcmode="lin" valueType="num">
                                      <p:cBhvr>
                                        <p:cTn id="26" dur="450" fill="hold"/>
                                        <p:tgtEl>
                                          <p:spTgt spid="9"/>
                                        </p:tgtEl>
                                        <p:attrNameLst>
                                          <p:attrName>ppt_w</p:attrName>
                                        </p:attrNameLst>
                                      </p:cBhvr>
                                      <p:tavLst>
                                        <p:tav tm="0">
                                          <p:val>
                                            <p:fltVal val="0"/>
                                          </p:val>
                                        </p:tav>
                                        <p:tav tm="100000">
                                          <p:val>
                                            <p:strVal val="#ppt_w"/>
                                          </p:val>
                                        </p:tav>
                                      </p:tavLst>
                                    </p:anim>
                                    <p:anim calcmode="lin" valueType="num">
                                      <p:cBhvr>
                                        <p:cTn id="27" dur="450" fill="hold"/>
                                        <p:tgtEl>
                                          <p:spTgt spid="9"/>
                                        </p:tgtEl>
                                        <p:attrNameLst>
                                          <p:attrName>ppt_h</p:attrName>
                                        </p:attrNameLst>
                                      </p:cBhvr>
                                      <p:tavLst>
                                        <p:tav tm="0">
                                          <p:val>
                                            <p:fltVal val="0"/>
                                          </p:val>
                                        </p:tav>
                                        <p:tav tm="100000">
                                          <p:val>
                                            <p:strVal val="#ppt_h"/>
                                          </p:val>
                                        </p:tav>
                                      </p:tavLst>
                                    </p:anim>
                                    <p:animEffect transition="in" filter="fade">
                                      <p:cBhvr>
                                        <p:cTn id="28" dur="450"/>
                                        <p:tgtEl>
                                          <p:spTgt spid="9"/>
                                        </p:tgtEl>
                                      </p:cBhvr>
                                    </p:animEffect>
                                  </p:childTnLst>
                                </p:cTn>
                              </p:par>
                              <p:par>
                                <p:cTn id="29" presetID="53" presetClass="entr" presetSubtype="16" fill="hold" grpId="0" nodeType="withEffect">
                                  <p:stCondLst>
                                    <p:cond delay="1015"/>
                                  </p:stCondLst>
                                  <p:childTnLst>
                                    <p:set>
                                      <p:cBhvr>
                                        <p:cTn id="30" dur="1" fill="hold">
                                          <p:stCondLst>
                                            <p:cond delay="0"/>
                                          </p:stCondLst>
                                        </p:cTn>
                                        <p:tgtEl>
                                          <p:spTgt spid="10"/>
                                        </p:tgtEl>
                                        <p:attrNameLst>
                                          <p:attrName>style.visibility</p:attrName>
                                        </p:attrNameLst>
                                      </p:cBhvr>
                                      <p:to>
                                        <p:strVal val="visible"/>
                                      </p:to>
                                    </p:set>
                                    <p:anim calcmode="lin" valueType="num">
                                      <p:cBhvr>
                                        <p:cTn id="31" dur="450" fill="hold"/>
                                        <p:tgtEl>
                                          <p:spTgt spid="10"/>
                                        </p:tgtEl>
                                        <p:attrNameLst>
                                          <p:attrName>ppt_w</p:attrName>
                                        </p:attrNameLst>
                                      </p:cBhvr>
                                      <p:tavLst>
                                        <p:tav tm="0">
                                          <p:val>
                                            <p:fltVal val="0"/>
                                          </p:val>
                                        </p:tav>
                                        <p:tav tm="100000">
                                          <p:val>
                                            <p:strVal val="#ppt_w"/>
                                          </p:val>
                                        </p:tav>
                                      </p:tavLst>
                                    </p:anim>
                                    <p:anim calcmode="lin" valueType="num">
                                      <p:cBhvr>
                                        <p:cTn id="32" dur="450" fill="hold"/>
                                        <p:tgtEl>
                                          <p:spTgt spid="10"/>
                                        </p:tgtEl>
                                        <p:attrNameLst>
                                          <p:attrName>ppt_h</p:attrName>
                                        </p:attrNameLst>
                                      </p:cBhvr>
                                      <p:tavLst>
                                        <p:tav tm="0">
                                          <p:val>
                                            <p:fltVal val="0"/>
                                          </p:val>
                                        </p:tav>
                                        <p:tav tm="100000">
                                          <p:val>
                                            <p:strVal val="#ppt_h"/>
                                          </p:val>
                                        </p:tav>
                                      </p:tavLst>
                                    </p:anim>
                                    <p:animEffect transition="in" filter="fade">
                                      <p:cBhvr>
                                        <p:cTn id="33" dur="450"/>
                                        <p:tgtEl>
                                          <p:spTgt spid="10"/>
                                        </p:tgtEl>
                                      </p:cBhvr>
                                    </p:animEffect>
                                  </p:childTnLst>
                                </p:cTn>
                              </p:par>
                              <p:par>
                                <p:cTn id="34" presetID="53" presetClass="entr" presetSubtype="16" fill="hold" grpId="0" nodeType="withEffect">
                                  <p:stCondLst>
                                    <p:cond delay="1015"/>
                                  </p:stCondLst>
                                  <p:childTnLst>
                                    <p:set>
                                      <p:cBhvr>
                                        <p:cTn id="35" dur="1" fill="hold">
                                          <p:stCondLst>
                                            <p:cond delay="0"/>
                                          </p:stCondLst>
                                        </p:cTn>
                                        <p:tgtEl>
                                          <p:spTgt spid="11"/>
                                        </p:tgtEl>
                                        <p:attrNameLst>
                                          <p:attrName>style.visibility</p:attrName>
                                        </p:attrNameLst>
                                      </p:cBhvr>
                                      <p:to>
                                        <p:strVal val="visible"/>
                                      </p:to>
                                    </p:set>
                                    <p:anim calcmode="lin" valueType="num">
                                      <p:cBhvr>
                                        <p:cTn id="36" dur="450" fill="hold"/>
                                        <p:tgtEl>
                                          <p:spTgt spid="11"/>
                                        </p:tgtEl>
                                        <p:attrNameLst>
                                          <p:attrName>ppt_w</p:attrName>
                                        </p:attrNameLst>
                                      </p:cBhvr>
                                      <p:tavLst>
                                        <p:tav tm="0">
                                          <p:val>
                                            <p:fltVal val="0"/>
                                          </p:val>
                                        </p:tav>
                                        <p:tav tm="100000">
                                          <p:val>
                                            <p:strVal val="#ppt_w"/>
                                          </p:val>
                                        </p:tav>
                                      </p:tavLst>
                                    </p:anim>
                                    <p:anim calcmode="lin" valueType="num">
                                      <p:cBhvr>
                                        <p:cTn id="37" dur="450" fill="hold"/>
                                        <p:tgtEl>
                                          <p:spTgt spid="11"/>
                                        </p:tgtEl>
                                        <p:attrNameLst>
                                          <p:attrName>ppt_h</p:attrName>
                                        </p:attrNameLst>
                                      </p:cBhvr>
                                      <p:tavLst>
                                        <p:tav tm="0">
                                          <p:val>
                                            <p:fltVal val="0"/>
                                          </p:val>
                                        </p:tav>
                                        <p:tav tm="100000">
                                          <p:val>
                                            <p:strVal val="#ppt_h"/>
                                          </p:val>
                                        </p:tav>
                                      </p:tavLst>
                                    </p:anim>
                                    <p:animEffect transition="in" filter="fade">
                                      <p:cBhvr>
                                        <p:cTn id="38" dur="450"/>
                                        <p:tgtEl>
                                          <p:spTgt spid="11"/>
                                        </p:tgtEl>
                                      </p:cBhvr>
                                    </p:animEffect>
                                  </p:childTnLst>
                                </p:cTn>
                              </p:par>
                              <p:par>
                                <p:cTn id="39" presetID="53" presetClass="entr" presetSubtype="16" fill="hold" grpId="0" nodeType="withEffect">
                                  <p:stCondLst>
                                    <p:cond delay="1015"/>
                                  </p:stCondLst>
                                  <p:childTnLst>
                                    <p:set>
                                      <p:cBhvr>
                                        <p:cTn id="40" dur="1" fill="hold">
                                          <p:stCondLst>
                                            <p:cond delay="0"/>
                                          </p:stCondLst>
                                        </p:cTn>
                                        <p:tgtEl>
                                          <p:spTgt spid="12"/>
                                        </p:tgtEl>
                                        <p:attrNameLst>
                                          <p:attrName>style.visibility</p:attrName>
                                        </p:attrNameLst>
                                      </p:cBhvr>
                                      <p:to>
                                        <p:strVal val="visible"/>
                                      </p:to>
                                    </p:set>
                                    <p:anim calcmode="lin" valueType="num">
                                      <p:cBhvr>
                                        <p:cTn id="41" dur="450" fill="hold"/>
                                        <p:tgtEl>
                                          <p:spTgt spid="12"/>
                                        </p:tgtEl>
                                        <p:attrNameLst>
                                          <p:attrName>ppt_w</p:attrName>
                                        </p:attrNameLst>
                                      </p:cBhvr>
                                      <p:tavLst>
                                        <p:tav tm="0">
                                          <p:val>
                                            <p:fltVal val="0"/>
                                          </p:val>
                                        </p:tav>
                                        <p:tav tm="100000">
                                          <p:val>
                                            <p:strVal val="#ppt_w"/>
                                          </p:val>
                                        </p:tav>
                                      </p:tavLst>
                                    </p:anim>
                                    <p:anim calcmode="lin" valueType="num">
                                      <p:cBhvr>
                                        <p:cTn id="42" dur="450" fill="hold"/>
                                        <p:tgtEl>
                                          <p:spTgt spid="12"/>
                                        </p:tgtEl>
                                        <p:attrNameLst>
                                          <p:attrName>ppt_h</p:attrName>
                                        </p:attrNameLst>
                                      </p:cBhvr>
                                      <p:tavLst>
                                        <p:tav tm="0">
                                          <p:val>
                                            <p:fltVal val="0"/>
                                          </p:val>
                                        </p:tav>
                                        <p:tav tm="100000">
                                          <p:val>
                                            <p:strVal val="#ppt_h"/>
                                          </p:val>
                                        </p:tav>
                                      </p:tavLst>
                                    </p:anim>
                                    <p:animEffect transition="in" filter="fade">
                                      <p:cBhvr>
                                        <p:cTn id="43" dur="450"/>
                                        <p:tgtEl>
                                          <p:spTgt spid="12"/>
                                        </p:tgtEl>
                                      </p:cBhvr>
                                    </p:animEffect>
                                  </p:childTnLst>
                                </p:cTn>
                              </p:par>
                              <p:par>
                                <p:cTn id="44" presetID="53" presetClass="entr" presetSubtype="16" fill="hold" grpId="0" nodeType="withEffect">
                                  <p:stCondLst>
                                    <p:cond delay="1330"/>
                                  </p:stCondLst>
                                  <p:childTnLst>
                                    <p:set>
                                      <p:cBhvr>
                                        <p:cTn id="45" dur="1" fill="hold">
                                          <p:stCondLst>
                                            <p:cond delay="0"/>
                                          </p:stCondLst>
                                        </p:cTn>
                                        <p:tgtEl>
                                          <p:spTgt spid="13"/>
                                        </p:tgtEl>
                                        <p:attrNameLst>
                                          <p:attrName>style.visibility</p:attrName>
                                        </p:attrNameLst>
                                      </p:cBhvr>
                                      <p:to>
                                        <p:strVal val="visible"/>
                                      </p:to>
                                    </p:set>
                                    <p:anim calcmode="lin" valueType="num">
                                      <p:cBhvr>
                                        <p:cTn id="46" dur="450" fill="hold"/>
                                        <p:tgtEl>
                                          <p:spTgt spid="13"/>
                                        </p:tgtEl>
                                        <p:attrNameLst>
                                          <p:attrName>ppt_w</p:attrName>
                                        </p:attrNameLst>
                                      </p:cBhvr>
                                      <p:tavLst>
                                        <p:tav tm="0">
                                          <p:val>
                                            <p:fltVal val="0"/>
                                          </p:val>
                                        </p:tav>
                                        <p:tav tm="100000">
                                          <p:val>
                                            <p:strVal val="#ppt_w"/>
                                          </p:val>
                                        </p:tav>
                                      </p:tavLst>
                                    </p:anim>
                                    <p:anim calcmode="lin" valueType="num">
                                      <p:cBhvr>
                                        <p:cTn id="47" dur="450" fill="hold"/>
                                        <p:tgtEl>
                                          <p:spTgt spid="13"/>
                                        </p:tgtEl>
                                        <p:attrNameLst>
                                          <p:attrName>ppt_h</p:attrName>
                                        </p:attrNameLst>
                                      </p:cBhvr>
                                      <p:tavLst>
                                        <p:tav tm="0">
                                          <p:val>
                                            <p:fltVal val="0"/>
                                          </p:val>
                                        </p:tav>
                                        <p:tav tm="100000">
                                          <p:val>
                                            <p:strVal val="#ppt_h"/>
                                          </p:val>
                                        </p:tav>
                                      </p:tavLst>
                                    </p:anim>
                                    <p:animEffect transition="in" filter="fade">
                                      <p:cBhvr>
                                        <p:cTn id="48" dur="450"/>
                                        <p:tgtEl>
                                          <p:spTgt spid="13"/>
                                        </p:tgtEl>
                                      </p:cBhvr>
                                    </p:animEffect>
                                  </p:childTnLst>
                                </p:cTn>
                              </p:par>
                              <p:par>
                                <p:cTn id="49" presetID="53" presetClass="entr" presetSubtype="16" fill="hold" grpId="0" nodeType="withEffect">
                                  <p:stCondLst>
                                    <p:cond delay="1330"/>
                                  </p:stCondLst>
                                  <p:childTnLst>
                                    <p:set>
                                      <p:cBhvr>
                                        <p:cTn id="50" dur="1" fill="hold">
                                          <p:stCondLst>
                                            <p:cond delay="0"/>
                                          </p:stCondLst>
                                        </p:cTn>
                                        <p:tgtEl>
                                          <p:spTgt spid="14"/>
                                        </p:tgtEl>
                                        <p:attrNameLst>
                                          <p:attrName>style.visibility</p:attrName>
                                        </p:attrNameLst>
                                      </p:cBhvr>
                                      <p:to>
                                        <p:strVal val="visible"/>
                                      </p:to>
                                    </p:set>
                                    <p:anim calcmode="lin" valueType="num">
                                      <p:cBhvr>
                                        <p:cTn id="51" dur="450" fill="hold"/>
                                        <p:tgtEl>
                                          <p:spTgt spid="14"/>
                                        </p:tgtEl>
                                        <p:attrNameLst>
                                          <p:attrName>ppt_w</p:attrName>
                                        </p:attrNameLst>
                                      </p:cBhvr>
                                      <p:tavLst>
                                        <p:tav tm="0">
                                          <p:val>
                                            <p:fltVal val="0"/>
                                          </p:val>
                                        </p:tav>
                                        <p:tav tm="100000">
                                          <p:val>
                                            <p:strVal val="#ppt_w"/>
                                          </p:val>
                                        </p:tav>
                                      </p:tavLst>
                                    </p:anim>
                                    <p:anim calcmode="lin" valueType="num">
                                      <p:cBhvr>
                                        <p:cTn id="52" dur="450" fill="hold"/>
                                        <p:tgtEl>
                                          <p:spTgt spid="14"/>
                                        </p:tgtEl>
                                        <p:attrNameLst>
                                          <p:attrName>ppt_h</p:attrName>
                                        </p:attrNameLst>
                                      </p:cBhvr>
                                      <p:tavLst>
                                        <p:tav tm="0">
                                          <p:val>
                                            <p:fltVal val="0"/>
                                          </p:val>
                                        </p:tav>
                                        <p:tav tm="100000">
                                          <p:val>
                                            <p:strVal val="#ppt_h"/>
                                          </p:val>
                                        </p:tav>
                                      </p:tavLst>
                                    </p:anim>
                                    <p:animEffect transition="in" filter="fade">
                                      <p:cBhvr>
                                        <p:cTn id="53" dur="450"/>
                                        <p:tgtEl>
                                          <p:spTgt spid="14"/>
                                        </p:tgtEl>
                                      </p:cBhvr>
                                    </p:animEffect>
                                  </p:childTnLst>
                                </p:cTn>
                              </p:par>
                              <p:par>
                                <p:cTn id="54" presetID="53" presetClass="entr" presetSubtype="16" fill="hold" grpId="0" nodeType="withEffect">
                                  <p:stCondLst>
                                    <p:cond delay="1330"/>
                                  </p:stCondLst>
                                  <p:childTnLst>
                                    <p:set>
                                      <p:cBhvr>
                                        <p:cTn id="55" dur="1" fill="hold">
                                          <p:stCondLst>
                                            <p:cond delay="0"/>
                                          </p:stCondLst>
                                        </p:cTn>
                                        <p:tgtEl>
                                          <p:spTgt spid="15"/>
                                        </p:tgtEl>
                                        <p:attrNameLst>
                                          <p:attrName>style.visibility</p:attrName>
                                        </p:attrNameLst>
                                      </p:cBhvr>
                                      <p:to>
                                        <p:strVal val="visible"/>
                                      </p:to>
                                    </p:set>
                                    <p:anim calcmode="lin" valueType="num">
                                      <p:cBhvr>
                                        <p:cTn id="56" dur="450" fill="hold"/>
                                        <p:tgtEl>
                                          <p:spTgt spid="15"/>
                                        </p:tgtEl>
                                        <p:attrNameLst>
                                          <p:attrName>ppt_w</p:attrName>
                                        </p:attrNameLst>
                                      </p:cBhvr>
                                      <p:tavLst>
                                        <p:tav tm="0">
                                          <p:val>
                                            <p:fltVal val="0"/>
                                          </p:val>
                                        </p:tav>
                                        <p:tav tm="100000">
                                          <p:val>
                                            <p:strVal val="#ppt_w"/>
                                          </p:val>
                                        </p:tav>
                                      </p:tavLst>
                                    </p:anim>
                                    <p:anim calcmode="lin" valueType="num">
                                      <p:cBhvr>
                                        <p:cTn id="57" dur="450" fill="hold"/>
                                        <p:tgtEl>
                                          <p:spTgt spid="15"/>
                                        </p:tgtEl>
                                        <p:attrNameLst>
                                          <p:attrName>ppt_h</p:attrName>
                                        </p:attrNameLst>
                                      </p:cBhvr>
                                      <p:tavLst>
                                        <p:tav tm="0">
                                          <p:val>
                                            <p:fltVal val="0"/>
                                          </p:val>
                                        </p:tav>
                                        <p:tav tm="100000">
                                          <p:val>
                                            <p:strVal val="#ppt_h"/>
                                          </p:val>
                                        </p:tav>
                                      </p:tavLst>
                                    </p:anim>
                                    <p:animEffect transition="in" filter="fade">
                                      <p:cBhvr>
                                        <p:cTn id="58" dur="450"/>
                                        <p:tgtEl>
                                          <p:spTgt spid="15"/>
                                        </p:tgtEl>
                                      </p:cBhvr>
                                    </p:animEffect>
                                  </p:childTnLst>
                                </p:cTn>
                              </p:par>
                              <p:par>
                                <p:cTn id="59" presetID="53" presetClass="entr" presetSubtype="16" fill="hold" grpId="0" nodeType="withEffect">
                                  <p:stCondLst>
                                    <p:cond delay="1645"/>
                                  </p:stCondLst>
                                  <p:childTnLst>
                                    <p:set>
                                      <p:cBhvr>
                                        <p:cTn id="60" dur="1" fill="hold">
                                          <p:stCondLst>
                                            <p:cond delay="0"/>
                                          </p:stCondLst>
                                        </p:cTn>
                                        <p:tgtEl>
                                          <p:spTgt spid="16"/>
                                        </p:tgtEl>
                                        <p:attrNameLst>
                                          <p:attrName>style.visibility</p:attrName>
                                        </p:attrNameLst>
                                      </p:cBhvr>
                                      <p:to>
                                        <p:strVal val="visible"/>
                                      </p:to>
                                    </p:set>
                                    <p:anim calcmode="lin" valueType="num">
                                      <p:cBhvr>
                                        <p:cTn id="61" dur="450" fill="hold"/>
                                        <p:tgtEl>
                                          <p:spTgt spid="16"/>
                                        </p:tgtEl>
                                        <p:attrNameLst>
                                          <p:attrName>ppt_w</p:attrName>
                                        </p:attrNameLst>
                                      </p:cBhvr>
                                      <p:tavLst>
                                        <p:tav tm="0">
                                          <p:val>
                                            <p:fltVal val="0"/>
                                          </p:val>
                                        </p:tav>
                                        <p:tav tm="100000">
                                          <p:val>
                                            <p:strVal val="#ppt_w"/>
                                          </p:val>
                                        </p:tav>
                                      </p:tavLst>
                                    </p:anim>
                                    <p:anim calcmode="lin" valueType="num">
                                      <p:cBhvr>
                                        <p:cTn id="62" dur="450" fill="hold"/>
                                        <p:tgtEl>
                                          <p:spTgt spid="16"/>
                                        </p:tgtEl>
                                        <p:attrNameLst>
                                          <p:attrName>ppt_h</p:attrName>
                                        </p:attrNameLst>
                                      </p:cBhvr>
                                      <p:tavLst>
                                        <p:tav tm="0">
                                          <p:val>
                                            <p:fltVal val="0"/>
                                          </p:val>
                                        </p:tav>
                                        <p:tav tm="100000">
                                          <p:val>
                                            <p:strVal val="#ppt_h"/>
                                          </p:val>
                                        </p:tav>
                                      </p:tavLst>
                                    </p:anim>
                                    <p:animEffect transition="in" filter="fade">
                                      <p:cBhvr>
                                        <p:cTn id="63" dur="450"/>
                                        <p:tgtEl>
                                          <p:spTgt spid="16"/>
                                        </p:tgtEl>
                                      </p:cBhvr>
                                    </p:animEffect>
                                  </p:childTnLst>
                                </p:cTn>
                              </p:par>
                              <p:par>
                                <p:cTn id="64" presetID="53" presetClass="entr" presetSubtype="16" fill="hold" grpId="0" nodeType="withEffect">
                                  <p:stCondLst>
                                    <p:cond delay="1645"/>
                                  </p:stCondLst>
                                  <p:childTnLst>
                                    <p:set>
                                      <p:cBhvr>
                                        <p:cTn id="65" dur="1" fill="hold">
                                          <p:stCondLst>
                                            <p:cond delay="0"/>
                                          </p:stCondLst>
                                        </p:cTn>
                                        <p:tgtEl>
                                          <p:spTgt spid="17"/>
                                        </p:tgtEl>
                                        <p:attrNameLst>
                                          <p:attrName>style.visibility</p:attrName>
                                        </p:attrNameLst>
                                      </p:cBhvr>
                                      <p:to>
                                        <p:strVal val="visible"/>
                                      </p:to>
                                    </p:set>
                                    <p:anim calcmode="lin" valueType="num">
                                      <p:cBhvr>
                                        <p:cTn id="66" dur="450" fill="hold"/>
                                        <p:tgtEl>
                                          <p:spTgt spid="17"/>
                                        </p:tgtEl>
                                        <p:attrNameLst>
                                          <p:attrName>ppt_w</p:attrName>
                                        </p:attrNameLst>
                                      </p:cBhvr>
                                      <p:tavLst>
                                        <p:tav tm="0">
                                          <p:val>
                                            <p:fltVal val="0"/>
                                          </p:val>
                                        </p:tav>
                                        <p:tav tm="100000">
                                          <p:val>
                                            <p:strVal val="#ppt_w"/>
                                          </p:val>
                                        </p:tav>
                                      </p:tavLst>
                                    </p:anim>
                                    <p:anim calcmode="lin" valueType="num">
                                      <p:cBhvr>
                                        <p:cTn id="67" dur="450" fill="hold"/>
                                        <p:tgtEl>
                                          <p:spTgt spid="17"/>
                                        </p:tgtEl>
                                        <p:attrNameLst>
                                          <p:attrName>ppt_h</p:attrName>
                                        </p:attrNameLst>
                                      </p:cBhvr>
                                      <p:tavLst>
                                        <p:tav tm="0">
                                          <p:val>
                                            <p:fltVal val="0"/>
                                          </p:val>
                                        </p:tav>
                                        <p:tav tm="100000">
                                          <p:val>
                                            <p:strVal val="#ppt_h"/>
                                          </p:val>
                                        </p:tav>
                                      </p:tavLst>
                                    </p:anim>
                                    <p:animEffect transition="in" filter="fade">
                                      <p:cBhvr>
                                        <p:cTn id="68" dur="450"/>
                                        <p:tgtEl>
                                          <p:spTgt spid="17"/>
                                        </p:tgtEl>
                                      </p:cBhvr>
                                    </p:animEffect>
                                  </p:childTnLst>
                                </p:cTn>
                              </p:par>
                              <p:par>
                                <p:cTn id="69" presetID="53" presetClass="entr" presetSubtype="16" fill="hold" grpId="0" nodeType="withEffect">
                                  <p:stCondLst>
                                    <p:cond delay="1645"/>
                                  </p:stCondLst>
                                  <p:childTnLst>
                                    <p:set>
                                      <p:cBhvr>
                                        <p:cTn id="70" dur="1" fill="hold">
                                          <p:stCondLst>
                                            <p:cond delay="0"/>
                                          </p:stCondLst>
                                        </p:cTn>
                                        <p:tgtEl>
                                          <p:spTgt spid="18"/>
                                        </p:tgtEl>
                                        <p:attrNameLst>
                                          <p:attrName>style.visibility</p:attrName>
                                        </p:attrNameLst>
                                      </p:cBhvr>
                                      <p:to>
                                        <p:strVal val="visible"/>
                                      </p:to>
                                    </p:set>
                                    <p:anim calcmode="lin" valueType="num">
                                      <p:cBhvr>
                                        <p:cTn id="71" dur="450" fill="hold"/>
                                        <p:tgtEl>
                                          <p:spTgt spid="18"/>
                                        </p:tgtEl>
                                        <p:attrNameLst>
                                          <p:attrName>ppt_w</p:attrName>
                                        </p:attrNameLst>
                                      </p:cBhvr>
                                      <p:tavLst>
                                        <p:tav tm="0">
                                          <p:val>
                                            <p:fltVal val="0"/>
                                          </p:val>
                                        </p:tav>
                                        <p:tav tm="100000">
                                          <p:val>
                                            <p:strVal val="#ppt_w"/>
                                          </p:val>
                                        </p:tav>
                                      </p:tavLst>
                                    </p:anim>
                                    <p:anim calcmode="lin" valueType="num">
                                      <p:cBhvr>
                                        <p:cTn id="72" dur="450" fill="hold"/>
                                        <p:tgtEl>
                                          <p:spTgt spid="18"/>
                                        </p:tgtEl>
                                        <p:attrNameLst>
                                          <p:attrName>ppt_h</p:attrName>
                                        </p:attrNameLst>
                                      </p:cBhvr>
                                      <p:tavLst>
                                        <p:tav tm="0">
                                          <p:val>
                                            <p:fltVal val="0"/>
                                          </p:val>
                                        </p:tav>
                                        <p:tav tm="100000">
                                          <p:val>
                                            <p:strVal val="#ppt_h"/>
                                          </p:val>
                                        </p:tav>
                                      </p:tavLst>
                                    </p:anim>
                                    <p:animEffect transition="in" filter="fade">
                                      <p:cBhvr>
                                        <p:cTn id="73" dur="450"/>
                                        <p:tgtEl>
                                          <p:spTgt spid="18"/>
                                        </p:tgtEl>
                                      </p:cBhvr>
                                    </p:animEffect>
                                  </p:childTnLst>
                                </p:cTn>
                              </p:par>
                              <p:par>
                                <p:cTn id="74" presetID="53" presetClass="entr" presetSubtype="16" fill="hold" grpId="0" nodeType="withEffect">
                                  <p:stCondLst>
                                    <p:cond delay="1960"/>
                                  </p:stCondLst>
                                  <p:childTnLst>
                                    <p:set>
                                      <p:cBhvr>
                                        <p:cTn id="75" dur="1" fill="hold">
                                          <p:stCondLst>
                                            <p:cond delay="0"/>
                                          </p:stCondLst>
                                        </p:cTn>
                                        <p:tgtEl>
                                          <p:spTgt spid="19"/>
                                        </p:tgtEl>
                                        <p:attrNameLst>
                                          <p:attrName>style.visibility</p:attrName>
                                        </p:attrNameLst>
                                      </p:cBhvr>
                                      <p:to>
                                        <p:strVal val="visible"/>
                                      </p:to>
                                    </p:set>
                                    <p:anim calcmode="lin" valueType="num">
                                      <p:cBhvr>
                                        <p:cTn id="76" dur="450" fill="hold"/>
                                        <p:tgtEl>
                                          <p:spTgt spid="19"/>
                                        </p:tgtEl>
                                        <p:attrNameLst>
                                          <p:attrName>ppt_w</p:attrName>
                                        </p:attrNameLst>
                                      </p:cBhvr>
                                      <p:tavLst>
                                        <p:tav tm="0">
                                          <p:val>
                                            <p:fltVal val="0"/>
                                          </p:val>
                                        </p:tav>
                                        <p:tav tm="100000">
                                          <p:val>
                                            <p:strVal val="#ppt_w"/>
                                          </p:val>
                                        </p:tav>
                                      </p:tavLst>
                                    </p:anim>
                                    <p:anim calcmode="lin" valueType="num">
                                      <p:cBhvr>
                                        <p:cTn id="77" dur="450" fill="hold"/>
                                        <p:tgtEl>
                                          <p:spTgt spid="19"/>
                                        </p:tgtEl>
                                        <p:attrNameLst>
                                          <p:attrName>ppt_h</p:attrName>
                                        </p:attrNameLst>
                                      </p:cBhvr>
                                      <p:tavLst>
                                        <p:tav tm="0">
                                          <p:val>
                                            <p:fltVal val="0"/>
                                          </p:val>
                                        </p:tav>
                                        <p:tav tm="100000">
                                          <p:val>
                                            <p:strVal val="#ppt_h"/>
                                          </p:val>
                                        </p:tav>
                                      </p:tavLst>
                                    </p:anim>
                                    <p:animEffect transition="in" filter="fade">
                                      <p:cBhvr>
                                        <p:cTn id="78" dur="450"/>
                                        <p:tgtEl>
                                          <p:spTgt spid="19"/>
                                        </p:tgtEl>
                                      </p:cBhvr>
                                    </p:animEffect>
                                  </p:childTnLst>
                                </p:cTn>
                              </p:par>
                              <p:par>
                                <p:cTn id="79" presetID="53" presetClass="entr" presetSubtype="16" fill="hold" grpId="0" nodeType="withEffect">
                                  <p:stCondLst>
                                    <p:cond delay="1960"/>
                                  </p:stCondLst>
                                  <p:childTnLst>
                                    <p:set>
                                      <p:cBhvr>
                                        <p:cTn id="80" dur="1" fill="hold">
                                          <p:stCondLst>
                                            <p:cond delay="0"/>
                                          </p:stCondLst>
                                        </p:cTn>
                                        <p:tgtEl>
                                          <p:spTgt spid="20"/>
                                        </p:tgtEl>
                                        <p:attrNameLst>
                                          <p:attrName>style.visibility</p:attrName>
                                        </p:attrNameLst>
                                      </p:cBhvr>
                                      <p:to>
                                        <p:strVal val="visible"/>
                                      </p:to>
                                    </p:set>
                                    <p:anim calcmode="lin" valueType="num">
                                      <p:cBhvr>
                                        <p:cTn id="81" dur="450" fill="hold"/>
                                        <p:tgtEl>
                                          <p:spTgt spid="20"/>
                                        </p:tgtEl>
                                        <p:attrNameLst>
                                          <p:attrName>ppt_w</p:attrName>
                                        </p:attrNameLst>
                                      </p:cBhvr>
                                      <p:tavLst>
                                        <p:tav tm="0">
                                          <p:val>
                                            <p:fltVal val="0"/>
                                          </p:val>
                                        </p:tav>
                                        <p:tav tm="100000">
                                          <p:val>
                                            <p:strVal val="#ppt_w"/>
                                          </p:val>
                                        </p:tav>
                                      </p:tavLst>
                                    </p:anim>
                                    <p:anim calcmode="lin" valueType="num">
                                      <p:cBhvr>
                                        <p:cTn id="82" dur="450" fill="hold"/>
                                        <p:tgtEl>
                                          <p:spTgt spid="20"/>
                                        </p:tgtEl>
                                        <p:attrNameLst>
                                          <p:attrName>ppt_h</p:attrName>
                                        </p:attrNameLst>
                                      </p:cBhvr>
                                      <p:tavLst>
                                        <p:tav tm="0">
                                          <p:val>
                                            <p:fltVal val="0"/>
                                          </p:val>
                                        </p:tav>
                                        <p:tav tm="100000">
                                          <p:val>
                                            <p:strVal val="#ppt_h"/>
                                          </p:val>
                                        </p:tav>
                                      </p:tavLst>
                                    </p:anim>
                                    <p:animEffect transition="in" filter="fade">
                                      <p:cBhvr>
                                        <p:cTn id="83" dur="450"/>
                                        <p:tgtEl>
                                          <p:spTgt spid="20"/>
                                        </p:tgtEl>
                                      </p:cBhvr>
                                    </p:animEffect>
                                  </p:childTnLst>
                                </p:cTn>
                              </p:par>
                              <p:par>
                                <p:cTn id="84" presetID="53" presetClass="entr" presetSubtype="16" fill="hold" grpId="0" nodeType="withEffect">
                                  <p:stCondLst>
                                    <p:cond delay="1960"/>
                                  </p:stCondLst>
                                  <p:childTnLst>
                                    <p:set>
                                      <p:cBhvr>
                                        <p:cTn id="85" dur="1" fill="hold">
                                          <p:stCondLst>
                                            <p:cond delay="0"/>
                                          </p:stCondLst>
                                        </p:cTn>
                                        <p:tgtEl>
                                          <p:spTgt spid="21"/>
                                        </p:tgtEl>
                                        <p:attrNameLst>
                                          <p:attrName>style.visibility</p:attrName>
                                        </p:attrNameLst>
                                      </p:cBhvr>
                                      <p:to>
                                        <p:strVal val="visible"/>
                                      </p:to>
                                    </p:set>
                                    <p:anim calcmode="lin" valueType="num">
                                      <p:cBhvr>
                                        <p:cTn id="86" dur="450" fill="hold"/>
                                        <p:tgtEl>
                                          <p:spTgt spid="21"/>
                                        </p:tgtEl>
                                        <p:attrNameLst>
                                          <p:attrName>ppt_w</p:attrName>
                                        </p:attrNameLst>
                                      </p:cBhvr>
                                      <p:tavLst>
                                        <p:tav tm="0">
                                          <p:val>
                                            <p:fltVal val="0"/>
                                          </p:val>
                                        </p:tav>
                                        <p:tav tm="100000">
                                          <p:val>
                                            <p:strVal val="#ppt_w"/>
                                          </p:val>
                                        </p:tav>
                                      </p:tavLst>
                                    </p:anim>
                                    <p:anim calcmode="lin" valueType="num">
                                      <p:cBhvr>
                                        <p:cTn id="87" dur="450" fill="hold"/>
                                        <p:tgtEl>
                                          <p:spTgt spid="21"/>
                                        </p:tgtEl>
                                        <p:attrNameLst>
                                          <p:attrName>ppt_h</p:attrName>
                                        </p:attrNameLst>
                                      </p:cBhvr>
                                      <p:tavLst>
                                        <p:tav tm="0">
                                          <p:val>
                                            <p:fltVal val="0"/>
                                          </p:val>
                                        </p:tav>
                                        <p:tav tm="100000">
                                          <p:val>
                                            <p:strVal val="#ppt_h"/>
                                          </p:val>
                                        </p:tav>
                                      </p:tavLst>
                                    </p:anim>
                                    <p:animEffect transition="in" filter="fade">
                                      <p:cBhvr>
                                        <p:cTn id="88" dur="450"/>
                                        <p:tgtEl>
                                          <p:spTgt spid="21"/>
                                        </p:tgtEl>
                                      </p:cBhvr>
                                    </p:animEffect>
                                  </p:childTnLst>
                                </p:cTn>
                              </p:par>
                              <p:par>
                                <p:cTn id="89" presetID="53" presetClass="entr" presetSubtype="16" fill="hold" grpId="0" nodeType="withEffect">
                                  <p:stCondLst>
                                    <p:cond delay="2275"/>
                                  </p:stCondLst>
                                  <p:childTnLst>
                                    <p:set>
                                      <p:cBhvr>
                                        <p:cTn id="90" dur="1" fill="hold">
                                          <p:stCondLst>
                                            <p:cond delay="0"/>
                                          </p:stCondLst>
                                        </p:cTn>
                                        <p:tgtEl>
                                          <p:spTgt spid="22"/>
                                        </p:tgtEl>
                                        <p:attrNameLst>
                                          <p:attrName>style.visibility</p:attrName>
                                        </p:attrNameLst>
                                      </p:cBhvr>
                                      <p:to>
                                        <p:strVal val="visible"/>
                                      </p:to>
                                    </p:set>
                                    <p:anim calcmode="lin" valueType="num">
                                      <p:cBhvr>
                                        <p:cTn id="91" dur="450" fill="hold"/>
                                        <p:tgtEl>
                                          <p:spTgt spid="22"/>
                                        </p:tgtEl>
                                        <p:attrNameLst>
                                          <p:attrName>ppt_w</p:attrName>
                                        </p:attrNameLst>
                                      </p:cBhvr>
                                      <p:tavLst>
                                        <p:tav tm="0">
                                          <p:val>
                                            <p:fltVal val="0"/>
                                          </p:val>
                                        </p:tav>
                                        <p:tav tm="100000">
                                          <p:val>
                                            <p:strVal val="#ppt_w"/>
                                          </p:val>
                                        </p:tav>
                                      </p:tavLst>
                                    </p:anim>
                                    <p:anim calcmode="lin" valueType="num">
                                      <p:cBhvr>
                                        <p:cTn id="92" dur="450" fill="hold"/>
                                        <p:tgtEl>
                                          <p:spTgt spid="22"/>
                                        </p:tgtEl>
                                        <p:attrNameLst>
                                          <p:attrName>ppt_h</p:attrName>
                                        </p:attrNameLst>
                                      </p:cBhvr>
                                      <p:tavLst>
                                        <p:tav tm="0">
                                          <p:val>
                                            <p:fltVal val="0"/>
                                          </p:val>
                                        </p:tav>
                                        <p:tav tm="100000">
                                          <p:val>
                                            <p:strVal val="#ppt_h"/>
                                          </p:val>
                                        </p:tav>
                                      </p:tavLst>
                                    </p:anim>
                                    <p:animEffect transition="in" filter="fade">
                                      <p:cBhvr>
                                        <p:cTn id="93" dur="450"/>
                                        <p:tgtEl>
                                          <p:spTgt spid="22"/>
                                        </p:tgtEl>
                                      </p:cBhvr>
                                    </p:animEffect>
                                  </p:childTnLst>
                                </p:cTn>
                              </p:par>
                              <p:par>
                                <p:cTn id="94" presetID="53" presetClass="entr" presetSubtype="16" fill="hold" grpId="0" nodeType="withEffect">
                                  <p:stCondLst>
                                    <p:cond delay="2275"/>
                                  </p:stCondLst>
                                  <p:childTnLst>
                                    <p:set>
                                      <p:cBhvr>
                                        <p:cTn id="95" dur="1" fill="hold">
                                          <p:stCondLst>
                                            <p:cond delay="0"/>
                                          </p:stCondLst>
                                        </p:cTn>
                                        <p:tgtEl>
                                          <p:spTgt spid="23"/>
                                        </p:tgtEl>
                                        <p:attrNameLst>
                                          <p:attrName>style.visibility</p:attrName>
                                        </p:attrNameLst>
                                      </p:cBhvr>
                                      <p:to>
                                        <p:strVal val="visible"/>
                                      </p:to>
                                    </p:set>
                                    <p:anim calcmode="lin" valueType="num">
                                      <p:cBhvr>
                                        <p:cTn id="96" dur="450" fill="hold"/>
                                        <p:tgtEl>
                                          <p:spTgt spid="23"/>
                                        </p:tgtEl>
                                        <p:attrNameLst>
                                          <p:attrName>ppt_w</p:attrName>
                                        </p:attrNameLst>
                                      </p:cBhvr>
                                      <p:tavLst>
                                        <p:tav tm="0">
                                          <p:val>
                                            <p:fltVal val="0"/>
                                          </p:val>
                                        </p:tav>
                                        <p:tav tm="100000">
                                          <p:val>
                                            <p:strVal val="#ppt_w"/>
                                          </p:val>
                                        </p:tav>
                                      </p:tavLst>
                                    </p:anim>
                                    <p:anim calcmode="lin" valueType="num">
                                      <p:cBhvr>
                                        <p:cTn id="97" dur="450" fill="hold"/>
                                        <p:tgtEl>
                                          <p:spTgt spid="23"/>
                                        </p:tgtEl>
                                        <p:attrNameLst>
                                          <p:attrName>ppt_h</p:attrName>
                                        </p:attrNameLst>
                                      </p:cBhvr>
                                      <p:tavLst>
                                        <p:tav tm="0">
                                          <p:val>
                                            <p:fltVal val="0"/>
                                          </p:val>
                                        </p:tav>
                                        <p:tav tm="100000">
                                          <p:val>
                                            <p:strVal val="#ppt_h"/>
                                          </p:val>
                                        </p:tav>
                                      </p:tavLst>
                                    </p:anim>
                                    <p:animEffect transition="in" filter="fade">
                                      <p:cBhvr>
                                        <p:cTn id="98" dur="450"/>
                                        <p:tgtEl>
                                          <p:spTgt spid="23"/>
                                        </p:tgtEl>
                                      </p:cBhvr>
                                    </p:animEffect>
                                  </p:childTnLst>
                                </p:cTn>
                              </p:par>
                              <p:par>
                                <p:cTn id="99" presetID="53" presetClass="entr" presetSubtype="16" fill="hold" grpId="0" nodeType="withEffect">
                                  <p:stCondLst>
                                    <p:cond delay="2275"/>
                                  </p:stCondLst>
                                  <p:childTnLst>
                                    <p:set>
                                      <p:cBhvr>
                                        <p:cTn id="100" dur="1" fill="hold">
                                          <p:stCondLst>
                                            <p:cond delay="0"/>
                                          </p:stCondLst>
                                        </p:cTn>
                                        <p:tgtEl>
                                          <p:spTgt spid="24"/>
                                        </p:tgtEl>
                                        <p:attrNameLst>
                                          <p:attrName>style.visibility</p:attrName>
                                        </p:attrNameLst>
                                      </p:cBhvr>
                                      <p:to>
                                        <p:strVal val="visible"/>
                                      </p:to>
                                    </p:set>
                                    <p:anim calcmode="lin" valueType="num">
                                      <p:cBhvr>
                                        <p:cTn id="101" dur="450" fill="hold"/>
                                        <p:tgtEl>
                                          <p:spTgt spid="24"/>
                                        </p:tgtEl>
                                        <p:attrNameLst>
                                          <p:attrName>ppt_w</p:attrName>
                                        </p:attrNameLst>
                                      </p:cBhvr>
                                      <p:tavLst>
                                        <p:tav tm="0">
                                          <p:val>
                                            <p:fltVal val="0"/>
                                          </p:val>
                                        </p:tav>
                                        <p:tav tm="100000">
                                          <p:val>
                                            <p:strVal val="#ppt_w"/>
                                          </p:val>
                                        </p:tav>
                                      </p:tavLst>
                                    </p:anim>
                                    <p:anim calcmode="lin" valueType="num">
                                      <p:cBhvr>
                                        <p:cTn id="102" dur="450" fill="hold"/>
                                        <p:tgtEl>
                                          <p:spTgt spid="24"/>
                                        </p:tgtEl>
                                        <p:attrNameLst>
                                          <p:attrName>ppt_h</p:attrName>
                                        </p:attrNameLst>
                                      </p:cBhvr>
                                      <p:tavLst>
                                        <p:tav tm="0">
                                          <p:val>
                                            <p:fltVal val="0"/>
                                          </p:val>
                                        </p:tav>
                                        <p:tav tm="100000">
                                          <p:val>
                                            <p:strVal val="#ppt_h"/>
                                          </p:val>
                                        </p:tav>
                                      </p:tavLst>
                                    </p:anim>
                                    <p:animEffect transition="in" filter="fade">
                                      <p:cBhvr>
                                        <p:cTn id="10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MY RESULTS</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My evaluation from the company</a:t>
            </a:r>
            <a:endParaRPr lang="en-US" sz="3400" dirty="0"/>
          </a:p>
        </p:txBody>
      </p:sp>
      <p:sp>
        <p:nvSpPr>
          <p:cNvPr id="4" name="a1-zoom"/>
          <p:cNvSpPr/>
          <p:nvPr/>
        </p:nvSpPr>
        <p:spPr>
          <a:xfrm>
            <a:off x="640080" y="1783080"/>
            <a:ext cx="3749040" cy="4343400"/>
          </a:xfrm>
          <a:prstGeom prst="roundRect">
            <a:avLst>
              <a:gd name="adj" fmla="val 4390"/>
            </a:avLst>
          </a:prstGeom>
          <a:solidFill>
            <a:srgbClr val="1B2A4A"/>
          </a:solidFill>
          <a:ln w="12700">
            <a:solidFill>
              <a:srgbClr val="1B2A4A"/>
            </a:solidFill>
            <a:prstDash val="solid"/>
          </a:ln>
        </p:spPr>
      </p:sp>
      <p:sp>
        <p:nvSpPr>
          <p:cNvPr id="5" name="a1-zoom"/>
          <p:cNvSpPr txBox="1"/>
          <p:nvPr/>
        </p:nvSpPr>
        <p:spPr>
          <a:xfrm>
            <a:off x="640080" y="2148840"/>
            <a:ext cx="3749040" cy="274320"/>
          </a:xfrm>
          <a:prstGeom prst="rect">
            <a:avLst/>
          </a:prstGeom>
          <a:noFill/>
          <a:ln/>
        </p:spPr>
        <p:txBody>
          <a:bodyPr wrap="square" lIns="0" tIns="0" rIns="0" bIns="0" rtlCol="0" anchor="t"/>
          <a:lstStyle/>
          <a:p>
            <a:pPr algn="ctr" indent="0" marL="0">
              <a:buNone/>
            </a:pPr>
            <a:r>
              <a:rPr lang="en-US" sz="1300" b="1" spc="300" kern="0" dirty="0">
                <a:solidFill>
                  <a:srgbClr val="F2C98A"/>
                </a:solidFill>
                <a:latin typeface="Calibri" pitchFamily="34" charset="0"/>
                <a:ea typeface="Calibri" pitchFamily="34" charset="-122"/>
                <a:cs typeface="Calibri" pitchFamily="34" charset="-120"/>
              </a:rPr>
              <a:t>FINAL GRADE</a:t>
            </a:r>
            <a:endParaRPr lang="en-US" sz="1300" dirty="0"/>
          </a:p>
        </p:txBody>
      </p:sp>
      <p:sp>
        <p:nvSpPr>
          <p:cNvPr id="6" name="a2-zoom"/>
          <p:cNvSpPr txBox="1"/>
          <p:nvPr/>
        </p:nvSpPr>
        <p:spPr>
          <a:xfrm>
            <a:off x="640080" y="2560320"/>
            <a:ext cx="3749040" cy="1280160"/>
          </a:xfrm>
          <a:prstGeom prst="rect">
            <a:avLst/>
          </a:prstGeom>
          <a:noFill/>
          <a:ln/>
        </p:spPr>
        <p:txBody>
          <a:bodyPr wrap="square" lIns="0" tIns="0" rIns="0" bIns="0" rtlCol="0" anchor="ctr"/>
          <a:lstStyle/>
          <a:p>
            <a:pPr algn="ctr" indent="0" marL="0">
              <a:buNone/>
            </a:pPr>
            <a:r>
              <a:rPr lang="en-US" sz="8800" b="1" dirty="0">
                <a:solidFill>
                  <a:srgbClr val="D9973A"/>
                </a:solidFill>
                <a:latin typeface="Cambria" pitchFamily="34" charset="0"/>
                <a:ea typeface="Cambria" pitchFamily="34" charset="-122"/>
                <a:cs typeface="Cambria" pitchFamily="34" charset="-120"/>
              </a:rPr>
              <a:t>10/10</a:t>
            </a:r>
            <a:endParaRPr lang="en-US" sz="8800" dirty="0"/>
          </a:p>
        </p:txBody>
      </p:sp>
      <p:pic>
        <p:nvPicPr>
          <p:cNvPr id="7" name="a3-fade" descr="">    </p:cNvPr>
          <p:cNvPicPr>
            <a:picLocks noChangeAspect="1"/>
          </p:cNvPicPr>
          <p:nvPr/>
        </p:nvPicPr>
        <p:blipFill>
          <a:blip r:embed="rId1"/>
          <a:stretch>
            <a:fillRect/>
          </a:stretch>
        </p:blipFill>
        <p:spPr>
          <a:xfrm>
            <a:off x="1371600" y="4023360"/>
            <a:ext cx="347472" cy="347472"/>
          </a:xfrm>
          <a:prstGeom prst="rect">
            <a:avLst/>
          </a:prstGeom>
        </p:spPr>
      </p:pic>
      <p:pic>
        <p:nvPicPr>
          <p:cNvPr id="8" name="a3-fade" descr="">    </p:cNvPr>
          <p:cNvPicPr>
            <a:picLocks noChangeAspect="1"/>
          </p:cNvPicPr>
          <p:nvPr/>
        </p:nvPicPr>
        <p:blipFill>
          <a:blip r:embed="rId2"/>
          <a:stretch>
            <a:fillRect/>
          </a:stretch>
        </p:blipFill>
        <p:spPr>
          <a:xfrm>
            <a:off x="1847088" y="4023360"/>
            <a:ext cx="347472" cy="347472"/>
          </a:xfrm>
          <a:prstGeom prst="rect">
            <a:avLst/>
          </a:prstGeom>
        </p:spPr>
      </p:pic>
      <p:pic>
        <p:nvPicPr>
          <p:cNvPr id="9" name="a3-fade" descr="">    </p:cNvPr>
          <p:cNvPicPr>
            <a:picLocks noChangeAspect="1"/>
          </p:cNvPicPr>
          <p:nvPr/>
        </p:nvPicPr>
        <p:blipFill>
          <a:blip r:embed="rId3"/>
          <a:stretch>
            <a:fillRect/>
          </a:stretch>
        </p:blipFill>
        <p:spPr>
          <a:xfrm>
            <a:off x="2322576" y="4023360"/>
            <a:ext cx="347472" cy="347472"/>
          </a:xfrm>
          <a:prstGeom prst="rect">
            <a:avLst/>
          </a:prstGeom>
        </p:spPr>
      </p:pic>
      <p:pic>
        <p:nvPicPr>
          <p:cNvPr id="10" name="a3-fade" descr="">    </p:cNvPr>
          <p:cNvPicPr>
            <a:picLocks noChangeAspect="1"/>
          </p:cNvPicPr>
          <p:nvPr/>
        </p:nvPicPr>
        <p:blipFill>
          <a:blip r:embed="rId4"/>
          <a:stretch>
            <a:fillRect/>
          </a:stretch>
        </p:blipFill>
        <p:spPr>
          <a:xfrm>
            <a:off x="2798064" y="4023360"/>
            <a:ext cx="347472" cy="347472"/>
          </a:xfrm>
          <a:prstGeom prst="rect">
            <a:avLst/>
          </a:prstGeom>
        </p:spPr>
      </p:pic>
      <p:pic>
        <p:nvPicPr>
          <p:cNvPr id="11" name="a3-fade" descr="">    </p:cNvPr>
          <p:cNvPicPr>
            <a:picLocks noChangeAspect="1"/>
          </p:cNvPicPr>
          <p:nvPr/>
        </p:nvPicPr>
        <p:blipFill>
          <a:blip r:embed="rId5"/>
          <a:stretch>
            <a:fillRect/>
          </a:stretch>
        </p:blipFill>
        <p:spPr>
          <a:xfrm>
            <a:off x="3273552" y="4023360"/>
            <a:ext cx="347472" cy="347472"/>
          </a:xfrm>
          <a:prstGeom prst="rect">
            <a:avLst/>
          </a:prstGeom>
        </p:spPr>
      </p:pic>
      <p:sp>
        <p:nvSpPr>
          <p:cNvPr id="12" name="a3-fade"/>
          <p:cNvSpPr txBox="1"/>
          <p:nvPr/>
        </p:nvSpPr>
        <p:spPr>
          <a:xfrm>
            <a:off x="822960" y="4663440"/>
            <a:ext cx="3383280" cy="914400"/>
          </a:xfrm>
          <a:prstGeom prst="rect">
            <a:avLst/>
          </a:prstGeom>
          <a:noFill/>
          <a:ln/>
        </p:spPr>
        <p:txBody>
          <a:bodyPr wrap="square" lIns="0" tIns="0" rIns="0" bIns="0" rtlCol="0" anchor="t"/>
          <a:lstStyle/>
          <a:p>
            <a:pPr algn="ctr" indent="0" marL="0">
              <a:spcAft>
                <a:spcPts val="400"/>
              </a:spcAft>
              <a:buNone/>
            </a:pPr>
            <a:r>
              <a:rPr lang="en-US" sz="1900" b="1" dirty="0">
                <a:solidFill>
                  <a:srgbClr val="FFFFFF"/>
                </a:solidFill>
                <a:latin typeface="Calibri" pitchFamily="34" charset="0"/>
                <a:ea typeface="Calibri" pitchFamily="34" charset="-122"/>
                <a:cs typeface="Calibri" pitchFamily="34" charset="-120"/>
              </a:rPr>
              <a:t>10 (Dix) – Excellent</a:t>
            </a:r>
            <a:endParaRPr lang="en-US" sz="1900" dirty="0"/>
          </a:p>
          <a:p>
            <a:pPr algn="ctr" indent="0" marL="0">
              <a:spcAft>
                <a:spcPts val="400"/>
              </a:spcAft>
              <a:buNone/>
            </a:pPr>
            <a:r>
              <a:rPr lang="en-US" sz="1500" dirty="0">
                <a:solidFill>
                  <a:srgbClr val="C9D3E6"/>
                </a:solidFill>
                <a:latin typeface="Calibri" pitchFamily="34" charset="0"/>
                <a:ea typeface="Calibri" pitchFamily="34" charset="-122"/>
                <a:cs typeface="Calibri" pitchFamily="34" charset="-120"/>
              </a:rPr>
              <a:t>The top grade in all 8 criteria</a:t>
            </a:r>
            <a:endParaRPr lang="en-US" sz="1900" dirty="0"/>
          </a:p>
        </p:txBody>
      </p:sp>
      <p:sp>
        <p:nvSpPr>
          <p:cNvPr id="13" name="a4-wipe"/>
          <p:cNvSpPr txBox="1"/>
          <p:nvPr/>
        </p:nvSpPr>
        <p:spPr>
          <a:xfrm>
            <a:off x="4846320" y="1828800"/>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Presents the company's activities</a:t>
            </a:r>
            <a:endParaRPr lang="en-US" sz="1500" dirty="0"/>
          </a:p>
        </p:txBody>
      </p:sp>
      <p:sp>
        <p:nvSpPr>
          <p:cNvPr id="14" name="Shape 7"/>
          <p:cNvSpPr/>
          <p:nvPr/>
        </p:nvSpPr>
        <p:spPr>
          <a:xfrm>
            <a:off x="8869680" y="1920240"/>
            <a:ext cx="2103120" cy="201168"/>
          </a:xfrm>
          <a:prstGeom prst="roundRect">
            <a:avLst>
              <a:gd name="adj" fmla="val 50000"/>
            </a:avLst>
          </a:prstGeom>
          <a:solidFill>
            <a:srgbClr val="F3F5F9"/>
          </a:solidFill>
          <a:ln w="12700">
            <a:solidFill>
              <a:srgbClr val="F3F5F9"/>
            </a:solidFill>
            <a:prstDash val="solid"/>
          </a:ln>
        </p:spPr>
      </p:sp>
      <p:sp>
        <p:nvSpPr>
          <p:cNvPr id="15" name="a4-wipe"/>
          <p:cNvSpPr/>
          <p:nvPr/>
        </p:nvSpPr>
        <p:spPr>
          <a:xfrm>
            <a:off x="8869680" y="1920240"/>
            <a:ext cx="2103120" cy="201168"/>
          </a:xfrm>
          <a:prstGeom prst="roundRect">
            <a:avLst>
              <a:gd name="adj" fmla="val 50000"/>
            </a:avLst>
          </a:prstGeom>
          <a:solidFill>
            <a:srgbClr val="D9973A"/>
          </a:solidFill>
          <a:ln w="12700">
            <a:solidFill>
              <a:srgbClr val="D9973A"/>
            </a:solidFill>
            <a:prstDash val="solid"/>
          </a:ln>
        </p:spPr>
      </p:sp>
      <p:sp>
        <p:nvSpPr>
          <p:cNvPr id="16" name="a4-wipe"/>
          <p:cNvSpPr txBox="1"/>
          <p:nvPr/>
        </p:nvSpPr>
        <p:spPr>
          <a:xfrm>
            <a:off x="11091672" y="1828800"/>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17" name="a5-wipe"/>
          <p:cNvSpPr txBox="1"/>
          <p:nvPr/>
        </p:nvSpPr>
        <p:spPr>
          <a:xfrm>
            <a:off x="4846320" y="2363724"/>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Knows the company's legal documents</a:t>
            </a:r>
            <a:endParaRPr lang="en-US" sz="1500" dirty="0"/>
          </a:p>
        </p:txBody>
      </p:sp>
      <p:sp>
        <p:nvSpPr>
          <p:cNvPr id="18" name="Shape 11"/>
          <p:cNvSpPr/>
          <p:nvPr/>
        </p:nvSpPr>
        <p:spPr>
          <a:xfrm>
            <a:off x="8869680" y="2455164"/>
            <a:ext cx="2103120" cy="201168"/>
          </a:xfrm>
          <a:prstGeom prst="roundRect">
            <a:avLst>
              <a:gd name="adj" fmla="val 50000"/>
            </a:avLst>
          </a:prstGeom>
          <a:solidFill>
            <a:srgbClr val="F3F5F9"/>
          </a:solidFill>
          <a:ln w="12700">
            <a:solidFill>
              <a:srgbClr val="F3F5F9"/>
            </a:solidFill>
            <a:prstDash val="solid"/>
          </a:ln>
        </p:spPr>
      </p:sp>
      <p:sp>
        <p:nvSpPr>
          <p:cNvPr id="19" name="a5-wipe"/>
          <p:cNvSpPr/>
          <p:nvPr/>
        </p:nvSpPr>
        <p:spPr>
          <a:xfrm>
            <a:off x="8869680" y="2455164"/>
            <a:ext cx="2103120" cy="201168"/>
          </a:xfrm>
          <a:prstGeom prst="roundRect">
            <a:avLst>
              <a:gd name="adj" fmla="val 50000"/>
            </a:avLst>
          </a:prstGeom>
          <a:solidFill>
            <a:srgbClr val="D9973A"/>
          </a:solidFill>
          <a:ln w="12700">
            <a:solidFill>
              <a:srgbClr val="D9973A"/>
            </a:solidFill>
            <a:prstDash val="solid"/>
          </a:ln>
        </p:spPr>
      </p:sp>
      <p:sp>
        <p:nvSpPr>
          <p:cNvPr id="20" name="a5-wipe"/>
          <p:cNvSpPr txBox="1"/>
          <p:nvPr/>
        </p:nvSpPr>
        <p:spPr>
          <a:xfrm>
            <a:off x="11091672" y="2363724"/>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21" name="a6-wipe"/>
          <p:cNvSpPr txBox="1"/>
          <p:nvPr/>
        </p:nvSpPr>
        <p:spPr>
          <a:xfrm>
            <a:off x="4846320" y="2898648"/>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Analyses planning and management</a:t>
            </a:r>
            <a:endParaRPr lang="en-US" sz="1500" dirty="0"/>
          </a:p>
        </p:txBody>
      </p:sp>
      <p:sp>
        <p:nvSpPr>
          <p:cNvPr id="22" name="Shape 15"/>
          <p:cNvSpPr/>
          <p:nvPr/>
        </p:nvSpPr>
        <p:spPr>
          <a:xfrm>
            <a:off x="8869680" y="2990088"/>
            <a:ext cx="2103120" cy="201168"/>
          </a:xfrm>
          <a:prstGeom prst="roundRect">
            <a:avLst>
              <a:gd name="adj" fmla="val 50000"/>
            </a:avLst>
          </a:prstGeom>
          <a:solidFill>
            <a:srgbClr val="F3F5F9"/>
          </a:solidFill>
          <a:ln w="12700">
            <a:solidFill>
              <a:srgbClr val="F3F5F9"/>
            </a:solidFill>
            <a:prstDash val="solid"/>
          </a:ln>
        </p:spPr>
      </p:sp>
      <p:sp>
        <p:nvSpPr>
          <p:cNvPr id="23" name="a6-wipe"/>
          <p:cNvSpPr/>
          <p:nvPr/>
        </p:nvSpPr>
        <p:spPr>
          <a:xfrm>
            <a:off x="8869680" y="2990088"/>
            <a:ext cx="2103120" cy="201168"/>
          </a:xfrm>
          <a:prstGeom prst="roundRect">
            <a:avLst>
              <a:gd name="adj" fmla="val 50000"/>
            </a:avLst>
          </a:prstGeom>
          <a:solidFill>
            <a:srgbClr val="D9973A"/>
          </a:solidFill>
          <a:ln w="12700">
            <a:solidFill>
              <a:srgbClr val="D9973A"/>
            </a:solidFill>
            <a:prstDash val="solid"/>
          </a:ln>
        </p:spPr>
      </p:sp>
      <p:sp>
        <p:nvSpPr>
          <p:cNvPr id="24" name="a6-wipe"/>
          <p:cNvSpPr txBox="1"/>
          <p:nvPr/>
        </p:nvSpPr>
        <p:spPr>
          <a:xfrm>
            <a:off x="11091672" y="2898648"/>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25" name="a7-wipe"/>
          <p:cNvSpPr txBox="1"/>
          <p:nvPr/>
        </p:nvSpPr>
        <p:spPr>
          <a:xfrm>
            <a:off x="4846320" y="3433572"/>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Uses information technologies (ICT)</a:t>
            </a:r>
            <a:endParaRPr lang="en-US" sz="1500" dirty="0"/>
          </a:p>
        </p:txBody>
      </p:sp>
      <p:sp>
        <p:nvSpPr>
          <p:cNvPr id="26" name="Shape 19"/>
          <p:cNvSpPr/>
          <p:nvPr/>
        </p:nvSpPr>
        <p:spPr>
          <a:xfrm>
            <a:off x="8869680" y="3525012"/>
            <a:ext cx="2103120" cy="201168"/>
          </a:xfrm>
          <a:prstGeom prst="roundRect">
            <a:avLst>
              <a:gd name="adj" fmla="val 50000"/>
            </a:avLst>
          </a:prstGeom>
          <a:solidFill>
            <a:srgbClr val="F3F5F9"/>
          </a:solidFill>
          <a:ln w="12700">
            <a:solidFill>
              <a:srgbClr val="F3F5F9"/>
            </a:solidFill>
            <a:prstDash val="solid"/>
          </a:ln>
        </p:spPr>
      </p:sp>
      <p:sp>
        <p:nvSpPr>
          <p:cNvPr id="27" name="a7-wipe"/>
          <p:cNvSpPr/>
          <p:nvPr/>
        </p:nvSpPr>
        <p:spPr>
          <a:xfrm>
            <a:off x="8869680" y="3525012"/>
            <a:ext cx="2103120" cy="201168"/>
          </a:xfrm>
          <a:prstGeom prst="roundRect">
            <a:avLst>
              <a:gd name="adj" fmla="val 50000"/>
            </a:avLst>
          </a:prstGeom>
          <a:solidFill>
            <a:srgbClr val="D9973A"/>
          </a:solidFill>
          <a:ln w="12700">
            <a:solidFill>
              <a:srgbClr val="D9973A"/>
            </a:solidFill>
            <a:prstDash val="solid"/>
          </a:ln>
        </p:spPr>
      </p:sp>
      <p:sp>
        <p:nvSpPr>
          <p:cNvPr id="28" name="a7-wipe"/>
          <p:cNvSpPr txBox="1"/>
          <p:nvPr/>
        </p:nvSpPr>
        <p:spPr>
          <a:xfrm>
            <a:off x="11091672" y="3433572"/>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29" name="a8-wipe"/>
          <p:cNvSpPr txBox="1"/>
          <p:nvPr/>
        </p:nvSpPr>
        <p:spPr>
          <a:xfrm>
            <a:off x="4846320" y="3968496"/>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Knows communication styles &amp; channels</a:t>
            </a:r>
            <a:endParaRPr lang="en-US" sz="1500" dirty="0"/>
          </a:p>
        </p:txBody>
      </p:sp>
      <p:sp>
        <p:nvSpPr>
          <p:cNvPr id="30" name="Shape 23"/>
          <p:cNvSpPr/>
          <p:nvPr/>
        </p:nvSpPr>
        <p:spPr>
          <a:xfrm>
            <a:off x="8869680" y="4059936"/>
            <a:ext cx="2103120" cy="201168"/>
          </a:xfrm>
          <a:prstGeom prst="roundRect">
            <a:avLst>
              <a:gd name="adj" fmla="val 50000"/>
            </a:avLst>
          </a:prstGeom>
          <a:solidFill>
            <a:srgbClr val="F3F5F9"/>
          </a:solidFill>
          <a:ln w="12700">
            <a:solidFill>
              <a:srgbClr val="F3F5F9"/>
            </a:solidFill>
            <a:prstDash val="solid"/>
          </a:ln>
        </p:spPr>
      </p:sp>
      <p:sp>
        <p:nvSpPr>
          <p:cNvPr id="31" name="a8-wipe"/>
          <p:cNvSpPr/>
          <p:nvPr/>
        </p:nvSpPr>
        <p:spPr>
          <a:xfrm>
            <a:off x="8869680" y="4059936"/>
            <a:ext cx="2103120" cy="201168"/>
          </a:xfrm>
          <a:prstGeom prst="roundRect">
            <a:avLst>
              <a:gd name="adj" fmla="val 50000"/>
            </a:avLst>
          </a:prstGeom>
          <a:solidFill>
            <a:srgbClr val="D9973A"/>
          </a:solidFill>
          <a:ln w="12700">
            <a:solidFill>
              <a:srgbClr val="D9973A"/>
            </a:solidFill>
            <a:prstDash val="solid"/>
          </a:ln>
        </p:spPr>
      </p:sp>
      <p:sp>
        <p:nvSpPr>
          <p:cNvPr id="32" name="a8-wipe"/>
          <p:cNvSpPr txBox="1"/>
          <p:nvPr/>
        </p:nvSpPr>
        <p:spPr>
          <a:xfrm>
            <a:off x="11091672" y="3968496"/>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33" name="a9-wipe"/>
          <p:cNvSpPr txBox="1"/>
          <p:nvPr/>
        </p:nvSpPr>
        <p:spPr>
          <a:xfrm>
            <a:off x="4846320" y="4503420"/>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Speaks a foreign language at work</a:t>
            </a:r>
            <a:endParaRPr lang="en-US" sz="1500" dirty="0"/>
          </a:p>
        </p:txBody>
      </p:sp>
      <p:sp>
        <p:nvSpPr>
          <p:cNvPr id="34" name="Shape 27"/>
          <p:cNvSpPr/>
          <p:nvPr/>
        </p:nvSpPr>
        <p:spPr>
          <a:xfrm>
            <a:off x="8869680" y="4594860"/>
            <a:ext cx="2103120" cy="201168"/>
          </a:xfrm>
          <a:prstGeom prst="roundRect">
            <a:avLst>
              <a:gd name="adj" fmla="val 50000"/>
            </a:avLst>
          </a:prstGeom>
          <a:solidFill>
            <a:srgbClr val="F3F5F9"/>
          </a:solidFill>
          <a:ln w="12700">
            <a:solidFill>
              <a:srgbClr val="F3F5F9"/>
            </a:solidFill>
            <a:prstDash val="solid"/>
          </a:ln>
        </p:spPr>
      </p:sp>
      <p:sp>
        <p:nvSpPr>
          <p:cNvPr id="35" name="a9-wipe"/>
          <p:cNvSpPr/>
          <p:nvPr/>
        </p:nvSpPr>
        <p:spPr>
          <a:xfrm>
            <a:off x="8869680" y="4594860"/>
            <a:ext cx="2103120" cy="201168"/>
          </a:xfrm>
          <a:prstGeom prst="roundRect">
            <a:avLst>
              <a:gd name="adj" fmla="val 50000"/>
            </a:avLst>
          </a:prstGeom>
          <a:solidFill>
            <a:srgbClr val="D9973A"/>
          </a:solidFill>
          <a:ln w="12700">
            <a:solidFill>
              <a:srgbClr val="D9973A"/>
            </a:solidFill>
            <a:prstDash val="solid"/>
          </a:ln>
        </p:spPr>
      </p:sp>
      <p:sp>
        <p:nvSpPr>
          <p:cNvPr id="36" name="a9-wipe"/>
          <p:cNvSpPr txBox="1"/>
          <p:nvPr/>
        </p:nvSpPr>
        <p:spPr>
          <a:xfrm>
            <a:off x="11091672" y="4503420"/>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37" name="a10-wipe"/>
          <p:cNvSpPr txBox="1"/>
          <p:nvPr/>
        </p:nvSpPr>
        <p:spPr>
          <a:xfrm>
            <a:off x="4846320" y="5038344"/>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Brings new ideas into the company</a:t>
            </a:r>
            <a:endParaRPr lang="en-US" sz="1500" dirty="0"/>
          </a:p>
        </p:txBody>
      </p:sp>
      <p:sp>
        <p:nvSpPr>
          <p:cNvPr id="38" name="Shape 31"/>
          <p:cNvSpPr/>
          <p:nvPr/>
        </p:nvSpPr>
        <p:spPr>
          <a:xfrm>
            <a:off x="8869680" y="5129784"/>
            <a:ext cx="2103120" cy="201168"/>
          </a:xfrm>
          <a:prstGeom prst="roundRect">
            <a:avLst>
              <a:gd name="adj" fmla="val 50000"/>
            </a:avLst>
          </a:prstGeom>
          <a:solidFill>
            <a:srgbClr val="F3F5F9"/>
          </a:solidFill>
          <a:ln w="12700">
            <a:solidFill>
              <a:srgbClr val="F3F5F9"/>
            </a:solidFill>
            <a:prstDash val="solid"/>
          </a:ln>
        </p:spPr>
      </p:sp>
      <p:sp>
        <p:nvSpPr>
          <p:cNvPr id="39" name="a10-wipe"/>
          <p:cNvSpPr/>
          <p:nvPr/>
        </p:nvSpPr>
        <p:spPr>
          <a:xfrm>
            <a:off x="8869680" y="5129784"/>
            <a:ext cx="2103120" cy="201168"/>
          </a:xfrm>
          <a:prstGeom prst="roundRect">
            <a:avLst>
              <a:gd name="adj" fmla="val 50000"/>
            </a:avLst>
          </a:prstGeom>
          <a:solidFill>
            <a:srgbClr val="D9973A"/>
          </a:solidFill>
          <a:ln w="12700">
            <a:solidFill>
              <a:srgbClr val="D9973A"/>
            </a:solidFill>
            <a:prstDash val="solid"/>
          </a:ln>
        </p:spPr>
      </p:sp>
      <p:sp>
        <p:nvSpPr>
          <p:cNvPr id="40" name="a10-wipe"/>
          <p:cNvSpPr txBox="1"/>
          <p:nvPr/>
        </p:nvSpPr>
        <p:spPr>
          <a:xfrm>
            <a:off x="11091672" y="5038344"/>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41" name="a11-wipe"/>
          <p:cNvSpPr txBox="1"/>
          <p:nvPr/>
        </p:nvSpPr>
        <p:spPr>
          <a:xfrm>
            <a:off x="4846320" y="5573268"/>
            <a:ext cx="3886200" cy="384048"/>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Suggests ways to improve performance</a:t>
            </a:r>
            <a:endParaRPr lang="en-US" sz="1500" dirty="0"/>
          </a:p>
        </p:txBody>
      </p:sp>
      <p:sp>
        <p:nvSpPr>
          <p:cNvPr id="42" name="Shape 35"/>
          <p:cNvSpPr/>
          <p:nvPr/>
        </p:nvSpPr>
        <p:spPr>
          <a:xfrm>
            <a:off x="8869680" y="5664708"/>
            <a:ext cx="2103120" cy="201168"/>
          </a:xfrm>
          <a:prstGeom prst="roundRect">
            <a:avLst>
              <a:gd name="adj" fmla="val 50000"/>
            </a:avLst>
          </a:prstGeom>
          <a:solidFill>
            <a:srgbClr val="F3F5F9"/>
          </a:solidFill>
          <a:ln w="12700">
            <a:solidFill>
              <a:srgbClr val="F3F5F9"/>
            </a:solidFill>
            <a:prstDash val="solid"/>
          </a:ln>
        </p:spPr>
      </p:sp>
      <p:sp>
        <p:nvSpPr>
          <p:cNvPr id="43" name="a11-wipe"/>
          <p:cNvSpPr/>
          <p:nvPr/>
        </p:nvSpPr>
        <p:spPr>
          <a:xfrm>
            <a:off x="8869680" y="5664708"/>
            <a:ext cx="2103120" cy="201168"/>
          </a:xfrm>
          <a:prstGeom prst="roundRect">
            <a:avLst>
              <a:gd name="adj" fmla="val 50000"/>
            </a:avLst>
          </a:prstGeom>
          <a:solidFill>
            <a:srgbClr val="D9973A"/>
          </a:solidFill>
          <a:ln w="12700">
            <a:solidFill>
              <a:srgbClr val="D9973A"/>
            </a:solidFill>
            <a:prstDash val="solid"/>
          </a:ln>
        </p:spPr>
      </p:sp>
      <p:sp>
        <p:nvSpPr>
          <p:cNvPr id="44" name="a11-wipe"/>
          <p:cNvSpPr txBox="1"/>
          <p:nvPr/>
        </p:nvSpPr>
        <p:spPr>
          <a:xfrm>
            <a:off x="11091672" y="5573268"/>
            <a:ext cx="457200" cy="384048"/>
          </a:xfrm>
          <a:prstGeom prst="rect">
            <a:avLst/>
          </a:prstGeom>
          <a:noFill/>
          <a:ln/>
        </p:spPr>
        <p:txBody>
          <a:bodyPr wrap="square" lIns="0" tIns="0" rIns="0" bIns="0" rtlCol="0" anchor="ctr"/>
          <a:lstStyle/>
          <a:p>
            <a:pPr algn="r" indent="0" marL="0">
              <a:buNone/>
            </a:pPr>
            <a:r>
              <a:rPr lang="en-US" sz="1600" b="1" dirty="0">
                <a:solidFill>
                  <a:srgbClr val="1B2A4A"/>
                </a:solidFill>
                <a:latin typeface="Calibri" pitchFamily="34" charset="0"/>
                <a:ea typeface="Calibri" pitchFamily="34" charset="-122"/>
                <a:cs typeface="Calibri" pitchFamily="34" charset="-120"/>
              </a:rPr>
              <a:t>10</a:t>
            </a:r>
            <a:endParaRPr lang="en-US" sz="1600" dirty="0"/>
          </a:p>
        </p:txBody>
      </p:sp>
      <p:sp>
        <p:nvSpPr>
          <p:cNvPr id="45" name="Text 38"/>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46" name="Text 39"/>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10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315"/>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par>
                                <p:cTn id="20" presetID="10" presetClass="entr" presetSubtype="0" fill="hold" grpId="0" nodeType="withEffect">
                                  <p:stCondLst>
                                    <p:cond delay="63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63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63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63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63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63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22" presetClass="entr" presetSubtype="8" fill="hold" grpId="0" nodeType="withEffect">
                                  <p:stCondLst>
                                    <p:cond delay="98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50"/>
                                        <p:tgtEl>
                                          <p:spTgt spid="13"/>
                                        </p:tgtEl>
                                      </p:cBhvr>
                                    </p:animEffect>
                                  </p:childTnLst>
                                </p:cTn>
                              </p:par>
                              <p:par>
                                <p:cTn id="41" presetID="22" presetClass="entr" presetSubtype="8" fill="hold" grpId="0" nodeType="withEffect">
                                  <p:stCondLst>
                                    <p:cond delay="98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50"/>
                                        <p:tgtEl>
                                          <p:spTgt spid="15"/>
                                        </p:tgtEl>
                                      </p:cBhvr>
                                    </p:animEffect>
                                  </p:childTnLst>
                                </p:cTn>
                              </p:par>
                              <p:par>
                                <p:cTn id="44" presetID="22" presetClass="entr" presetSubtype="8" fill="hold" grpId="0" nodeType="withEffect">
                                  <p:stCondLst>
                                    <p:cond delay="98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50"/>
                                        <p:tgtEl>
                                          <p:spTgt spid="16"/>
                                        </p:tgtEl>
                                      </p:cBhvr>
                                    </p:animEffect>
                                  </p:childTnLst>
                                </p:cTn>
                              </p:par>
                              <p:par>
                                <p:cTn id="47" presetID="22" presetClass="entr" presetSubtype="8" fill="hold" grpId="0" nodeType="withEffect">
                                  <p:stCondLst>
                                    <p:cond delay="1365"/>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50"/>
                                        <p:tgtEl>
                                          <p:spTgt spid="17"/>
                                        </p:tgtEl>
                                      </p:cBhvr>
                                    </p:animEffect>
                                  </p:childTnLst>
                                </p:cTn>
                              </p:par>
                              <p:par>
                                <p:cTn id="50" presetID="22" presetClass="entr" presetSubtype="8" fill="hold" grpId="0" nodeType="withEffect">
                                  <p:stCondLst>
                                    <p:cond delay="1365"/>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50"/>
                                        <p:tgtEl>
                                          <p:spTgt spid="19"/>
                                        </p:tgtEl>
                                      </p:cBhvr>
                                    </p:animEffect>
                                  </p:childTnLst>
                                </p:cTn>
                              </p:par>
                              <p:par>
                                <p:cTn id="53" presetID="22" presetClass="entr" presetSubtype="8" fill="hold" grpId="0" nodeType="withEffect">
                                  <p:stCondLst>
                                    <p:cond delay="1365"/>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50"/>
                                        <p:tgtEl>
                                          <p:spTgt spid="20"/>
                                        </p:tgtEl>
                                      </p:cBhvr>
                                    </p:animEffect>
                                  </p:childTnLst>
                                </p:cTn>
                              </p:par>
                              <p:par>
                                <p:cTn id="56" presetID="22" presetClass="entr" presetSubtype="8" fill="hold" grpId="0" nodeType="withEffect">
                                  <p:stCondLst>
                                    <p:cond delay="175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50"/>
                                        <p:tgtEl>
                                          <p:spTgt spid="21"/>
                                        </p:tgtEl>
                                      </p:cBhvr>
                                    </p:animEffect>
                                  </p:childTnLst>
                                </p:cTn>
                              </p:par>
                              <p:par>
                                <p:cTn id="59" presetID="22" presetClass="entr" presetSubtype="8" fill="hold" grpId="0" nodeType="withEffect">
                                  <p:stCondLst>
                                    <p:cond delay="1750"/>
                                  </p:stCondLst>
                                  <p:childTnLst>
                                    <p:set>
                                      <p:cBhvr>
                                        <p:cTn id="60" dur="1" fill="hold">
                                          <p:stCondLst>
                                            <p:cond delay="0"/>
                                          </p:stCondLst>
                                        </p:cTn>
                                        <p:tgtEl>
                                          <p:spTgt spid="23"/>
                                        </p:tgtEl>
                                        <p:attrNameLst>
                                          <p:attrName>style.visibility</p:attrName>
                                        </p:attrNameLst>
                                      </p:cBhvr>
                                      <p:to>
                                        <p:strVal val="visible"/>
                                      </p:to>
                                    </p:set>
                                    <p:animEffect transition="in" filter="wipe(left)">
                                      <p:cBhvr>
                                        <p:cTn id="61" dur="550"/>
                                        <p:tgtEl>
                                          <p:spTgt spid="23"/>
                                        </p:tgtEl>
                                      </p:cBhvr>
                                    </p:animEffect>
                                  </p:childTnLst>
                                </p:cTn>
                              </p:par>
                              <p:par>
                                <p:cTn id="62" presetID="22" presetClass="entr" presetSubtype="8" fill="hold" grpId="0" nodeType="withEffect">
                                  <p:stCondLst>
                                    <p:cond delay="175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550"/>
                                        <p:tgtEl>
                                          <p:spTgt spid="24"/>
                                        </p:tgtEl>
                                      </p:cBhvr>
                                    </p:animEffect>
                                  </p:childTnLst>
                                </p:cTn>
                              </p:par>
                              <p:par>
                                <p:cTn id="65" presetID="22" presetClass="entr" presetSubtype="8" fill="hold" grpId="0" nodeType="withEffect">
                                  <p:stCondLst>
                                    <p:cond delay="2135"/>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50"/>
                                        <p:tgtEl>
                                          <p:spTgt spid="25"/>
                                        </p:tgtEl>
                                      </p:cBhvr>
                                    </p:animEffect>
                                  </p:childTnLst>
                                </p:cTn>
                              </p:par>
                              <p:par>
                                <p:cTn id="68" presetID="22" presetClass="entr" presetSubtype="8" fill="hold" grpId="0" nodeType="withEffect">
                                  <p:stCondLst>
                                    <p:cond delay="2135"/>
                                  </p:stCondLst>
                                  <p:childTnLst>
                                    <p:set>
                                      <p:cBhvr>
                                        <p:cTn id="69" dur="1" fill="hold">
                                          <p:stCondLst>
                                            <p:cond delay="0"/>
                                          </p:stCondLst>
                                        </p:cTn>
                                        <p:tgtEl>
                                          <p:spTgt spid="27"/>
                                        </p:tgtEl>
                                        <p:attrNameLst>
                                          <p:attrName>style.visibility</p:attrName>
                                        </p:attrNameLst>
                                      </p:cBhvr>
                                      <p:to>
                                        <p:strVal val="visible"/>
                                      </p:to>
                                    </p:set>
                                    <p:animEffect transition="in" filter="wipe(left)">
                                      <p:cBhvr>
                                        <p:cTn id="70" dur="550"/>
                                        <p:tgtEl>
                                          <p:spTgt spid="27"/>
                                        </p:tgtEl>
                                      </p:cBhvr>
                                    </p:animEffect>
                                  </p:childTnLst>
                                </p:cTn>
                              </p:par>
                              <p:par>
                                <p:cTn id="71" presetID="22" presetClass="entr" presetSubtype="8" fill="hold" grpId="0" nodeType="withEffect">
                                  <p:stCondLst>
                                    <p:cond delay="2135"/>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50"/>
                                        <p:tgtEl>
                                          <p:spTgt spid="28"/>
                                        </p:tgtEl>
                                      </p:cBhvr>
                                    </p:animEffect>
                                  </p:childTnLst>
                                </p:cTn>
                              </p:par>
                              <p:par>
                                <p:cTn id="74" presetID="22" presetClass="entr" presetSubtype="8" fill="hold" grpId="0" nodeType="withEffect">
                                  <p:stCondLst>
                                    <p:cond delay="2520"/>
                                  </p:stCondLst>
                                  <p:childTnLst>
                                    <p:set>
                                      <p:cBhvr>
                                        <p:cTn id="75" dur="1" fill="hold">
                                          <p:stCondLst>
                                            <p:cond delay="0"/>
                                          </p:stCondLst>
                                        </p:cTn>
                                        <p:tgtEl>
                                          <p:spTgt spid="29"/>
                                        </p:tgtEl>
                                        <p:attrNameLst>
                                          <p:attrName>style.visibility</p:attrName>
                                        </p:attrNameLst>
                                      </p:cBhvr>
                                      <p:to>
                                        <p:strVal val="visible"/>
                                      </p:to>
                                    </p:set>
                                    <p:animEffect transition="in" filter="wipe(left)">
                                      <p:cBhvr>
                                        <p:cTn id="76" dur="550"/>
                                        <p:tgtEl>
                                          <p:spTgt spid="29"/>
                                        </p:tgtEl>
                                      </p:cBhvr>
                                    </p:animEffect>
                                  </p:childTnLst>
                                </p:cTn>
                              </p:par>
                              <p:par>
                                <p:cTn id="77" presetID="22" presetClass="entr" presetSubtype="8" fill="hold" grpId="0" nodeType="withEffect">
                                  <p:stCondLst>
                                    <p:cond delay="2520"/>
                                  </p:stCondLst>
                                  <p:childTnLst>
                                    <p:set>
                                      <p:cBhvr>
                                        <p:cTn id="78" dur="1" fill="hold">
                                          <p:stCondLst>
                                            <p:cond delay="0"/>
                                          </p:stCondLst>
                                        </p:cTn>
                                        <p:tgtEl>
                                          <p:spTgt spid="31"/>
                                        </p:tgtEl>
                                        <p:attrNameLst>
                                          <p:attrName>style.visibility</p:attrName>
                                        </p:attrNameLst>
                                      </p:cBhvr>
                                      <p:to>
                                        <p:strVal val="visible"/>
                                      </p:to>
                                    </p:set>
                                    <p:animEffect transition="in" filter="wipe(left)">
                                      <p:cBhvr>
                                        <p:cTn id="79" dur="550"/>
                                        <p:tgtEl>
                                          <p:spTgt spid="31"/>
                                        </p:tgtEl>
                                      </p:cBhvr>
                                    </p:animEffect>
                                  </p:childTnLst>
                                </p:cTn>
                              </p:par>
                              <p:par>
                                <p:cTn id="80" presetID="22" presetClass="entr" presetSubtype="8" fill="hold" grpId="0" nodeType="withEffect">
                                  <p:stCondLst>
                                    <p:cond delay="2520"/>
                                  </p:stCondLst>
                                  <p:childTnLst>
                                    <p:set>
                                      <p:cBhvr>
                                        <p:cTn id="81" dur="1" fill="hold">
                                          <p:stCondLst>
                                            <p:cond delay="0"/>
                                          </p:stCondLst>
                                        </p:cTn>
                                        <p:tgtEl>
                                          <p:spTgt spid="32"/>
                                        </p:tgtEl>
                                        <p:attrNameLst>
                                          <p:attrName>style.visibility</p:attrName>
                                        </p:attrNameLst>
                                      </p:cBhvr>
                                      <p:to>
                                        <p:strVal val="visible"/>
                                      </p:to>
                                    </p:set>
                                    <p:animEffect transition="in" filter="wipe(left)">
                                      <p:cBhvr>
                                        <p:cTn id="82" dur="550"/>
                                        <p:tgtEl>
                                          <p:spTgt spid="32"/>
                                        </p:tgtEl>
                                      </p:cBhvr>
                                    </p:animEffect>
                                  </p:childTnLst>
                                </p:cTn>
                              </p:par>
                              <p:par>
                                <p:cTn id="83" presetID="22" presetClass="entr" presetSubtype="8" fill="hold" grpId="0" nodeType="withEffect">
                                  <p:stCondLst>
                                    <p:cond delay="2905"/>
                                  </p:stCondLst>
                                  <p:childTnLst>
                                    <p:set>
                                      <p:cBhvr>
                                        <p:cTn id="84" dur="1" fill="hold">
                                          <p:stCondLst>
                                            <p:cond delay="0"/>
                                          </p:stCondLst>
                                        </p:cTn>
                                        <p:tgtEl>
                                          <p:spTgt spid="33"/>
                                        </p:tgtEl>
                                        <p:attrNameLst>
                                          <p:attrName>style.visibility</p:attrName>
                                        </p:attrNameLst>
                                      </p:cBhvr>
                                      <p:to>
                                        <p:strVal val="visible"/>
                                      </p:to>
                                    </p:set>
                                    <p:animEffect transition="in" filter="wipe(left)">
                                      <p:cBhvr>
                                        <p:cTn id="85" dur="550"/>
                                        <p:tgtEl>
                                          <p:spTgt spid="33"/>
                                        </p:tgtEl>
                                      </p:cBhvr>
                                    </p:animEffect>
                                  </p:childTnLst>
                                </p:cTn>
                              </p:par>
                              <p:par>
                                <p:cTn id="86" presetID="22" presetClass="entr" presetSubtype="8" fill="hold" grpId="0" nodeType="withEffect">
                                  <p:stCondLst>
                                    <p:cond delay="2905"/>
                                  </p:stCondLst>
                                  <p:childTnLst>
                                    <p:set>
                                      <p:cBhvr>
                                        <p:cTn id="87" dur="1" fill="hold">
                                          <p:stCondLst>
                                            <p:cond delay="0"/>
                                          </p:stCondLst>
                                        </p:cTn>
                                        <p:tgtEl>
                                          <p:spTgt spid="35"/>
                                        </p:tgtEl>
                                        <p:attrNameLst>
                                          <p:attrName>style.visibility</p:attrName>
                                        </p:attrNameLst>
                                      </p:cBhvr>
                                      <p:to>
                                        <p:strVal val="visible"/>
                                      </p:to>
                                    </p:set>
                                    <p:animEffect transition="in" filter="wipe(left)">
                                      <p:cBhvr>
                                        <p:cTn id="88" dur="550"/>
                                        <p:tgtEl>
                                          <p:spTgt spid="35"/>
                                        </p:tgtEl>
                                      </p:cBhvr>
                                    </p:animEffect>
                                  </p:childTnLst>
                                </p:cTn>
                              </p:par>
                              <p:par>
                                <p:cTn id="89" presetID="22" presetClass="entr" presetSubtype="8" fill="hold" grpId="0" nodeType="withEffect">
                                  <p:stCondLst>
                                    <p:cond delay="2905"/>
                                  </p:stCondLst>
                                  <p:childTnLst>
                                    <p:set>
                                      <p:cBhvr>
                                        <p:cTn id="90" dur="1" fill="hold">
                                          <p:stCondLst>
                                            <p:cond delay="0"/>
                                          </p:stCondLst>
                                        </p:cTn>
                                        <p:tgtEl>
                                          <p:spTgt spid="36"/>
                                        </p:tgtEl>
                                        <p:attrNameLst>
                                          <p:attrName>style.visibility</p:attrName>
                                        </p:attrNameLst>
                                      </p:cBhvr>
                                      <p:to>
                                        <p:strVal val="visible"/>
                                      </p:to>
                                    </p:set>
                                    <p:animEffect transition="in" filter="wipe(left)">
                                      <p:cBhvr>
                                        <p:cTn id="91" dur="550"/>
                                        <p:tgtEl>
                                          <p:spTgt spid="36"/>
                                        </p:tgtEl>
                                      </p:cBhvr>
                                    </p:animEffect>
                                  </p:childTnLst>
                                </p:cTn>
                              </p:par>
                              <p:par>
                                <p:cTn id="92" presetID="22" presetClass="entr" presetSubtype="8" fill="hold" grpId="0" nodeType="withEffect">
                                  <p:stCondLst>
                                    <p:cond delay="3290"/>
                                  </p:stCondLst>
                                  <p:childTnLst>
                                    <p:set>
                                      <p:cBhvr>
                                        <p:cTn id="93" dur="1" fill="hold">
                                          <p:stCondLst>
                                            <p:cond delay="0"/>
                                          </p:stCondLst>
                                        </p:cTn>
                                        <p:tgtEl>
                                          <p:spTgt spid="37"/>
                                        </p:tgtEl>
                                        <p:attrNameLst>
                                          <p:attrName>style.visibility</p:attrName>
                                        </p:attrNameLst>
                                      </p:cBhvr>
                                      <p:to>
                                        <p:strVal val="visible"/>
                                      </p:to>
                                    </p:set>
                                    <p:animEffect transition="in" filter="wipe(left)">
                                      <p:cBhvr>
                                        <p:cTn id="94" dur="550"/>
                                        <p:tgtEl>
                                          <p:spTgt spid="37"/>
                                        </p:tgtEl>
                                      </p:cBhvr>
                                    </p:animEffect>
                                  </p:childTnLst>
                                </p:cTn>
                              </p:par>
                              <p:par>
                                <p:cTn id="95" presetID="22" presetClass="entr" presetSubtype="8" fill="hold" grpId="0" nodeType="withEffect">
                                  <p:stCondLst>
                                    <p:cond delay="3290"/>
                                  </p:stCondLst>
                                  <p:childTnLst>
                                    <p:set>
                                      <p:cBhvr>
                                        <p:cTn id="96" dur="1" fill="hold">
                                          <p:stCondLst>
                                            <p:cond delay="0"/>
                                          </p:stCondLst>
                                        </p:cTn>
                                        <p:tgtEl>
                                          <p:spTgt spid="39"/>
                                        </p:tgtEl>
                                        <p:attrNameLst>
                                          <p:attrName>style.visibility</p:attrName>
                                        </p:attrNameLst>
                                      </p:cBhvr>
                                      <p:to>
                                        <p:strVal val="visible"/>
                                      </p:to>
                                    </p:set>
                                    <p:animEffect transition="in" filter="wipe(left)">
                                      <p:cBhvr>
                                        <p:cTn id="97" dur="550"/>
                                        <p:tgtEl>
                                          <p:spTgt spid="39"/>
                                        </p:tgtEl>
                                      </p:cBhvr>
                                    </p:animEffect>
                                  </p:childTnLst>
                                </p:cTn>
                              </p:par>
                              <p:par>
                                <p:cTn id="98" presetID="22" presetClass="entr" presetSubtype="8" fill="hold" grpId="0" nodeType="withEffect">
                                  <p:stCondLst>
                                    <p:cond delay="3290"/>
                                  </p:stCondLst>
                                  <p:childTnLst>
                                    <p:set>
                                      <p:cBhvr>
                                        <p:cTn id="99" dur="1" fill="hold">
                                          <p:stCondLst>
                                            <p:cond delay="0"/>
                                          </p:stCondLst>
                                        </p:cTn>
                                        <p:tgtEl>
                                          <p:spTgt spid="40"/>
                                        </p:tgtEl>
                                        <p:attrNameLst>
                                          <p:attrName>style.visibility</p:attrName>
                                        </p:attrNameLst>
                                      </p:cBhvr>
                                      <p:to>
                                        <p:strVal val="visible"/>
                                      </p:to>
                                    </p:set>
                                    <p:animEffect transition="in" filter="wipe(left)">
                                      <p:cBhvr>
                                        <p:cTn id="100" dur="550"/>
                                        <p:tgtEl>
                                          <p:spTgt spid="40"/>
                                        </p:tgtEl>
                                      </p:cBhvr>
                                    </p:animEffect>
                                  </p:childTnLst>
                                </p:cTn>
                              </p:par>
                              <p:par>
                                <p:cTn id="101" presetID="22" presetClass="entr" presetSubtype="8" fill="hold" grpId="0" nodeType="withEffect">
                                  <p:stCondLst>
                                    <p:cond delay="3675"/>
                                  </p:stCondLst>
                                  <p:childTnLst>
                                    <p:set>
                                      <p:cBhvr>
                                        <p:cTn id="102" dur="1" fill="hold">
                                          <p:stCondLst>
                                            <p:cond delay="0"/>
                                          </p:stCondLst>
                                        </p:cTn>
                                        <p:tgtEl>
                                          <p:spTgt spid="41"/>
                                        </p:tgtEl>
                                        <p:attrNameLst>
                                          <p:attrName>style.visibility</p:attrName>
                                        </p:attrNameLst>
                                      </p:cBhvr>
                                      <p:to>
                                        <p:strVal val="visible"/>
                                      </p:to>
                                    </p:set>
                                    <p:animEffect transition="in" filter="wipe(left)">
                                      <p:cBhvr>
                                        <p:cTn id="103" dur="550"/>
                                        <p:tgtEl>
                                          <p:spTgt spid="41"/>
                                        </p:tgtEl>
                                      </p:cBhvr>
                                    </p:animEffect>
                                  </p:childTnLst>
                                </p:cTn>
                              </p:par>
                              <p:par>
                                <p:cTn id="104" presetID="22" presetClass="entr" presetSubtype="8" fill="hold" grpId="0" nodeType="withEffect">
                                  <p:stCondLst>
                                    <p:cond delay="3675"/>
                                  </p:stCondLst>
                                  <p:childTnLst>
                                    <p:set>
                                      <p:cBhvr>
                                        <p:cTn id="105" dur="1" fill="hold">
                                          <p:stCondLst>
                                            <p:cond delay="0"/>
                                          </p:stCondLst>
                                        </p:cTn>
                                        <p:tgtEl>
                                          <p:spTgt spid="43"/>
                                        </p:tgtEl>
                                        <p:attrNameLst>
                                          <p:attrName>style.visibility</p:attrName>
                                        </p:attrNameLst>
                                      </p:cBhvr>
                                      <p:to>
                                        <p:strVal val="visible"/>
                                      </p:to>
                                    </p:set>
                                    <p:animEffect transition="in" filter="wipe(left)">
                                      <p:cBhvr>
                                        <p:cTn id="106" dur="550"/>
                                        <p:tgtEl>
                                          <p:spTgt spid="43"/>
                                        </p:tgtEl>
                                      </p:cBhvr>
                                    </p:animEffect>
                                  </p:childTnLst>
                                </p:cTn>
                              </p:par>
                              <p:par>
                                <p:cTn id="107" presetID="22" presetClass="entr" presetSubtype="8" fill="hold" grpId="0" nodeType="withEffect">
                                  <p:stCondLst>
                                    <p:cond delay="3675"/>
                                  </p:stCondLst>
                                  <p:childTnLst>
                                    <p:set>
                                      <p:cBhvr>
                                        <p:cTn id="108" dur="1" fill="hold">
                                          <p:stCondLst>
                                            <p:cond delay="0"/>
                                          </p:stCondLst>
                                        </p:cTn>
                                        <p:tgtEl>
                                          <p:spTgt spid="44"/>
                                        </p:tgtEl>
                                        <p:attrNameLst>
                                          <p:attrName>style.visibility</p:attrName>
                                        </p:attrNameLst>
                                      </p:cBhvr>
                                      <p:to>
                                        <p:strVal val="visible"/>
                                      </p:to>
                                    </p:set>
                                    <p:animEffect transition="in" filter="wipe(left)">
                                      <p:cBhvr>
                                        <p:cTn id="109" dur="5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P spid="35" grpId="0" animBg="1"/>
      <p:bldP spid="36" grpId="0" animBg="1"/>
      <p:bldP spid="37" grpId="0" animBg="1"/>
      <p:bldP spid="39" grpId="0" animBg="1"/>
      <p:bldP spid="40" grpId="0" animBg="1"/>
      <p:bldP spid="41" grpId="0" animBg="1"/>
      <p:bldP spid="43" grpId="0" animBg="1"/>
      <p:bldP spid="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FEEDBACK</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What my supervisor said</a:t>
            </a:r>
            <a:endParaRPr lang="en-US" sz="3400" dirty="0"/>
          </a:p>
        </p:txBody>
      </p:sp>
      <p:sp>
        <p:nvSpPr>
          <p:cNvPr id="4" name="a1-float"/>
          <p:cNvSpPr/>
          <p:nvPr/>
        </p:nvSpPr>
        <p:spPr>
          <a:xfrm>
            <a:off x="640080" y="1783080"/>
            <a:ext cx="6675120" cy="3840480"/>
          </a:xfrm>
          <a:prstGeom prst="roundRect">
            <a:avLst>
              <a:gd name="adj" fmla="val 4286"/>
            </a:avLst>
          </a:prstGeom>
          <a:solidFill>
            <a:srgbClr val="1B2A4A"/>
          </a:solidFill>
          <a:ln w="12700">
            <a:solidFill>
              <a:srgbClr val="1B2A4A"/>
            </a:solidFill>
            <a:prstDash val="solid"/>
          </a:ln>
        </p:spPr>
      </p:sp>
      <p:pic>
        <p:nvPicPr>
          <p:cNvPr id="5" name="a1-float" descr="">    </p:cNvPr>
          <p:cNvPicPr>
            <a:picLocks noChangeAspect="1"/>
          </p:cNvPicPr>
          <p:nvPr/>
        </p:nvPicPr>
        <p:blipFill>
          <a:blip r:embed="rId1"/>
          <a:stretch>
            <a:fillRect/>
          </a:stretch>
        </p:blipFill>
        <p:spPr>
          <a:xfrm>
            <a:off x="1051560" y="2148840"/>
            <a:ext cx="685800" cy="685800"/>
          </a:xfrm>
          <a:prstGeom prst="rect">
            <a:avLst/>
          </a:prstGeom>
        </p:spPr>
      </p:pic>
      <p:sp>
        <p:nvSpPr>
          <p:cNvPr id="6" name="a1-float"/>
          <p:cNvSpPr txBox="1"/>
          <p:nvPr/>
        </p:nvSpPr>
        <p:spPr>
          <a:xfrm>
            <a:off x="1051560" y="2971800"/>
            <a:ext cx="5852160" cy="1828800"/>
          </a:xfrm>
          <a:prstGeom prst="rect">
            <a:avLst/>
          </a:prstGeom>
          <a:noFill/>
          <a:ln/>
        </p:spPr>
        <p:txBody>
          <a:bodyPr wrap="square" lIns="0" tIns="0" rIns="0" bIns="0" rtlCol="0" anchor="t"/>
          <a:lstStyle/>
          <a:p>
            <a:pPr indent="0" marL="0">
              <a:buNone/>
            </a:pPr>
            <a:r>
              <a:rPr lang="en-US" sz="2200" i="1" dirty="0">
                <a:solidFill>
                  <a:srgbClr val="FFFFFF"/>
                </a:solidFill>
                <a:latin typeface="Cambria" pitchFamily="34" charset="0"/>
                <a:ea typeface="Cambria" pitchFamily="34" charset="-122"/>
                <a:cs typeface="Cambria" pitchFamily="34" charset="-120"/>
              </a:rPr>
              <a:t>The trainee performed his assigned duties responsibly and showed good communication and teamwork skills. He adapted well to the work environment.</a:t>
            </a:r>
            <a:endParaRPr lang="en-US" sz="2200" dirty="0"/>
          </a:p>
        </p:txBody>
      </p:sp>
      <p:sp>
        <p:nvSpPr>
          <p:cNvPr id="7" name="a1-float"/>
          <p:cNvSpPr txBox="1"/>
          <p:nvPr/>
        </p:nvSpPr>
        <p:spPr>
          <a:xfrm>
            <a:off x="1051560" y="4983480"/>
            <a:ext cx="5852160" cy="320040"/>
          </a:xfrm>
          <a:prstGeom prst="rect">
            <a:avLst/>
          </a:prstGeom>
          <a:noFill/>
          <a:ln/>
        </p:spPr>
        <p:txBody>
          <a:bodyPr wrap="square" lIns="0" tIns="0" rIns="0" bIns="0" rtlCol="0" anchor="t"/>
          <a:lstStyle/>
          <a:p>
            <a:pPr indent="0" marL="0">
              <a:buNone/>
            </a:pPr>
            <a:r>
              <a:rPr lang="en-US" sz="1300" b="1" spc="100" kern="0" dirty="0">
                <a:solidFill>
                  <a:srgbClr val="F2C98A"/>
                </a:solidFill>
                <a:latin typeface="Calibri" pitchFamily="34" charset="0"/>
                <a:ea typeface="Calibri" pitchFamily="34" charset="-122"/>
                <a:cs typeface="Calibri" pitchFamily="34" charset="-120"/>
              </a:rPr>
              <a:t>Traineeship certificate</a:t>
            </a:r>
            <a:endParaRPr lang="en-US" sz="1300" dirty="0"/>
          </a:p>
        </p:txBody>
      </p:sp>
      <p:sp>
        <p:nvSpPr>
          <p:cNvPr id="8" name="a2-float"/>
          <p:cNvSpPr/>
          <p:nvPr/>
        </p:nvSpPr>
        <p:spPr>
          <a:xfrm>
            <a:off x="7589520" y="1783080"/>
            <a:ext cx="3959352" cy="3840480"/>
          </a:xfrm>
          <a:prstGeom prst="roundRect">
            <a:avLst>
              <a:gd name="adj" fmla="val 4286"/>
            </a:avLst>
          </a:prstGeom>
          <a:solidFill>
            <a:srgbClr val="FBF1E2"/>
          </a:solidFill>
          <a:ln w="12700">
            <a:solidFill>
              <a:srgbClr val="FBF1E2"/>
            </a:solidFill>
            <a:prstDash val="solid"/>
          </a:ln>
        </p:spPr>
      </p:sp>
      <p:pic>
        <p:nvPicPr>
          <p:cNvPr id="9" name="a2-float" descr="">    </p:cNvPr>
          <p:cNvPicPr>
            <a:picLocks noChangeAspect="1"/>
          </p:cNvPicPr>
          <p:nvPr/>
        </p:nvPicPr>
        <p:blipFill>
          <a:blip r:embed="rId2"/>
          <a:stretch>
            <a:fillRect/>
          </a:stretch>
        </p:blipFill>
        <p:spPr>
          <a:xfrm>
            <a:off x="8001000" y="2148840"/>
            <a:ext cx="685800" cy="685800"/>
          </a:xfrm>
          <a:prstGeom prst="rect">
            <a:avLst/>
          </a:prstGeom>
        </p:spPr>
      </p:pic>
      <p:sp>
        <p:nvSpPr>
          <p:cNvPr id="10" name="a2-float"/>
          <p:cNvSpPr txBox="1"/>
          <p:nvPr/>
        </p:nvSpPr>
        <p:spPr>
          <a:xfrm>
            <a:off x="8001000" y="2971800"/>
            <a:ext cx="3200400" cy="1828800"/>
          </a:xfrm>
          <a:prstGeom prst="rect">
            <a:avLst/>
          </a:prstGeom>
          <a:noFill/>
          <a:ln/>
        </p:spPr>
        <p:txBody>
          <a:bodyPr wrap="square" lIns="0" tIns="0" rIns="0" bIns="0" rtlCol="0" anchor="t"/>
          <a:lstStyle/>
          <a:p>
            <a:pPr indent="0" marL="0">
              <a:buNone/>
            </a:pPr>
            <a:r>
              <a:rPr lang="en-US" sz="2200" i="1" dirty="0">
                <a:solidFill>
                  <a:srgbClr val="1B2A4A"/>
                </a:solidFill>
                <a:latin typeface="Cambria" pitchFamily="34" charset="0"/>
                <a:ea typeface="Cambria" pitchFamily="34" charset="-122"/>
                <a:cs typeface="Cambria" pitchFamily="34" charset="-120"/>
              </a:rPr>
              <a:t>It was a pleasure having the trainee as part of our team.</a:t>
            </a:r>
            <a:endParaRPr lang="en-US" sz="2200" dirty="0"/>
          </a:p>
        </p:txBody>
      </p:sp>
      <p:sp>
        <p:nvSpPr>
          <p:cNvPr id="11" name="a2-float"/>
          <p:cNvSpPr txBox="1"/>
          <p:nvPr/>
        </p:nvSpPr>
        <p:spPr>
          <a:xfrm>
            <a:off x="8001000" y="4983480"/>
            <a:ext cx="3200400" cy="320040"/>
          </a:xfrm>
          <a:prstGeom prst="rect">
            <a:avLst/>
          </a:prstGeom>
          <a:noFill/>
          <a:ln/>
        </p:spPr>
        <p:txBody>
          <a:bodyPr wrap="square" lIns="0" tIns="0" rIns="0" bIns="0" rtlCol="0" anchor="t"/>
          <a:lstStyle/>
          <a:p>
            <a:pPr indent="0" marL="0">
              <a:buNone/>
            </a:pPr>
            <a:r>
              <a:rPr lang="en-US" sz="1300" b="1" spc="100" kern="0" dirty="0">
                <a:solidFill>
                  <a:srgbClr val="D9973A"/>
                </a:solidFill>
                <a:latin typeface="Calibri" pitchFamily="34" charset="0"/>
                <a:ea typeface="Calibri" pitchFamily="34" charset="-122"/>
                <a:cs typeface="Calibri" pitchFamily="34" charset="-120"/>
              </a:rPr>
              <a:t>Evaluation form</a:t>
            </a:r>
            <a:endParaRPr lang="en-US" sz="1300" dirty="0"/>
          </a:p>
        </p:txBody>
      </p:sp>
      <p:sp>
        <p:nvSpPr>
          <p:cNvPr id="12" name="a3-fade"/>
          <p:cNvSpPr txBox="1"/>
          <p:nvPr/>
        </p:nvSpPr>
        <p:spPr>
          <a:xfrm>
            <a:off x="640080" y="5806440"/>
            <a:ext cx="10908792" cy="365760"/>
          </a:xfrm>
          <a:prstGeom prst="rect">
            <a:avLst/>
          </a:prstGeom>
          <a:noFill/>
          <a:ln/>
        </p:spPr>
        <p:txBody>
          <a:bodyPr wrap="square" lIns="0" tIns="0" rIns="0" bIns="0" rtlCol="0" anchor="t"/>
          <a:lstStyle/>
          <a:p>
            <a:pPr indent="0" marL="0">
              <a:buNone/>
            </a:pPr>
            <a:r>
              <a:rPr lang="en-US" sz="1600" b="1" dirty="0">
                <a:solidFill>
                  <a:srgbClr val="1B2A4A"/>
                </a:solidFill>
                <a:latin typeface="Calibri" pitchFamily="34" charset="0"/>
                <a:ea typeface="Calibri" pitchFamily="34" charset="-122"/>
                <a:cs typeface="Calibri" pitchFamily="34" charset="-120"/>
              </a:rPr>
              <a:t>Mr. Djamel Ounnadi</a:t>
            </a:r>
            <a:pPr indent="0" marL="0">
              <a:buNone/>
            </a:pPr>
            <a:r>
              <a:rPr lang="en-US" sz="1600" dirty="0">
                <a:solidFill>
                  <a:srgbClr val="5B6577"/>
                </a:solidFill>
                <a:latin typeface="Calibri" pitchFamily="34" charset="0"/>
                <a:ea typeface="Calibri" pitchFamily="34" charset="-122"/>
                <a:cs typeface="Calibri" pitchFamily="34" charset="-120"/>
              </a:rPr>
              <a:t>   ·   Director, Boulangerie D.O</a:t>
            </a:r>
            <a:endParaRPr lang="en-US" sz="1600" dirty="0"/>
          </a:p>
        </p:txBody>
      </p:sp>
      <p:sp>
        <p:nvSpPr>
          <p:cNvPr id="13" name="Text 9"/>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14" name="Text 10"/>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11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6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p:cTn id="13" dur="600" fill="hold"/>
                                        <p:tgtEl>
                                          <p:spTgt spid="5"/>
                                        </p:tgtEl>
                                        <p:attrNameLst>
                                          <p:attrName>ppt_x</p:attrName>
                                        </p:attrNameLst>
                                      </p:cBhvr>
                                      <p:tavLst>
                                        <p:tav tm="0">
                                          <p:val>
                                            <p:strVal val="#ppt_x"/>
                                          </p:val>
                                        </p:tav>
                                        <p:tav tm="100000">
                                          <p:val>
                                            <p:strVal val="#ppt_x"/>
                                          </p:val>
                                        </p:tav>
                                      </p:tavLst>
                                    </p:anim>
                                    <p:anim calcmode="lin" valueType="num">
                                      <p:cBhvr>
                                        <p:cTn id="14" dur="6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p:cTn id="18" dur="600" fill="hold"/>
                                        <p:tgtEl>
                                          <p:spTgt spid="6"/>
                                        </p:tgtEl>
                                        <p:attrNameLst>
                                          <p:attrName>ppt_x</p:attrName>
                                        </p:attrNameLst>
                                      </p:cBhvr>
                                      <p:tavLst>
                                        <p:tav tm="0">
                                          <p:val>
                                            <p:strVal val="#ppt_x"/>
                                          </p:val>
                                        </p:tav>
                                        <p:tav tm="100000">
                                          <p:val>
                                            <p:strVal val="#ppt_x"/>
                                          </p:val>
                                        </p:tav>
                                      </p:tavLst>
                                    </p:anim>
                                    <p:anim calcmode="lin" valueType="num">
                                      <p:cBhvr>
                                        <p:cTn id="19" dur="6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p:cTn id="23" dur="600" fill="hold"/>
                                        <p:tgtEl>
                                          <p:spTgt spid="7"/>
                                        </p:tgtEl>
                                        <p:attrNameLst>
                                          <p:attrName>ppt_x</p:attrName>
                                        </p:attrNameLst>
                                      </p:cBhvr>
                                      <p:tavLst>
                                        <p:tav tm="0">
                                          <p:val>
                                            <p:strVal val="#ppt_x"/>
                                          </p:val>
                                        </p:tav>
                                        <p:tav tm="100000">
                                          <p:val>
                                            <p:strVal val="#ppt_x"/>
                                          </p:val>
                                        </p:tav>
                                      </p:tavLst>
                                    </p:anim>
                                    <p:anim calcmode="lin" valueType="num">
                                      <p:cBhvr>
                                        <p:cTn id="24" dur="6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2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p:cTn id="28" dur="600" fill="hold"/>
                                        <p:tgtEl>
                                          <p:spTgt spid="8"/>
                                        </p:tgtEl>
                                        <p:attrNameLst>
                                          <p:attrName>ppt_x</p:attrName>
                                        </p:attrNameLst>
                                      </p:cBhvr>
                                      <p:tavLst>
                                        <p:tav tm="0">
                                          <p:val>
                                            <p:strVal val="#ppt_x"/>
                                          </p:val>
                                        </p:tav>
                                        <p:tav tm="100000">
                                          <p:val>
                                            <p:strVal val="#ppt_x"/>
                                          </p:val>
                                        </p:tav>
                                      </p:tavLst>
                                    </p:anim>
                                    <p:anim calcmode="lin" valueType="num">
                                      <p:cBhvr>
                                        <p:cTn id="29" dur="6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42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p:cTn id="33" dur="600" fill="hold"/>
                                        <p:tgtEl>
                                          <p:spTgt spid="9"/>
                                        </p:tgtEl>
                                        <p:attrNameLst>
                                          <p:attrName>ppt_x</p:attrName>
                                        </p:attrNameLst>
                                      </p:cBhvr>
                                      <p:tavLst>
                                        <p:tav tm="0">
                                          <p:val>
                                            <p:strVal val="#ppt_x"/>
                                          </p:val>
                                        </p:tav>
                                        <p:tav tm="100000">
                                          <p:val>
                                            <p:strVal val="#ppt_x"/>
                                          </p:val>
                                        </p:tav>
                                      </p:tavLst>
                                    </p:anim>
                                    <p:anim calcmode="lin" valueType="num">
                                      <p:cBhvr>
                                        <p:cTn id="34" dur="6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42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42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p:cTn id="43" dur="600" fill="hold"/>
                                        <p:tgtEl>
                                          <p:spTgt spid="11"/>
                                        </p:tgtEl>
                                        <p:attrNameLst>
                                          <p:attrName>ppt_x</p:attrName>
                                        </p:attrNameLst>
                                      </p:cBhvr>
                                      <p:tavLst>
                                        <p:tav tm="0">
                                          <p:val>
                                            <p:strVal val="#ppt_x"/>
                                          </p:val>
                                        </p:tav>
                                        <p:tav tm="100000">
                                          <p:val>
                                            <p:strVal val="#ppt_x"/>
                                          </p:val>
                                        </p:tav>
                                      </p:tavLst>
                                    </p:anim>
                                    <p:anim calcmode="lin" valueType="num">
                                      <p:cBhvr>
                                        <p:cTn id="44" dur="600" fill="hold"/>
                                        <p:tgtEl>
                                          <p:spTgt spid="11"/>
                                        </p:tgtEl>
                                        <p:attrNameLst>
                                          <p:attrName>ppt_y</p:attrName>
                                        </p:attrNameLst>
                                      </p:cBhvr>
                                      <p:tavLst>
                                        <p:tav tm="0">
                                          <p:val>
                                            <p:strVal val="#ppt_y+.1"/>
                                          </p:val>
                                        </p:tav>
                                        <p:tav tm="100000">
                                          <p:val>
                                            <p:strVal val="#ppt_y"/>
                                          </p:val>
                                        </p:tav>
                                      </p:tavLst>
                                    </p:anim>
                                  </p:childTnLst>
                                </p:cTn>
                              </p:par>
                              <p:par>
                                <p:cTn id="45" presetID="10" presetClass="entr" presetSubtype="0" fill="hold" grpId="0" nodeType="withEffect">
                                  <p:stCondLst>
                                    <p:cond delay="84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274320"/>
          </a:xfrm>
          <a:prstGeom prst="rect">
            <a:avLst/>
          </a:prstGeom>
          <a:noFill/>
          <a:ln/>
        </p:spPr>
        <p:txBody>
          <a:bodyPr wrap="square" lIns="0" tIns="0" rIns="0" bIns="0" rtlCol="0" anchor="t"/>
          <a:lstStyle/>
          <a:p>
            <a:pPr indent="0" marL="0">
              <a:buNone/>
            </a:pPr>
            <a:r>
              <a:rPr lang="en-US" sz="1300" b="1" spc="300" kern="0" dirty="0">
                <a:solidFill>
                  <a:srgbClr val="D9973A"/>
                </a:solidFill>
                <a:latin typeface="Calibri" pitchFamily="34" charset="0"/>
                <a:ea typeface="Calibri" pitchFamily="34" charset="-122"/>
                <a:cs typeface="Calibri" pitchFamily="34" charset="-120"/>
              </a:rPr>
              <a:t>CONCLUSION</a:t>
            </a:r>
            <a:endParaRPr lang="en-US" sz="13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What this internship gave me</a:t>
            </a:r>
            <a:endParaRPr lang="en-US" sz="3400" dirty="0"/>
          </a:p>
        </p:txBody>
      </p:sp>
      <p:sp>
        <p:nvSpPr>
          <p:cNvPr id="4" name="a1-float"/>
          <p:cNvSpPr txBox="1"/>
          <p:nvPr/>
        </p:nvSpPr>
        <p:spPr>
          <a:xfrm>
            <a:off x="640080" y="1783080"/>
            <a:ext cx="3291840" cy="868680"/>
          </a:xfrm>
          <a:prstGeom prst="rect">
            <a:avLst/>
          </a:prstGeom>
          <a:noFill/>
          <a:ln/>
        </p:spPr>
        <p:txBody>
          <a:bodyPr wrap="square" lIns="0" tIns="0" rIns="0" bIns="0" rtlCol="0" anchor="t"/>
          <a:lstStyle/>
          <a:p>
            <a:pPr indent="0" marL="0">
              <a:buNone/>
            </a:pPr>
            <a:r>
              <a:rPr lang="en-US" sz="6000" b="1" dirty="0">
                <a:solidFill>
                  <a:srgbClr val="D9973A"/>
                </a:solidFill>
                <a:latin typeface="Cambria" pitchFamily="34" charset="0"/>
                <a:ea typeface="Cambria" pitchFamily="34" charset="-122"/>
                <a:cs typeface="Cambria" pitchFamily="34" charset="-120"/>
              </a:rPr>
              <a:t>01</a:t>
            </a:r>
            <a:endParaRPr lang="en-US" sz="6000" dirty="0"/>
          </a:p>
        </p:txBody>
      </p:sp>
      <p:sp>
        <p:nvSpPr>
          <p:cNvPr id="5" name="a1-float"/>
          <p:cNvSpPr txBox="1"/>
          <p:nvPr/>
        </p:nvSpPr>
        <p:spPr>
          <a:xfrm>
            <a:off x="640080" y="2743200"/>
            <a:ext cx="3291840" cy="457200"/>
          </a:xfrm>
          <a:prstGeom prst="rect">
            <a:avLst/>
          </a:prstGeom>
          <a:noFill/>
          <a:ln/>
        </p:spPr>
        <p:txBody>
          <a:bodyPr wrap="square" lIns="0" tIns="0" rIns="0" bIns="0" rtlCol="0" anchor="t"/>
          <a:lstStyle/>
          <a:p>
            <a:pPr indent="0" marL="0">
              <a:buNone/>
            </a:pPr>
            <a:r>
              <a:rPr lang="en-US" sz="2300" b="1" dirty="0">
                <a:solidFill>
                  <a:srgbClr val="1B2A4A"/>
                </a:solidFill>
                <a:latin typeface="Cambria" pitchFamily="34" charset="0"/>
                <a:ea typeface="Cambria" pitchFamily="34" charset="-122"/>
                <a:cs typeface="Cambria" pitchFamily="34" charset="-120"/>
              </a:rPr>
              <a:t>Real work experience</a:t>
            </a:r>
            <a:endParaRPr lang="en-US" sz="2300" dirty="0"/>
          </a:p>
        </p:txBody>
      </p:sp>
      <p:sp>
        <p:nvSpPr>
          <p:cNvPr id="6" name="a1-float"/>
          <p:cNvSpPr txBox="1"/>
          <p:nvPr/>
        </p:nvSpPr>
        <p:spPr>
          <a:xfrm>
            <a:off x="640080" y="3246120"/>
            <a:ext cx="3200400" cy="1188720"/>
          </a:xfrm>
          <a:prstGeom prst="rect">
            <a:avLst/>
          </a:prstGeom>
          <a:noFill/>
          <a:ln/>
        </p:spPr>
        <p:txBody>
          <a:bodyPr wrap="square" lIns="0" tIns="0" rIns="0" bIns="0" rtlCol="0" anchor="t"/>
          <a:lstStyle/>
          <a:p>
            <a:pPr indent="0" marL="0">
              <a:buNone/>
            </a:pPr>
            <a:r>
              <a:rPr lang="en-US" sz="1700" dirty="0">
                <a:solidFill>
                  <a:srgbClr val="5B6577"/>
                </a:solidFill>
                <a:latin typeface="Calibri" pitchFamily="34" charset="0"/>
                <a:ea typeface="Calibri" pitchFamily="34" charset="-122"/>
                <a:cs typeface="Calibri" pitchFamily="34" charset="-120"/>
              </a:rPr>
              <a:t>I worked in a real French business and saw how it works every day.</a:t>
            </a:r>
            <a:endParaRPr lang="en-US" sz="1700" dirty="0"/>
          </a:p>
        </p:txBody>
      </p:sp>
      <p:sp>
        <p:nvSpPr>
          <p:cNvPr id="7" name="a2-float"/>
          <p:cNvSpPr txBox="1"/>
          <p:nvPr/>
        </p:nvSpPr>
        <p:spPr>
          <a:xfrm>
            <a:off x="4370832" y="1783080"/>
            <a:ext cx="3291840" cy="868680"/>
          </a:xfrm>
          <a:prstGeom prst="rect">
            <a:avLst/>
          </a:prstGeom>
          <a:noFill/>
          <a:ln/>
        </p:spPr>
        <p:txBody>
          <a:bodyPr wrap="square" lIns="0" tIns="0" rIns="0" bIns="0" rtlCol="0" anchor="t"/>
          <a:lstStyle/>
          <a:p>
            <a:pPr indent="0" marL="0">
              <a:buNone/>
            </a:pPr>
            <a:r>
              <a:rPr lang="en-US" sz="6000" b="1" dirty="0">
                <a:solidFill>
                  <a:srgbClr val="D9973A"/>
                </a:solidFill>
                <a:latin typeface="Cambria" pitchFamily="34" charset="0"/>
                <a:ea typeface="Cambria" pitchFamily="34" charset="-122"/>
                <a:cs typeface="Cambria" pitchFamily="34" charset="-120"/>
              </a:rPr>
              <a:t>02</a:t>
            </a:r>
            <a:endParaRPr lang="en-US" sz="6000" dirty="0"/>
          </a:p>
        </p:txBody>
      </p:sp>
      <p:sp>
        <p:nvSpPr>
          <p:cNvPr id="8" name="a2-float"/>
          <p:cNvSpPr txBox="1"/>
          <p:nvPr/>
        </p:nvSpPr>
        <p:spPr>
          <a:xfrm>
            <a:off x="4370832" y="2743200"/>
            <a:ext cx="3291840" cy="457200"/>
          </a:xfrm>
          <a:prstGeom prst="rect">
            <a:avLst/>
          </a:prstGeom>
          <a:noFill/>
          <a:ln/>
        </p:spPr>
        <p:txBody>
          <a:bodyPr wrap="square" lIns="0" tIns="0" rIns="0" bIns="0" rtlCol="0" anchor="t"/>
          <a:lstStyle/>
          <a:p>
            <a:pPr indent="0" marL="0">
              <a:buNone/>
            </a:pPr>
            <a:r>
              <a:rPr lang="en-US" sz="2300" b="1" dirty="0">
                <a:solidFill>
                  <a:srgbClr val="1B2A4A"/>
                </a:solidFill>
                <a:latin typeface="Cambria" pitchFamily="34" charset="0"/>
                <a:ea typeface="Cambria" pitchFamily="34" charset="-122"/>
                <a:cs typeface="Cambria" pitchFamily="34" charset="-120"/>
              </a:rPr>
              <a:t>Stronger skills</a:t>
            </a:r>
            <a:endParaRPr lang="en-US" sz="2300" dirty="0"/>
          </a:p>
        </p:txBody>
      </p:sp>
      <p:sp>
        <p:nvSpPr>
          <p:cNvPr id="9" name="a2-float"/>
          <p:cNvSpPr txBox="1"/>
          <p:nvPr/>
        </p:nvSpPr>
        <p:spPr>
          <a:xfrm>
            <a:off x="4370832" y="3246120"/>
            <a:ext cx="3200400" cy="1188720"/>
          </a:xfrm>
          <a:prstGeom prst="rect">
            <a:avLst/>
          </a:prstGeom>
          <a:noFill/>
          <a:ln/>
        </p:spPr>
        <p:txBody>
          <a:bodyPr wrap="square" lIns="0" tIns="0" rIns="0" bIns="0" rtlCol="0" anchor="t"/>
          <a:lstStyle/>
          <a:p>
            <a:pPr indent="0" marL="0">
              <a:buNone/>
            </a:pPr>
            <a:r>
              <a:rPr lang="en-US" sz="1700" dirty="0">
                <a:solidFill>
                  <a:srgbClr val="5B6577"/>
                </a:solidFill>
                <a:latin typeface="Calibri" pitchFamily="34" charset="0"/>
                <a:ea typeface="Calibri" pitchFamily="34" charset="-122"/>
                <a:cs typeface="Calibri" pitchFamily="34" charset="-120"/>
              </a:rPr>
              <a:t>Better communication, teamwork and customer service.</a:t>
            </a:r>
            <a:endParaRPr lang="en-US" sz="1700" dirty="0"/>
          </a:p>
        </p:txBody>
      </p:sp>
      <p:sp>
        <p:nvSpPr>
          <p:cNvPr id="10" name="a3-float"/>
          <p:cNvSpPr txBox="1"/>
          <p:nvPr/>
        </p:nvSpPr>
        <p:spPr>
          <a:xfrm>
            <a:off x="8101584" y="1783080"/>
            <a:ext cx="3291840" cy="868680"/>
          </a:xfrm>
          <a:prstGeom prst="rect">
            <a:avLst/>
          </a:prstGeom>
          <a:noFill/>
          <a:ln/>
        </p:spPr>
        <p:txBody>
          <a:bodyPr wrap="square" lIns="0" tIns="0" rIns="0" bIns="0" rtlCol="0" anchor="t"/>
          <a:lstStyle/>
          <a:p>
            <a:pPr indent="0" marL="0">
              <a:buNone/>
            </a:pPr>
            <a:r>
              <a:rPr lang="en-US" sz="6000" b="1" dirty="0">
                <a:solidFill>
                  <a:srgbClr val="D9973A"/>
                </a:solidFill>
                <a:latin typeface="Cambria" pitchFamily="34" charset="0"/>
                <a:ea typeface="Cambria" pitchFamily="34" charset="-122"/>
                <a:cs typeface="Cambria" pitchFamily="34" charset="-120"/>
              </a:rPr>
              <a:t>03</a:t>
            </a:r>
            <a:endParaRPr lang="en-US" sz="6000" dirty="0"/>
          </a:p>
        </p:txBody>
      </p:sp>
      <p:sp>
        <p:nvSpPr>
          <p:cNvPr id="11" name="a3-float"/>
          <p:cNvSpPr txBox="1"/>
          <p:nvPr/>
        </p:nvSpPr>
        <p:spPr>
          <a:xfrm>
            <a:off x="8101584" y="2743200"/>
            <a:ext cx="3291840" cy="457200"/>
          </a:xfrm>
          <a:prstGeom prst="rect">
            <a:avLst/>
          </a:prstGeom>
          <a:noFill/>
          <a:ln/>
        </p:spPr>
        <p:txBody>
          <a:bodyPr wrap="square" lIns="0" tIns="0" rIns="0" bIns="0" rtlCol="0" anchor="t"/>
          <a:lstStyle/>
          <a:p>
            <a:pPr indent="0" marL="0">
              <a:buNone/>
            </a:pPr>
            <a:r>
              <a:rPr lang="en-US" sz="2300" b="1" dirty="0">
                <a:solidFill>
                  <a:srgbClr val="1B2A4A"/>
                </a:solidFill>
                <a:latin typeface="Cambria" pitchFamily="34" charset="0"/>
                <a:ea typeface="Cambria" pitchFamily="34" charset="-122"/>
                <a:cs typeface="Cambria" pitchFamily="34" charset="-120"/>
              </a:rPr>
              <a:t>More confidence</a:t>
            </a:r>
            <a:endParaRPr lang="en-US" sz="2300" dirty="0"/>
          </a:p>
        </p:txBody>
      </p:sp>
      <p:sp>
        <p:nvSpPr>
          <p:cNvPr id="12" name="a3-float"/>
          <p:cNvSpPr txBox="1"/>
          <p:nvPr/>
        </p:nvSpPr>
        <p:spPr>
          <a:xfrm>
            <a:off x="8101584" y="3246120"/>
            <a:ext cx="3200400" cy="1188720"/>
          </a:xfrm>
          <a:prstGeom prst="rect">
            <a:avLst/>
          </a:prstGeom>
          <a:noFill/>
          <a:ln/>
        </p:spPr>
        <p:txBody>
          <a:bodyPr wrap="square" lIns="0" tIns="0" rIns="0" bIns="0" rtlCol="0" anchor="t"/>
          <a:lstStyle/>
          <a:p>
            <a:pPr indent="0" marL="0">
              <a:buNone/>
            </a:pPr>
            <a:r>
              <a:rPr lang="en-US" sz="1700" dirty="0">
                <a:solidFill>
                  <a:srgbClr val="5B6577"/>
                </a:solidFill>
                <a:latin typeface="Calibri" pitchFamily="34" charset="0"/>
                <a:ea typeface="Calibri" pitchFamily="34" charset="-122"/>
                <a:cs typeface="Calibri" pitchFamily="34" charset="-120"/>
              </a:rPr>
              <a:t>I feel ready to use these skills in my studies and my future job.</a:t>
            </a:r>
            <a:endParaRPr lang="en-US" sz="1700" dirty="0"/>
          </a:p>
        </p:txBody>
      </p:sp>
      <p:sp>
        <p:nvSpPr>
          <p:cNvPr id="13" name="a4-wipe"/>
          <p:cNvSpPr/>
          <p:nvPr/>
        </p:nvSpPr>
        <p:spPr>
          <a:xfrm>
            <a:off x="640080" y="4846320"/>
            <a:ext cx="10908792" cy="1097280"/>
          </a:xfrm>
          <a:prstGeom prst="roundRect">
            <a:avLst>
              <a:gd name="adj" fmla="val 12500"/>
            </a:avLst>
          </a:prstGeom>
          <a:solidFill>
            <a:srgbClr val="1B2A4A"/>
          </a:solidFill>
          <a:ln w="12700">
            <a:solidFill>
              <a:srgbClr val="1B2A4A"/>
            </a:solidFill>
            <a:prstDash val="solid"/>
          </a:ln>
        </p:spPr>
      </p:sp>
      <p:pic>
        <p:nvPicPr>
          <p:cNvPr id="14" name="a4-wipe" descr="">    </p:cNvPr>
          <p:cNvPicPr>
            <a:picLocks noChangeAspect="1"/>
          </p:cNvPicPr>
          <p:nvPr/>
        </p:nvPicPr>
        <p:blipFill>
          <a:blip r:embed="rId1"/>
          <a:stretch>
            <a:fillRect/>
          </a:stretch>
        </p:blipFill>
        <p:spPr>
          <a:xfrm>
            <a:off x="1051560" y="5029200"/>
            <a:ext cx="731520" cy="731520"/>
          </a:xfrm>
          <a:prstGeom prst="rect">
            <a:avLst/>
          </a:prstGeom>
        </p:spPr>
      </p:pic>
      <p:sp>
        <p:nvSpPr>
          <p:cNvPr id="15" name="a4-wipe"/>
          <p:cNvSpPr txBox="1"/>
          <p:nvPr/>
        </p:nvSpPr>
        <p:spPr>
          <a:xfrm>
            <a:off x="2057400" y="4846320"/>
            <a:ext cx="9235440" cy="109728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Theory from university  +  practice in France  =  </a:t>
            </a:r>
            <a:pPr indent="0" marL="0">
              <a:buNone/>
            </a:pPr>
            <a:r>
              <a:rPr lang="en-US" sz="2200" b="1" dirty="0">
                <a:solidFill>
                  <a:srgbClr val="F2C98A"/>
                </a:solidFill>
                <a:latin typeface="Cambria" pitchFamily="34" charset="0"/>
                <a:ea typeface="Cambria" pitchFamily="34" charset="-122"/>
                <a:cs typeface="Cambria" pitchFamily="34" charset="-120"/>
              </a:rPr>
              <a:t>real learning</a:t>
            </a:r>
            <a:endParaRPr lang="en-US" sz="2200" dirty="0"/>
          </a:p>
        </p:txBody>
      </p:sp>
      <p:sp>
        <p:nvSpPr>
          <p:cNvPr id="16" name="Text 13"/>
          <p:cNvSpPr txBox="1"/>
          <p:nvPr/>
        </p:nvSpPr>
        <p:spPr>
          <a:xfrm>
            <a:off x="640080" y="6400800"/>
            <a:ext cx="6400800" cy="256032"/>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Djoudi Mohamed Salah E  ·  Erasmus+ internship, France 2026</a:t>
            </a:r>
            <a:endParaRPr lang="en-US" sz="1000" dirty="0"/>
          </a:p>
        </p:txBody>
      </p:sp>
      <p:sp>
        <p:nvSpPr>
          <p:cNvPr id="17" name="Text 14"/>
          <p:cNvSpPr txBox="1"/>
          <p:nvPr/>
        </p:nvSpPr>
        <p:spPr>
          <a:xfrm>
            <a:off x="10634472" y="6400800"/>
            <a:ext cx="914400" cy="256032"/>
          </a:xfrm>
          <a:prstGeom prst="rect">
            <a:avLst/>
          </a:prstGeom>
          <a:noFill/>
          <a:ln/>
        </p:spPr>
        <p:txBody>
          <a:bodyPr wrap="square" lIns="0" tIns="0" rIns="0" bIns="0" rtlCol="0" anchor="t"/>
          <a:lstStyle/>
          <a:p>
            <a:pPr algn="r" indent="0" marL="0">
              <a:buNone/>
            </a:pPr>
            <a:r>
              <a:rPr lang="en-US" sz="1000" dirty="0">
                <a:solidFill>
                  <a:srgbClr val="5B6577"/>
                </a:solidFill>
                <a:latin typeface="Calibri" pitchFamily="34" charset="0"/>
                <a:ea typeface="Calibri" pitchFamily="34" charset="-122"/>
                <a:cs typeface="Calibri" pitchFamily="34" charset="-120"/>
              </a:rPr>
              <a:t>12 / 13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6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p:cTn id="13" dur="600" fill="hold"/>
                                        <p:tgtEl>
                                          <p:spTgt spid="5"/>
                                        </p:tgtEl>
                                        <p:attrNameLst>
                                          <p:attrName>ppt_x</p:attrName>
                                        </p:attrNameLst>
                                      </p:cBhvr>
                                      <p:tavLst>
                                        <p:tav tm="0">
                                          <p:val>
                                            <p:strVal val="#ppt_x"/>
                                          </p:val>
                                        </p:tav>
                                        <p:tav tm="100000">
                                          <p:val>
                                            <p:strVal val="#ppt_x"/>
                                          </p:val>
                                        </p:tav>
                                      </p:tavLst>
                                    </p:anim>
                                    <p:anim calcmode="lin" valueType="num">
                                      <p:cBhvr>
                                        <p:cTn id="14" dur="6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p:cTn id="18" dur="600" fill="hold"/>
                                        <p:tgtEl>
                                          <p:spTgt spid="6"/>
                                        </p:tgtEl>
                                        <p:attrNameLst>
                                          <p:attrName>ppt_x</p:attrName>
                                        </p:attrNameLst>
                                      </p:cBhvr>
                                      <p:tavLst>
                                        <p:tav tm="0">
                                          <p:val>
                                            <p:strVal val="#ppt_x"/>
                                          </p:val>
                                        </p:tav>
                                        <p:tav tm="100000">
                                          <p:val>
                                            <p:strVal val="#ppt_x"/>
                                          </p:val>
                                        </p:tav>
                                      </p:tavLst>
                                    </p:anim>
                                    <p:anim calcmode="lin" valueType="num">
                                      <p:cBhvr>
                                        <p:cTn id="19" dur="6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p:cTn id="23" dur="600" fill="hold"/>
                                        <p:tgtEl>
                                          <p:spTgt spid="7"/>
                                        </p:tgtEl>
                                        <p:attrNameLst>
                                          <p:attrName>ppt_x</p:attrName>
                                        </p:attrNameLst>
                                      </p:cBhvr>
                                      <p:tavLst>
                                        <p:tav tm="0">
                                          <p:val>
                                            <p:strVal val="#ppt_x"/>
                                          </p:val>
                                        </p:tav>
                                        <p:tav tm="100000">
                                          <p:val>
                                            <p:strVal val="#ppt_x"/>
                                          </p:val>
                                        </p:tav>
                                      </p:tavLst>
                                    </p:anim>
                                    <p:anim calcmode="lin" valueType="num">
                                      <p:cBhvr>
                                        <p:cTn id="24" dur="6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2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p:cTn id="28" dur="600" fill="hold"/>
                                        <p:tgtEl>
                                          <p:spTgt spid="8"/>
                                        </p:tgtEl>
                                        <p:attrNameLst>
                                          <p:attrName>ppt_x</p:attrName>
                                        </p:attrNameLst>
                                      </p:cBhvr>
                                      <p:tavLst>
                                        <p:tav tm="0">
                                          <p:val>
                                            <p:strVal val="#ppt_x"/>
                                          </p:val>
                                        </p:tav>
                                        <p:tav tm="100000">
                                          <p:val>
                                            <p:strVal val="#ppt_x"/>
                                          </p:val>
                                        </p:tav>
                                      </p:tavLst>
                                    </p:anim>
                                    <p:anim calcmode="lin" valueType="num">
                                      <p:cBhvr>
                                        <p:cTn id="29" dur="6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42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p:cTn id="33" dur="600" fill="hold"/>
                                        <p:tgtEl>
                                          <p:spTgt spid="9"/>
                                        </p:tgtEl>
                                        <p:attrNameLst>
                                          <p:attrName>ppt_x</p:attrName>
                                        </p:attrNameLst>
                                      </p:cBhvr>
                                      <p:tavLst>
                                        <p:tav tm="0">
                                          <p:val>
                                            <p:strVal val="#ppt_x"/>
                                          </p:val>
                                        </p:tav>
                                        <p:tav tm="100000">
                                          <p:val>
                                            <p:strVal val="#ppt_x"/>
                                          </p:val>
                                        </p:tav>
                                      </p:tavLst>
                                    </p:anim>
                                    <p:anim calcmode="lin" valueType="num">
                                      <p:cBhvr>
                                        <p:cTn id="34" dur="6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84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84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p:cTn id="43" dur="600" fill="hold"/>
                                        <p:tgtEl>
                                          <p:spTgt spid="11"/>
                                        </p:tgtEl>
                                        <p:attrNameLst>
                                          <p:attrName>ppt_x</p:attrName>
                                        </p:attrNameLst>
                                      </p:cBhvr>
                                      <p:tavLst>
                                        <p:tav tm="0">
                                          <p:val>
                                            <p:strVal val="#ppt_x"/>
                                          </p:val>
                                        </p:tav>
                                        <p:tav tm="100000">
                                          <p:val>
                                            <p:strVal val="#ppt_x"/>
                                          </p:val>
                                        </p:tav>
                                      </p:tavLst>
                                    </p:anim>
                                    <p:anim calcmode="lin" valueType="num">
                                      <p:cBhvr>
                                        <p:cTn id="44" dur="6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84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p:cTn id="48" dur="600" fill="hold"/>
                                        <p:tgtEl>
                                          <p:spTgt spid="12"/>
                                        </p:tgtEl>
                                        <p:attrNameLst>
                                          <p:attrName>ppt_x</p:attrName>
                                        </p:attrNameLst>
                                      </p:cBhvr>
                                      <p:tavLst>
                                        <p:tav tm="0">
                                          <p:val>
                                            <p:strVal val="#ppt_x"/>
                                          </p:val>
                                        </p:tav>
                                        <p:tav tm="100000">
                                          <p:val>
                                            <p:strVal val="#ppt_x"/>
                                          </p:val>
                                        </p:tav>
                                      </p:tavLst>
                                    </p:anim>
                                    <p:anim calcmode="lin" valueType="num">
                                      <p:cBhvr>
                                        <p:cTn id="49" dur="600" fill="hold"/>
                                        <p:tgtEl>
                                          <p:spTgt spid="12"/>
                                        </p:tgtEl>
                                        <p:attrNameLst>
                                          <p:attrName>ppt_y</p:attrName>
                                        </p:attrNameLst>
                                      </p:cBhvr>
                                      <p:tavLst>
                                        <p:tav tm="0">
                                          <p:val>
                                            <p:strVal val="#ppt_y+.1"/>
                                          </p:val>
                                        </p:tav>
                                        <p:tav tm="100000">
                                          <p:val>
                                            <p:strVal val="#ppt_y"/>
                                          </p:val>
                                        </p:tav>
                                      </p:tavLst>
                                    </p:anim>
                                  </p:childTnLst>
                                </p:cTn>
                              </p:par>
                              <p:par>
                                <p:cTn id="50" presetID="22" presetClass="entr" presetSubtype="8" fill="hold" grpId="0" nodeType="withEffect">
                                  <p:stCondLst>
                                    <p:cond delay="126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50"/>
                                        <p:tgtEl>
                                          <p:spTgt spid="13"/>
                                        </p:tgtEl>
                                      </p:cBhvr>
                                    </p:animEffect>
                                  </p:childTnLst>
                                </p:cTn>
                              </p:par>
                              <p:par>
                                <p:cTn id="53" presetID="22" presetClass="entr" presetSubtype="8" fill="hold" grpId="0" nodeType="withEffect">
                                  <p:stCondLst>
                                    <p:cond delay="1260"/>
                                  </p:stCondLst>
                                  <p:childTnLst>
                                    <p:set>
                                      <p:cBhvr>
                                        <p:cTn id="54" dur="1" fill="hold">
                                          <p:stCondLst>
                                            <p:cond delay="0"/>
                                          </p:stCondLst>
                                        </p:cTn>
                                        <p:tgtEl>
                                          <p:spTgt spid="14"/>
                                        </p:tgtEl>
                                        <p:attrNameLst>
                                          <p:attrName>style.visibility</p:attrName>
                                        </p:attrNameLst>
                                      </p:cBhvr>
                                      <p:to>
                                        <p:strVal val="visible"/>
                                      </p:to>
                                    </p:set>
                                    <p:animEffect transition="in" filter="wipe(left)">
                                      <p:cBhvr>
                                        <p:cTn id="55" dur="550"/>
                                        <p:tgtEl>
                                          <p:spTgt spid="14"/>
                                        </p:tgtEl>
                                      </p:cBhvr>
                                    </p:animEffect>
                                  </p:childTnLst>
                                </p:cTn>
                              </p:par>
                              <p:par>
                                <p:cTn id="56" presetID="22" presetClass="entr" presetSubtype="8" fill="hold" grpId="0" nodeType="withEffect">
                                  <p:stCondLst>
                                    <p:cond delay="126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ade"/>
          <p:cNvSpPr/>
          <p:nvPr/>
        </p:nvSpPr>
        <p:spPr>
          <a:xfrm>
            <a:off x="5730088" y="1234440"/>
            <a:ext cx="182880" cy="182880"/>
          </a:xfrm>
          <a:prstGeom prst="ellipse">
            <a:avLst/>
          </a:prstGeom>
          <a:solidFill>
            <a:srgbClr val="0055A4"/>
          </a:solidFill>
          <a:ln w="12700">
            <a:solidFill>
              <a:srgbClr val="0055A4"/>
            </a:solidFill>
            <a:prstDash val="solid"/>
          </a:ln>
        </p:spPr>
      </p:sp>
      <p:sp>
        <p:nvSpPr>
          <p:cNvPr id="3" name="a1-fade"/>
          <p:cNvSpPr/>
          <p:nvPr/>
        </p:nvSpPr>
        <p:spPr>
          <a:xfrm>
            <a:off x="6004408" y="1234440"/>
            <a:ext cx="182880" cy="182880"/>
          </a:xfrm>
          <a:prstGeom prst="ellipse">
            <a:avLst/>
          </a:prstGeom>
          <a:solidFill>
            <a:srgbClr val="FFFFFF"/>
          </a:solidFill>
          <a:ln w="12700">
            <a:solidFill>
              <a:srgbClr val="FFFFFF"/>
            </a:solidFill>
            <a:prstDash val="solid"/>
          </a:ln>
        </p:spPr>
      </p:sp>
      <p:sp>
        <p:nvSpPr>
          <p:cNvPr id="4" name="a1-fade"/>
          <p:cNvSpPr/>
          <p:nvPr/>
        </p:nvSpPr>
        <p:spPr>
          <a:xfrm>
            <a:off x="6278728" y="1234440"/>
            <a:ext cx="182880" cy="182880"/>
          </a:xfrm>
          <a:prstGeom prst="ellipse">
            <a:avLst/>
          </a:prstGeom>
          <a:solidFill>
            <a:srgbClr val="EF4135"/>
          </a:solidFill>
          <a:ln w="12700">
            <a:solidFill>
              <a:srgbClr val="EF4135"/>
            </a:solidFill>
            <a:prstDash val="solid"/>
          </a:ln>
        </p:spPr>
      </p:sp>
      <p:pic>
        <p:nvPicPr>
          <p:cNvPr id="5" name="a2-zoom" descr="">    </p:cNvPr>
          <p:cNvPicPr>
            <a:picLocks noChangeAspect="1"/>
          </p:cNvPicPr>
          <p:nvPr/>
        </p:nvPicPr>
        <p:blipFill>
          <a:blip r:embed="rId2"/>
          <a:stretch>
            <a:fillRect/>
          </a:stretch>
        </p:blipFill>
        <p:spPr>
          <a:xfrm>
            <a:off x="2377440" y="1874520"/>
            <a:ext cx="1188720" cy="1188720"/>
          </a:xfrm>
          <a:prstGeom prst="rect">
            <a:avLst/>
          </a:prstGeom>
        </p:spPr>
      </p:pic>
      <p:pic>
        <p:nvPicPr>
          <p:cNvPr id="6" name="a2-zoom" descr="">    </p:cNvPr>
          <p:cNvPicPr>
            <a:picLocks noChangeAspect="1"/>
          </p:cNvPicPr>
          <p:nvPr/>
        </p:nvPicPr>
        <p:blipFill>
          <a:blip r:embed="rId3"/>
          <a:stretch>
            <a:fillRect/>
          </a:stretch>
        </p:blipFill>
        <p:spPr>
          <a:xfrm>
            <a:off x="8625535" y="1874520"/>
            <a:ext cx="1188720" cy="1188720"/>
          </a:xfrm>
          <a:prstGeom prst="rect">
            <a:avLst/>
          </a:prstGeom>
        </p:spPr>
      </p:pic>
      <p:sp>
        <p:nvSpPr>
          <p:cNvPr id="7" name="a2-zoom"/>
          <p:cNvSpPr txBox="1"/>
          <p:nvPr/>
        </p:nvSpPr>
        <p:spPr>
          <a:xfrm>
            <a:off x="3566160" y="1645920"/>
            <a:ext cx="5059375" cy="1645920"/>
          </a:xfrm>
          <a:prstGeom prst="rect">
            <a:avLst/>
          </a:prstGeom>
          <a:noFill/>
          <a:ln/>
        </p:spPr>
        <p:txBody>
          <a:bodyPr wrap="square" lIns="0" tIns="0" rIns="0" bIns="0" rtlCol="0" anchor="ctr"/>
          <a:lstStyle/>
          <a:p>
            <a:pPr algn="ctr" indent="0" marL="0">
              <a:buNone/>
            </a:pPr>
            <a:r>
              <a:rPr lang="en-US" sz="8000" b="1" dirty="0">
                <a:solidFill>
                  <a:srgbClr val="D9973A"/>
                </a:solidFill>
                <a:latin typeface="Cambria" pitchFamily="34" charset="0"/>
                <a:ea typeface="Cambria" pitchFamily="34" charset="-122"/>
                <a:cs typeface="Cambria" pitchFamily="34" charset="-120"/>
              </a:rPr>
              <a:t>Merci !</a:t>
            </a:r>
            <a:endParaRPr lang="en-US" sz="8000" dirty="0"/>
          </a:p>
        </p:txBody>
      </p:sp>
      <p:sp>
        <p:nvSpPr>
          <p:cNvPr id="8" name="a3-float"/>
          <p:cNvSpPr txBox="1"/>
          <p:nvPr/>
        </p:nvSpPr>
        <p:spPr>
          <a:xfrm>
            <a:off x="1371600" y="3429000"/>
            <a:ext cx="9448495" cy="640080"/>
          </a:xfrm>
          <a:prstGeom prst="rect">
            <a:avLst/>
          </a:prstGeom>
          <a:noFill/>
          <a:ln/>
        </p:spPr>
        <p:txBody>
          <a:bodyPr wrap="square" lIns="0" tIns="0" rIns="0" bIns="0" rtlCol="0" anchor="t"/>
          <a:lstStyle/>
          <a:p>
            <a:pPr algn="ctr" indent="0" marL="0">
              <a:buNone/>
            </a:pPr>
            <a:r>
              <a:rPr lang="en-US" sz="3000" dirty="0">
                <a:solidFill>
                  <a:srgbClr val="FFFFFF"/>
                </a:solidFill>
                <a:latin typeface="Cambria" pitchFamily="34" charset="0"/>
                <a:ea typeface="Cambria" pitchFamily="34" charset="-122"/>
                <a:cs typeface="Cambria" pitchFamily="34" charset="-120"/>
              </a:rPr>
              <a:t>Thank you for your attention</a:t>
            </a:r>
            <a:endParaRPr lang="en-US" sz="3000" dirty="0"/>
          </a:p>
        </p:txBody>
      </p:sp>
      <p:sp>
        <p:nvSpPr>
          <p:cNvPr id="9" name="a4-zoom"/>
          <p:cNvSpPr txBox="1"/>
          <p:nvPr/>
        </p:nvSpPr>
        <p:spPr>
          <a:xfrm>
            <a:off x="4724248" y="4343400"/>
            <a:ext cx="2743200" cy="685800"/>
          </a:xfrm>
          <a:prstGeom prst="roundRect">
            <a:avLst>
              <a:gd name="adj" fmla="val 49333"/>
            </a:avLst>
          </a:prstGeom>
          <a:ln w="25400">
            <a:solidFill>
              <a:srgbClr val="D9973A"/>
            </a:solidFill>
          </a:ln>
        </p:spPr>
        <p:txBody>
          <a:bodyPr wrap="square" lIns="0" tIns="0" rIns="0" bIns="0" rtlCol="0" anchor="ctr"/>
          <a:lstStyle/>
          <a:p>
            <a:pPr algn="ctr" indent="0" marL="0">
              <a:buNone/>
            </a:pPr>
            <a:r>
              <a:rPr lang="en-US" sz="2200" b="1" dirty="0">
                <a:solidFill>
                  <a:srgbClr val="F2C98A"/>
                </a:solidFill>
                <a:latin typeface="Calibri" pitchFamily="34" charset="0"/>
                <a:ea typeface="Calibri" pitchFamily="34" charset="-122"/>
                <a:cs typeface="Calibri" pitchFamily="34" charset="-120"/>
              </a:rPr>
              <a:t>Questions?</a:t>
            </a:r>
            <a:endParaRPr lang="en-US" sz="2200" dirty="0"/>
          </a:p>
        </p:txBody>
      </p:sp>
      <p:sp>
        <p:nvSpPr>
          <p:cNvPr id="10" name="a5-fade"/>
          <p:cNvSpPr txBox="1"/>
          <p:nvPr/>
        </p:nvSpPr>
        <p:spPr>
          <a:xfrm>
            <a:off x="1371600" y="5806440"/>
            <a:ext cx="9448495" cy="365760"/>
          </a:xfrm>
          <a:prstGeom prst="rect">
            <a:avLst/>
          </a:prstGeom>
          <a:noFill/>
          <a:ln/>
        </p:spPr>
        <p:txBody>
          <a:bodyPr wrap="square" lIns="0" tIns="0" rIns="0" bIns="0" rtlCol="0" anchor="t"/>
          <a:lstStyle/>
          <a:p>
            <a:pPr algn="ctr" indent="0" marL="0">
              <a:buNone/>
            </a:pPr>
            <a:r>
              <a:rPr lang="en-US" sz="1400" dirty="0">
                <a:solidFill>
                  <a:srgbClr val="C9D3E6"/>
                </a:solidFill>
                <a:latin typeface="Calibri" pitchFamily="34" charset="0"/>
                <a:ea typeface="Calibri" pitchFamily="34" charset="-122"/>
                <a:cs typeface="Calibri" pitchFamily="34" charset="-120"/>
              </a:rPr>
              <a:t>Djoudi Mohamed Salah E  ·  Boulangerie D.O, Creil  ·  Erasmus+ 2025/2026</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grpId="0" nodeType="withEffect">
                                  <p:stCondLst>
                                    <p:cond delay="350"/>
                                  </p:stCondLst>
                                  <p:childTnLst>
                                    <p:set>
                                      <p:cBhvr>
                                        <p:cTn id="15" dur="1" fill="hold">
                                          <p:stCondLst>
                                            <p:cond delay="0"/>
                                          </p:stCondLst>
                                        </p:cTn>
                                        <p:tgtEl>
                                          <p:spTgt spid="5"/>
                                        </p:tgtEl>
                                        <p:attrNameLst>
                                          <p:attrName>style.visibility</p:attrName>
                                        </p:attrNameLst>
                                      </p:cBhvr>
                                      <p:to>
                                        <p:strVal val="visible"/>
                                      </p:to>
                                    </p:set>
                                    <p:anim calcmode="lin" valueType="num">
                                      <p:cBhvr>
                                        <p:cTn id="16" dur="450" fill="hold"/>
                                        <p:tgtEl>
                                          <p:spTgt spid="5"/>
                                        </p:tgtEl>
                                        <p:attrNameLst>
                                          <p:attrName>ppt_w</p:attrName>
                                        </p:attrNameLst>
                                      </p:cBhvr>
                                      <p:tavLst>
                                        <p:tav tm="0">
                                          <p:val>
                                            <p:fltVal val="0"/>
                                          </p:val>
                                        </p:tav>
                                        <p:tav tm="100000">
                                          <p:val>
                                            <p:strVal val="#ppt_w"/>
                                          </p:val>
                                        </p:tav>
                                      </p:tavLst>
                                    </p:anim>
                                    <p:anim calcmode="lin" valueType="num">
                                      <p:cBhvr>
                                        <p:cTn id="17" dur="450" fill="hold"/>
                                        <p:tgtEl>
                                          <p:spTgt spid="5"/>
                                        </p:tgtEl>
                                        <p:attrNameLst>
                                          <p:attrName>ppt_h</p:attrName>
                                        </p:attrNameLst>
                                      </p:cBhvr>
                                      <p:tavLst>
                                        <p:tav tm="0">
                                          <p:val>
                                            <p:fltVal val="0"/>
                                          </p:val>
                                        </p:tav>
                                        <p:tav tm="100000">
                                          <p:val>
                                            <p:strVal val="#ppt_h"/>
                                          </p:val>
                                        </p:tav>
                                      </p:tavLst>
                                    </p:anim>
                                    <p:animEffect transition="in" filter="fade">
                                      <p:cBhvr>
                                        <p:cTn id="18" dur="450"/>
                                        <p:tgtEl>
                                          <p:spTgt spid="5"/>
                                        </p:tgtEl>
                                      </p:cBhvr>
                                    </p:animEffect>
                                  </p:childTnLst>
                                </p:cTn>
                              </p:par>
                              <p:par>
                                <p:cTn id="19" presetID="53" presetClass="entr" presetSubtype="16" fill="hold" grpId="0" nodeType="withEffect">
                                  <p:stCondLst>
                                    <p:cond delay="350"/>
                                  </p:stCondLst>
                                  <p:childTnLst>
                                    <p:set>
                                      <p:cBhvr>
                                        <p:cTn id="20" dur="1" fill="hold">
                                          <p:stCondLst>
                                            <p:cond delay="0"/>
                                          </p:stCondLst>
                                        </p:cTn>
                                        <p:tgtEl>
                                          <p:spTgt spid="6"/>
                                        </p:tgtEl>
                                        <p:attrNameLst>
                                          <p:attrName>style.visibility</p:attrName>
                                        </p:attrNameLst>
                                      </p:cBhvr>
                                      <p:to>
                                        <p:strVal val="visible"/>
                                      </p:to>
                                    </p:set>
                                    <p:anim calcmode="lin" valueType="num">
                                      <p:cBhvr>
                                        <p:cTn id="21" dur="450" fill="hold"/>
                                        <p:tgtEl>
                                          <p:spTgt spid="6"/>
                                        </p:tgtEl>
                                        <p:attrNameLst>
                                          <p:attrName>ppt_w</p:attrName>
                                        </p:attrNameLst>
                                      </p:cBhvr>
                                      <p:tavLst>
                                        <p:tav tm="0">
                                          <p:val>
                                            <p:fltVal val="0"/>
                                          </p:val>
                                        </p:tav>
                                        <p:tav tm="100000">
                                          <p:val>
                                            <p:strVal val="#ppt_w"/>
                                          </p:val>
                                        </p:tav>
                                      </p:tavLst>
                                    </p:anim>
                                    <p:anim calcmode="lin" valueType="num">
                                      <p:cBhvr>
                                        <p:cTn id="22" dur="450" fill="hold"/>
                                        <p:tgtEl>
                                          <p:spTgt spid="6"/>
                                        </p:tgtEl>
                                        <p:attrNameLst>
                                          <p:attrName>ppt_h</p:attrName>
                                        </p:attrNameLst>
                                      </p:cBhvr>
                                      <p:tavLst>
                                        <p:tav tm="0">
                                          <p:val>
                                            <p:fltVal val="0"/>
                                          </p:val>
                                        </p:tav>
                                        <p:tav tm="100000">
                                          <p:val>
                                            <p:strVal val="#ppt_h"/>
                                          </p:val>
                                        </p:tav>
                                      </p:tavLst>
                                    </p:anim>
                                    <p:animEffect transition="in" filter="fade">
                                      <p:cBhvr>
                                        <p:cTn id="23" dur="450"/>
                                        <p:tgtEl>
                                          <p:spTgt spid="6"/>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7"/>
                                        </p:tgtEl>
                                        <p:attrNameLst>
                                          <p:attrName>style.visibility</p:attrName>
                                        </p:attrNameLst>
                                      </p:cBhvr>
                                      <p:to>
                                        <p:strVal val="visible"/>
                                      </p:to>
                                    </p:set>
                                    <p:anim calcmode="lin" valueType="num">
                                      <p:cBhvr>
                                        <p:cTn id="26" dur="450" fill="hold"/>
                                        <p:tgtEl>
                                          <p:spTgt spid="7"/>
                                        </p:tgtEl>
                                        <p:attrNameLst>
                                          <p:attrName>ppt_w</p:attrName>
                                        </p:attrNameLst>
                                      </p:cBhvr>
                                      <p:tavLst>
                                        <p:tav tm="0">
                                          <p:val>
                                            <p:fltVal val="0"/>
                                          </p:val>
                                        </p:tav>
                                        <p:tav tm="100000">
                                          <p:val>
                                            <p:strVal val="#ppt_w"/>
                                          </p:val>
                                        </p:tav>
                                      </p:tavLst>
                                    </p:anim>
                                    <p:anim calcmode="lin" valueType="num">
                                      <p:cBhvr>
                                        <p:cTn id="27" dur="450" fill="hold"/>
                                        <p:tgtEl>
                                          <p:spTgt spid="7"/>
                                        </p:tgtEl>
                                        <p:attrNameLst>
                                          <p:attrName>ppt_h</p:attrName>
                                        </p:attrNameLst>
                                      </p:cBhvr>
                                      <p:tavLst>
                                        <p:tav tm="0">
                                          <p:val>
                                            <p:fltVal val="0"/>
                                          </p:val>
                                        </p:tav>
                                        <p:tav tm="100000">
                                          <p:val>
                                            <p:strVal val="#ppt_h"/>
                                          </p:val>
                                        </p:tav>
                                      </p:tavLst>
                                    </p:anim>
                                    <p:animEffect transition="in" filter="fade">
                                      <p:cBhvr>
                                        <p:cTn id="28" dur="450"/>
                                        <p:tgtEl>
                                          <p:spTgt spid="7"/>
                                        </p:tgtEl>
                                      </p:cBhvr>
                                    </p:animEffect>
                                  </p:childTnLst>
                                </p:cTn>
                              </p:par>
                              <p:par>
                                <p:cTn id="29" presetID="42" presetClass="entr" presetSubtype="0" fill="hold" grpId="0" nodeType="withEffect">
                                  <p:stCondLst>
                                    <p:cond delay="665"/>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anim calcmode="lin" valueType="num">
                                      <p:cBhvr>
                                        <p:cTn id="32" dur="600" fill="hold"/>
                                        <p:tgtEl>
                                          <p:spTgt spid="8"/>
                                        </p:tgtEl>
                                        <p:attrNameLst>
                                          <p:attrName>ppt_x</p:attrName>
                                        </p:attrNameLst>
                                      </p:cBhvr>
                                      <p:tavLst>
                                        <p:tav tm="0">
                                          <p:val>
                                            <p:strVal val="#ppt_x"/>
                                          </p:val>
                                        </p:tav>
                                        <p:tav tm="100000">
                                          <p:val>
                                            <p:strVal val="#ppt_x"/>
                                          </p:val>
                                        </p:tav>
                                      </p:tavLst>
                                    </p:anim>
                                    <p:anim calcmode="lin" valueType="num">
                                      <p:cBhvr>
                                        <p:cTn id="33" dur="600" fill="hold"/>
                                        <p:tgtEl>
                                          <p:spTgt spid="8"/>
                                        </p:tgtEl>
                                        <p:attrNameLst>
                                          <p:attrName>ppt_y</p:attrName>
                                        </p:attrNameLst>
                                      </p:cBhvr>
                                      <p:tavLst>
                                        <p:tav tm="0">
                                          <p:val>
                                            <p:strVal val="#ppt_y+.1"/>
                                          </p:val>
                                        </p:tav>
                                        <p:tav tm="100000">
                                          <p:val>
                                            <p:strVal val="#ppt_y"/>
                                          </p:val>
                                        </p:tav>
                                      </p:tavLst>
                                    </p:anim>
                                  </p:childTnLst>
                                </p:cTn>
                              </p:par>
                              <p:par>
                                <p:cTn id="34" presetID="53" presetClass="entr" presetSubtype="16" fill="hold" grpId="0" nodeType="withEffect">
                                  <p:stCondLst>
                                    <p:cond delay="1085"/>
                                  </p:stCondLst>
                                  <p:childTnLst>
                                    <p:set>
                                      <p:cBhvr>
                                        <p:cTn id="35" dur="1" fill="hold">
                                          <p:stCondLst>
                                            <p:cond delay="0"/>
                                          </p:stCondLst>
                                        </p:cTn>
                                        <p:tgtEl>
                                          <p:spTgt spid="9"/>
                                        </p:tgtEl>
                                        <p:attrNameLst>
                                          <p:attrName>style.visibility</p:attrName>
                                        </p:attrNameLst>
                                      </p:cBhvr>
                                      <p:to>
                                        <p:strVal val="visible"/>
                                      </p:to>
                                    </p:set>
                                    <p:anim calcmode="lin" valueType="num">
                                      <p:cBhvr>
                                        <p:cTn id="36" dur="450" fill="hold"/>
                                        <p:tgtEl>
                                          <p:spTgt spid="9"/>
                                        </p:tgtEl>
                                        <p:attrNameLst>
                                          <p:attrName>ppt_w</p:attrName>
                                        </p:attrNameLst>
                                      </p:cBhvr>
                                      <p:tavLst>
                                        <p:tav tm="0">
                                          <p:val>
                                            <p:fltVal val="0"/>
                                          </p:val>
                                        </p:tav>
                                        <p:tav tm="100000">
                                          <p:val>
                                            <p:strVal val="#ppt_w"/>
                                          </p:val>
                                        </p:tav>
                                      </p:tavLst>
                                    </p:anim>
                                    <p:anim calcmode="lin" valueType="num">
                                      <p:cBhvr>
                                        <p:cTn id="37" dur="450" fill="hold"/>
                                        <p:tgtEl>
                                          <p:spTgt spid="9"/>
                                        </p:tgtEl>
                                        <p:attrNameLst>
                                          <p:attrName>ppt_h</p:attrName>
                                        </p:attrNameLst>
                                      </p:cBhvr>
                                      <p:tavLst>
                                        <p:tav tm="0">
                                          <p:val>
                                            <p:fltVal val="0"/>
                                          </p:val>
                                        </p:tav>
                                        <p:tav tm="100000">
                                          <p:val>
                                            <p:strVal val="#ppt_h"/>
                                          </p:val>
                                        </p:tav>
                                      </p:tavLst>
                                    </p:anim>
                                    <p:animEffect transition="in" filter="fade">
                                      <p:cBhvr>
                                        <p:cTn id="38" dur="450"/>
                                        <p:tgtEl>
                                          <p:spTgt spid="9"/>
                                        </p:tgtEl>
                                      </p:cBhvr>
                                    </p:animEffect>
                                  </p:childTnLst>
                                </p:cTn>
                              </p:par>
                              <p:par>
                                <p:cTn id="39" presetID="10" presetClass="entr" presetSubtype="0" fill="hold" grpId="0" nodeType="withEffect">
                                  <p:stCondLst>
                                    <p:cond delay="14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8"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Internship in France – Boulangerie D.O</dc:title>
  <dc:subject>PptxGenJS Presentation</dc:subject>
  <dc:creator>Djoudi Mohamed Salah E</dc:creator>
  <cp:lastModifiedBy>Djoudi Mohamed Salah E</cp:lastModifiedBy>
  <cp:revision>1</cp:revision>
  <dcterms:created xsi:type="dcterms:W3CDTF">2026-09-28T19:27:28Z</dcterms:created>
  <dcterms:modified xsi:type="dcterms:W3CDTF">2026-09-28T19:27:28Z</dcterms:modified>
</cp:coreProperties>
</file>