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Good afternoon. My name is Djoudi Mohamed Salah E. I study Management of Organisations at Klaipėda State University of Applied Sciences. Today I will present my Erasmus+ internship at Boulangerie D.O, a bakery in Creil,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presentation has six parts. First, I will talk about me and my internship. Second, the company: its activities, structure and rules. Third, how the bakery is managed. Fourth, my work: tasks, tools, communication and customers. Fifth, my ideas and my results. And at the end, my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words about me. I am from Algeria. I study in Lithuania, at Klaipėda State University of Applied Sciences, in the Management of Organisations bachelor programme. My English level is C1. With the Erasmus+ programme, I did my internship in France. So this internship connected three countries in my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my internship in Creil, a city about 50 kilometres north of Paris. The company is Boulangerie D.O, a bakery at 59 Rue Gambetta. I worked in the management department. My supervisor and mentor was Djamel Ounnadi, the director of the bakery.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internship followed the Erasmus+ steps. Before: in May 2026, I signed the Learning Agreement with my university and the company. It described my tasks and my learning outcomes. During: I worked from 5 June to 25 August 2026, about 12 weeks, 40 hours per week. My supervisor followed my progress and gave me feedback. The company also gave me meals. After: the company gave me a traineeship certificate and an evaluation of 10 out of 10. The internship gives me 15 ECTS credits for my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title of my internship was: Administrative Skills Training and Customer Relationship Management. My aim was to learn how a real company is managed and how it takes care of its customers. I had five objectives: analyse the company, manage documents and information, take part in work organisation, understand customers and CRM, and propose ideas to improve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Boulangerie D.O is a small local bakery in Creil. It is a registered French company, SIREN number 903 956 977. It makes fresh bread, pastries and cakes and sells them in its shop. The work goes in five steps: the director plans the day, the pastry chef makes the products, the shop team sells them, sales and costs go to accounting, and then we check the results to improve. I took part in each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structure of the bakery. At the top is the director, Djamel Ounnadi. Under the director there are three areas: production with the pastry chef, sales with the shop team, and administration with documents, planning and accounting. As a trainee I worked directly with the director and I helped in all three areas. It is a simple structure with few levels, so decisions are quick and communication is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bakery in France must follow many rules. Here are the main ones. First, the company is registered, with a SIREN number. Second, labour law: the French Labour Code and the bakery collective agreement, for contracts, working hours and rest. Third, food hygiene: the EU hygiene rules and HACCP, for clean work, right temperatures and product tracking. Fourth, prices must be shown and allergens must be listed. Fifth, GDPR: customer data must be kept safe. And a fun fact: in France, only bakers who make the bread on site can use the name boulangerie.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bakery I could see the four management functions in practice. Planning: the daily production plan, the staff schedule and ordering ingredients. Organising: each person has a clear role, and tasks are split between production, sales and administration. Motivation: the director gives direct support and regular feedback, and there is a good team spirit. Control: every day we check sales and cash, the quality and freshness of products, and hygiene. In a small business like this, the director leads all four functions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my main tasks. I worked as a cashier and took payments. I served customers and answered their questions. I also helped the pastry chef, so I learned how the products are made. On the administrative side, I prepared and organised documents, helped to plan the daily work, and I learned the basic money flows by helping with accounting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work I used several digital tools: the cash register, the card payment terminal, phone and e-mail, the bakery's Google business page with the map and customer reviews, and digital documents and tables. Communication was different with customers and in the team. With customers we talk face to face, by phone, by e-mail and through online reviews, and the style is polite and formal: in French we say vous. In the team, communication is face to face, friendly and direct. At work I spoke French, and my English level is C1.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part of my internship was customer relationship management, or CRM. I learned that good service is a cycle. First, listen and understand what the customer needs. Second, help: answer questions and handle requests. Third, solve problems quickly and politely. Fourth, keep the customer: good service makes loyal customers. The main lesson for me is simple: a happy customer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my internship I collected information and prepared ideas to improve the bakery. Idea one: a loyalty card, for example buy ten items and get one free, so customers come back more often. Idea two: pre-orders by phone or online, so there is less waiting and better planning. Idea three: record the daily sales of each product, so the bakery bakes the right amount and wastes less. Idea four: ask happy customers for Google reviews and answer them, for better service and a better reputation.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the plan with the result. On the left are the seven learning outcomes from my Learning Agreement. On the right is what I really did, as written in my traineeship certificate. I analysed the company and organised documents. I helped to plan the daily work. I prepared ideas to improve the bakery. I saw the management functions in practice. I used digital tools. I served customers every day. And my supervisor praised my communication and teamwork. So all seven planned outcomes were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internship helped me grow, at work and as a person. I learned practical skills: using the cash register, serving customers, organising documents, and understanding basic accounting. I also developed soft skills: communication, teamwork, responsibility, time management, problem solving and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my supervisor evaluated my work with eight criteria. These are the same topics I showed you today: the company's activities, its legal documents, management functions, information technologies, communication, foreign language, new ideas, and improvement suggestions. I received 10 out of 10 in every criterion. My final grade is 10, excellent. I am very proud of this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feedback from my supervisor, Djamel Ounnadi. In my traineeship certificate, my supervisor wrote that I did my duties responsibly, that I showed good communication and teamwork skills, and that I adapted well to the work environment. In the evaluation form, my supervisor wrote: it was a pleasure having the trainee as part of our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aim of my internship was achieved. It gave me three important things. First, real work experience in a French business. Second, stronger skills: communication, teamwork, customer service and administration. Third, more confidence for my studies and my future job. For me, theory from university plus practice in France equals real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for your attention. Merci! I am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1.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1-fade"/>
          <p:cNvSpPr/>
          <p:nvPr/>
        </p:nvSpPr>
        <p:spPr>
          <a:xfrm>
            <a:off x="685800" y="1216152"/>
            <a:ext cx="182880" cy="182880"/>
          </a:xfrm>
          <a:prstGeom prst="ellipse">
            <a:avLst/>
          </a:prstGeom>
          <a:solidFill>
            <a:srgbClr val="0055A4"/>
          </a:solidFill>
          <a:ln w="12700">
            <a:solidFill>
              <a:srgbClr val="0055A4"/>
            </a:solidFill>
            <a:prstDash val="solid"/>
          </a:ln>
        </p:spPr>
      </p:sp>
      <p:sp>
        <p:nvSpPr>
          <p:cNvPr id="3" name="a1-fade"/>
          <p:cNvSpPr/>
          <p:nvPr/>
        </p:nvSpPr>
        <p:spPr>
          <a:xfrm>
            <a:off x="960120" y="1216152"/>
            <a:ext cx="182880" cy="182880"/>
          </a:xfrm>
          <a:prstGeom prst="ellipse">
            <a:avLst/>
          </a:prstGeom>
          <a:solidFill>
            <a:srgbClr val="FFFFFF"/>
          </a:solidFill>
          <a:ln w="12700">
            <a:solidFill>
              <a:srgbClr val="FFFFFF"/>
            </a:solidFill>
            <a:prstDash val="solid"/>
          </a:ln>
        </p:spPr>
      </p:sp>
      <p:sp>
        <p:nvSpPr>
          <p:cNvPr id="4" name="a1-fade"/>
          <p:cNvSpPr/>
          <p:nvPr/>
        </p:nvSpPr>
        <p:spPr>
          <a:xfrm>
            <a:off x="1234440" y="1216152"/>
            <a:ext cx="182880" cy="182880"/>
          </a:xfrm>
          <a:prstGeom prst="ellipse">
            <a:avLst/>
          </a:prstGeom>
          <a:solidFill>
            <a:srgbClr val="EF4135"/>
          </a:solidFill>
          <a:ln w="12700">
            <a:solidFill>
              <a:srgbClr val="EF4135"/>
            </a:solidFill>
            <a:prstDash val="solid"/>
          </a:ln>
        </p:spPr>
      </p:sp>
      <p:sp>
        <p:nvSpPr>
          <p:cNvPr id="5" name="a1-fade"/>
          <p:cNvSpPr txBox="1"/>
          <p:nvPr/>
        </p:nvSpPr>
        <p:spPr>
          <a:xfrm>
            <a:off x="1600200" y="1124712"/>
            <a:ext cx="5486400" cy="365760"/>
          </a:xfrm>
          <a:prstGeom prst="rect">
            <a:avLst/>
          </a:prstGeom>
          <a:noFill/>
          <a:ln/>
        </p:spPr>
        <p:txBody>
          <a:bodyPr wrap="square" lIns="0" tIns="0" rIns="0" bIns="0" rtlCol="0" anchor="ctr"/>
          <a:lstStyle/>
          <a:p>
            <a:pPr indent="0" marL="0">
              <a:buNone/>
            </a:pPr>
            <a:r>
              <a:rPr lang="en-US" sz="1400" b="1" spc="400" kern="0" dirty="0">
                <a:solidFill>
                  <a:srgbClr val="D9973A"/>
                </a:solidFill>
                <a:latin typeface="Calibri" pitchFamily="34" charset="0"/>
                <a:ea typeface="Calibri" pitchFamily="34" charset="-122"/>
                <a:cs typeface="Calibri" pitchFamily="34" charset="-120"/>
              </a:rPr>
              <a:t>ERASMUS+ INTERNSHIP  ·  DEFENSE</a:t>
            </a:r>
            <a:endParaRPr lang="en-US" sz="1400" dirty="0"/>
          </a:p>
        </p:txBody>
      </p:sp>
      <p:sp>
        <p:nvSpPr>
          <p:cNvPr id="6" name="a2-float"/>
          <p:cNvSpPr txBox="1"/>
          <p:nvPr/>
        </p:nvSpPr>
        <p:spPr>
          <a:xfrm>
            <a:off x="685800" y="1645920"/>
            <a:ext cx="6583680" cy="18288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My Internship</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in France</a:t>
            </a:r>
            <a:endParaRPr lang="en-US" sz="5400" dirty="0"/>
          </a:p>
        </p:txBody>
      </p:sp>
      <p:sp>
        <p:nvSpPr>
          <p:cNvPr id="7" name="a3-float"/>
          <p:cNvSpPr txBox="1"/>
          <p:nvPr/>
        </p:nvSpPr>
        <p:spPr>
          <a:xfrm>
            <a:off x="685800" y="3566160"/>
            <a:ext cx="6400800" cy="502920"/>
          </a:xfrm>
          <a:prstGeom prst="rect">
            <a:avLst/>
          </a:prstGeom>
          <a:noFill/>
          <a:ln/>
        </p:spPr>
        <p:txBody>
          <a:bodyPr wrap="square" lIns="0" tIns="0" rIns="0" bIns="0" rtlCol="0" anchor="t"/>
          <a:lstStyle/>
          <a:p>
            <a:pPr indent="0" marL="0">
              <a:buNone/>
            </a:pPr>
            <a:r>
              <a:rPr lang="en-US" sz="2600" i="1" dirty="0">
                <a:solidFill>
                  <a:srgbClr val="F2C98A"/>
                </a:solidFill>
                <a:latin typeface="Cambria" pitchFamily="34" charset="0"/>
                <a:ea typeface="Cambria" pitchFamily="34" charset="-122"/>
                <a:cs typeface="Cambria" pitchFamily="34" charset="-120"/>
              </a:rPr>
              <a:t>Boulangerie D.O  ·  Creil</a:t>
            </a:r>
            <a:endParaRPr lang="en-US" sz="2600" dirty="0"/>
          </a:p>
        </p:txBody>
      </p:sp>
      <p:sp>
        <p:nvSpPr>
          <p:cNvPr id="8" name="a4-fade"/>
          <p:cNvSpPr txBox="1"/>
          <p:nvPr/>
        </p:nvSpPr>
        <p:spPr>
          <a:xfrm>
            <a:off x="685800" y="4526280"/>
            <a:ext cx="6583680" cy="1188720"/>
          </a:xfrm>
          <a:prstGeom prst="rect">
            <a:avLst/>
          </a:prstGeom>
          <a:noFill/>
          <a:ln/>
        </p:spPr>
        <p:txBody>
          <a:bodyPr wrap="square" lIns="0" tIns="0" rIns="0" bIns="0" rtlCol="0" anchor="t"/>
          <a:lstStyle/>
          <a:p>
            <a:pPr indent="0" marL="0">
              <a:spcAft>
                <a:spcPts val="400"/>
              </a:spcAft>
              <a:buNone/>
            </a:pPr>
            <a:r>
              <a:rPr lang="en-US" sz="2000" b="1" dirty="0">
                <a:solidFill>
                  <a:srgbClr val="FFFFFF"/>
                </a:solidFill>
                <a:latin typeface="Calibri" pitchFamily="34" charset="0"/>
                <a:ea typeface="Calibri" pitchFamily="34" charset="-122"/>
                <a:cs typeface="Calibri" pitchFamily="34" charset="-120"/>
              </a:rPr>
              <a:t>Djoudi Mohamed Salah E</a:t>
            </a:r>
            <a:endParaRPr lang="en-US" sz="20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Klaipėda State University of Applied Sciences</a:t>
            </a:r>
            <a:endParaRPr lang="en-US" sz="20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Management of Organisations  |  Academic year 2025/2026</a:t>
            </a:r>
            <a:endParaRPr lang="en-US" sz="2000" dirty="0"/>
          </a:p>
        </p:txBody>
      </p:sp>
      <p:sp>
        <p:nvSpPr>
          <p:cNvPr id="9" name="a1-zoom"/>
          <p:cNvSpPr/>
          <p:nvPr/>
        </p:nvSpPr>
        <p:spPr>
          <a:xfrm>
            <a:off x="7132320" y="1051560"/>
            <a:ext cx="4754880" cy="4754880"/>
          </a:xfrm>
          <a:prstGeom prst="ellipse">
            <a:avLst/>
          </a:prstGeom>
          <a:ln w="19050">
            <a:solidFill>
              <a:srgbClr val="D9973A">
                <a:alpha val="50000"/>
              </a:srgbClr>
            </a:solidFill>
            <a:prstDash val="solid"/>
          </a:ln>
        </p:spPr>
      </p:sp>
      <p:sp>
        <p:nvSpPr>
          <p:cNvPr id="10" name="a1-zoom"/>
          <p:cNvSpPr/>
          <p:nvPr/>
        </p:nvSpPr>
        <p:spPr>
          <a:xfrm>
            <a:off x="7406640" y="1325880"/>
            <a:ext cx="4206240" cy="4206240"/>
          </a:xfrm>
          <a:prstGeom prst="ellipse">
            <a:avLst/>
          </a:prstGeom>
          <a:solidFill>
            <a:srgbClr val="D9973A"/>
          </a:solidFill>
          <a:ln w="12700">
            <a:solidFill>
              <a:srgbClr val="D9973A"/>
            </a:solidFill>
            <a:prstDash val="solid"/>
          </a:ln>
        </p:spPr>
      </p:sp>
      <p:pic>
        <p:nvPicPr>
          <p:cNvPr id="11" name="a2-zoom" descr="">    </p:cNvPr>
          <p:cNvPicPr>
            <a:picLocks noChangeAspect="1"/>
          </p:cNvPicPr>
          <p:nvPr/>
        </p:nvPicPr>
        <p:blipFill>
          <a:blip r:embed="rId2"/>
          <a:stretch>
            <a:fillRect/>
          </a:stretch>
        </p:blipFill>
        <p:spPr>
          <a:xfrm>
            <a:off x="8183880" y="2103120"/>
            <a:ext cx="2651760" cy="265176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53" presetClass="entr" presetSubtype="16"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p:cTn id="19" dur="450" fill="hold"/>
                                        <p:tgtEl>
                                          <p:spTgt spid="9"/>
                                        </p:tgtEl>
                                        <p:attrNameLst>
                                          <p:attrName>ppt_w</p:attrName>
                                        </p:attrNameLst>
                                      </p:cBhvr>
                                      <p:tavLst>
                                        <p:tav tm="0">
                                          <p:val>
                                            <p:fltVal val="0"/>
                                          </p:val>
                                        </p:tav>
                                        <p:tav tm="100000">
                                          <p:val>
                                            <p:strVal val="#ppt_w"/>
                                          </p:val>
                                        </p:tav>
                                      </p:tavLst>
                                    </p:anim>
                                    <p:anim calcmode="lin" valueType="num">
                                      <p:cBhvr>
                                        <p:cTn id="20" dur="450" fill="hold"/>
                                        <p:tgtEl>
                                          <p:spTgt spid="9"/>
                                        </p:tgtEl>
                                        <p:attrNameLst>
                                          <p:attrName>ppt_h</p:attrName>
                                        </p:attrNameLst>
                                      </p:cBhvr>
                                      <p:tavLst>
                                        <p:tav tm="0">
                                          <p:val>
                                            <p:fltVal val="0"/>
                                          </p:val>
                                        </p:tav>
                                        <p:tav tm="100000">
                                          <p:val>
                                            <p:strVal val="#ppt_h"/>
                                          </p:val>
                                        </p:tav>
                                      </p:tavLst>
                                    </p:anim>
                                    <p:animEffect transition="in" filter="fade">
                                      <p:cBhvr>
                                        <p:cTn id="21" dur="450"/>
                                        <p:tgtEl>
                                          <p:spTgt spid="9"/>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p:cTn id="24" dur="450" fill="hold"/>
                                        <p:tgtEl>
                                          <p:spTgt spid="10"/>
                                        </p:tgtEl>
                                        <p:attrNameLst>
                                          <p:attrName>ppt_w</p:attrName>
                                        </p:attrNameLst>
                                      </p:cBhvr>
                                      <p:tavLst>
                                        <p:tav tm="0">
                                          <p:val>
                                            <p:fltVal val="0"/>
                                          </p:val>
                                        </p:tav>
                                        <p:tav tm="100000">
                                          <p:val>
                                            <p:strVal val="#ppt_w"/>
                                          </p:val>
                                        </p:tav>
                                      </p:tavLst>
                                    </p:anim>
                                    <p:anim calcmode="lin" valueType="num">
                                      <p:cBhvr>
                                        <p:cTn id="25" dur="450" fill="hold"/>
                                        <p:tgtEl>
                                          <p:spTgt spid="10"/>
                                        </p:tgtEl>
                                        <p:attrNameLst>
                                          <p:attrName>ppt_h</p:attrName>
                                        </p:attrNameLst>
                                      </p:cBhvr>
                                      <p:tavLst>
                                        <p:tav tm="0">
                                          <p:val>
                                            <p:fltVal val="0"/>
                                          </p:val>
                                        </p:tav>
                                        <p:tav tm="100000">
                                          <p:val>
                                            <p:strVal val="#ppt_h"/>
                                          </p:val>
                                        </p:tav>
                                      </p:tavLst>
                                    </p:anim>
                                    <p:animEffect transition="in" filter="fade">
                                      <p:cBhvr>
                                        <p:cTn id="26" dur="450"/>
                                        <p:tgtEl>
                                          <p:spTgt spid="10"/>
                                        </p:tgtEl>
                                      </p:cBhvr>
                                    </p:animEffect>
                                  </p:childTnLst>
                                </p:cTn>
                              </p:par>
                              <p:par>
                                <p:cTn id="27" presetID="42" presetClass="entr" presetSubtype="0" fill="hold" grpId="0" nodeType="withEffect">
                                  <p:stCondLst>
                                    <p:cond delay="35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600"/>
                                        <p:tgtEl>
                                          <p:spTgt spid="6"/>
                                        </p:tgtEl>
                                      </p:cBhvr>
                                    </p:animEffect>
                                    <p:anim calcmode="lin" valueType="num">
                                      <p:cBhvr>
                                        <p:cTn id="30" dur="600" fill="hold"/>
                                        <p:tgtEl>
                                          <p:spTgt spid="6"/>
                                        </p:tgtEl>
                                        <p:attrNameLst>
                                          <p:attrName>ppt_x</p:attrName>
                                        </p:attrNameLst>
                                      </p:cBhvr>
                                      <p:tavLst>
                                        <p:tav tm="0">
                                          <p:val>
                                            <p:strVal val="#ppt_x"/>
                                          </p:val>
                                        </p:tav>
                                        <p:tav tm="100000">
                                          <p:val>
                                            <p:strVal val="#ppt_x"/>
                                          </p:val>
                                        </p:tav>
                                      </p:tavLst>
                                    </p:anim>
                                    <p:anim calcmode="lin" valueType="num">
                                      <p:cBhvr>
                                        <p:cTn id="31" dur="600" fill="hold"/>
                                        <p:tgtEl>
                                          <p:spTgt spid="6"/>
                                        </p:tgtEl>
                                        <p:attrNameLst>
                                          <p:attrName>ppt_y</p:attrName>
                                        </p:attrNameLst>
                                      </p:cBhvr>
                                      <p:tavLst>
                                        <p:tav tm="0">
                                          <p:val>
                                            <p:strVal val="#ppt_y+.1"/>
                                          </p:val>
                                        </p:tav>
                                        <p:tav tm="100000">
                                          <p:val>
                                            <p:strVal val="#ppt_y"/>
                                          </p:val>
                                        </p:tav>
                                      </p:tavLst>
                                    </p:anim>
                                  </p:childTnLst>
                                </p:cTn>
                              </p:par>
                              <p:par>
                                <p:cTn id="32" presetID="53" presetClass="entr" presetSubtype="16" fill="hold" grpId="0" nodeType="withEffect">
                                  <p:stCondLst>
                                    <p:cond delay="350"/>
                                  </p:stCondLst>
                                  <p:childTnLst>
                                    <p:set>
                                      <p:cBhvr>
                                        <p:cTn id="33" dur="1" fill="hold">
                                          <p:stCondLst>
                                            <p:cond delay="0"/>
                                          </p:stCondLst>
                                        </p:cTn>
                                        <p:tgtEl>
                                          <p:spTgt spid="11"/>
                                        </p:tgtEl>
                                        <p:attrNameLst>
                                          <p:attrName>style.visibility</p:attrName>
                                        </p:attrNameLst>
                                      </p:cBhvr>
                                      <p:to>
                                        <p:strVal val="visible"/>
                                      </p:to>
                                    </p:set>
                                    <p:anim calcmode="lin" valueType="num">
                                      <p:cBhvr>
                                        <p:cTn id="34" dur="450" fill="hold"/>
                                        <p:tgtEl>
                                          <p:spTgt spid="11"/>
                                        </p:tgtEl>
                                        <p:attrNameLst>
                                          <p:attrName>ppt_w</p:attrName>
                                        </p:attrNameLst>
                                      </p:cBhvr>
                                      <p:tavLst>
                                        <p:tav tm="0">
                                          <p:val>
                                            <p:fltVal val="0"/>
                                          </p:val>
                                        </p:tav>
                                        <p:tav tm="100000">
                                          <p:val>
                                            <p:strVal val="#ppt_w"/>
                                          </p:val>
                                        </p:tav>
                                      </p:tavLst>
                                    </p:anim>
                                    <p:anim calcmode="lin" valueType="num">
                                      <p:cBhvr>
                                        <p:cTn id="35" dur="450" fill="hold"/>
                                        <p:tgtEl>
                                          <p:spTgt spid="11"/>
                                        </p:tgtEl>
                                        <p:attrNameLst>
                                          <p:attrName>ppt_h</p:attrName>
                                        </p:attrNameLst>
                                      </p:cBhvr>
                                      <p:tavLst>
                                        <p:tav tm="0">
                                          <p:val>
                                            <p:fltVal val="0"/>
                                          </p:val>
                                        </p:tav>
                                        <p:tav tm="100000">
                                          <p:val>
                                            <p:strVal val="#ppt_h"/>
                                          </p:val>
                                        </p:tav>
                                      </p:tavLst>
                                    </p:anim>
                                    <p:animEffect transition="in" filter="fade">
                                      <p:cBhvr>
                                        <p:cTn id="36" dur="450"/>
                                        <p:tgtEl>
                                          <p:spTgt spid="11"/>
                                        </p:tgtEl>
                                      </p:cBhvr>
                                    </p:animEffect>
                                  </p:childTnLst>
                                </p:cTn>
                              </p:par>
                              <p:par>
                                <p:cTn id="37" presetID="42" presetClass="entr" presetSubtype="0" fill="hold" grpId="0" nodeType="withEffect">
                                  <p:stCondLst>
                                    <p:cond delay="77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600"/>
                                        <p:tgtEl>
                                          <p:spTgt spid="7"/>
                                        </p:tgtEl>
                                      </p:cBhvr>
                                    </p:animEffect>
                                    <p:anim calcmode="lin" valueType="num">
                                      <p:cBhvr>
                                        <p:cTn id="40" dur="600" fill="hold"/>
                                        <p:tgtEl>
                                          <p:spTgt spid="7"/>
                                        </p:tgtEl>
                                        <p:attrNameLst>
                                          <p:attrName>ppt_x</p:attrName>
                                        </p:attrNameLst>
                                      </p:cBhvr>
                                      <p:tavLst>
                                        <p:tav tm="0">
                                          <p:val>
                                            <p:strVal val="#ppt_x"/>
                                          </p:val>
                                        </p:tav>
                                        <p:tav tm="100000">
                                          <p:val>
                                            <p:strVal val="#ppt_x"/>
                                          </p:val>
                                        </p:tav>
                                      </p:tavLst>
                                    </p:anim>
                                    <p:anim calcmode="lin" valueType="num">
                                      <p:cBhvr>
                                        <p:cTn id="41" dur="600" fill="hold"/>
                                        <p:tgtEl>
                                          <p:spTgt spid="7"/>
                                        </p:tgtEl>
                                        <p:attrNameLst>
                                          <p:attrName>ppt_y</p:attrName>
                                        </p:attrNameLst>
                                      </p:cBhvr>
                                      <p:tavLst>
                                        <p:tav tm="0">
                                          <p:val>
                                            <p:strVal val="#ppt_y+.1"/>
                                          </p:val>
                                        </p:tav>
                                        <p:tav tm="100000">
                                          <p:val>
                                            <p:strVal val="#ppt_y"/>
                                          </p:val>
                                        </p:tav>
                                      </p:tavLst>
                                    </p:anim>
                                  </p:childTnLst>
                                </p:cTn>
                              </p:par>
                              <p:par>
                                <p:cTn id="42" presetID="10" presetClass="entr" presetSubtype="0" fill="hold" grpId="0" nodeType="withEffect">
                                  <p:stCondLst>
                                    <p:cond delay="1190"/>
                                  </p:stCondLst>
                                  <p:childTnLst>
                                    <p:set>
                                      <p:cBhvr>
                                        <p:cTn id="43" dur="1" fill="hold">
                                          <p:stCondLst>
                                            <p:cond delay="0"/>
                                          </p:stCondLst>
                                        </p:cTn>
                                        <p:tgtEl>
                                          <p:spTgt spid="8"/>
                                        </p:tgtEl>
                                        <p:attrNameLst>
                                          <p:attrName>style.visibility</p:attrName>
                                        </p:attrNameLst>
                                      </p:cBhvr>
                                      <p:to>
                                        <p:strVal val="visible"/>
                                      </p:to>
                                    </p:set>
                                    <p:animEffect transition="in" filter="fade">
                                      <p:cBhvr>
                                        <p:cTn id="4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A4A"/>
          </a:solidFill>
          <a:ln w="12700">
            <a:solidFill>
              <a:srgbClr val="1B2A4A"/>
            </a:solidFill>
            <a:prstDash val="solid"/>
          </a:ln>
        </p:spPr>
      </p:sp>
      <p:sp>
        <p:nvSpPr>
          <p:cNvPr id="3" name="Text 1"/>
          <p:cNvSpPr txBox="1"/>
          <p:nvPr/>
        </p:nvSpPr>
        <p:spPr>
          <a:xfrm>
            <a:off x="640080" y="2011680"/>
            <a:ext cx="32004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TODAY</a:t>
            </a:r>
            <a:endParaRPr lang="en-US" sz="1300" dirty="0"/>
          </a:p>
        </p:txBody>
      </p:sp>
      <p:sp>
        <p:nvSpPr>
          <p:cNvPr id="4" name="Text 2"/>
          <p:cNvSpPr txBox="1"/>
          <p:nvPr/>
        </p:nvSpPr>
        <p:spPr>
          <a:xfrm>
            <a:off x="640080" y="2377440"/>
            <a:ext cx="3291840" cy="14630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What I will</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talk about</a:t>
            </a:r>
            <a:endParaRPr lang="en-US" sz="4000" dirty="0"/>
          </a:p>
        </p:txBody>
      </p:sp>
      <p:pic>
        <p:nvPicPr>
          <p:cNvPr id="5" name="a1-zoom" descr="">    </p:cNvPr>
          <p:cNvPicPr>
            <a:picLocks noChangeAspect="1"/>
          </p:cNvPicPr>
          <p:nvPr/>
        </p:nvPicPr>
        <p:blipFill>
          <a:blip r:embed="rId1"/>
          <a:stretch>
            <a:fillRect/>
          </a:stretch>
        </p:blipFill>
        <p:spPr>
          <a:xfrm>
            <a:off x="640080" y="4160520"/>
            <a:ext cx="1188720" cy="1188720"/>
          </a:xfrm>
          <a:prstGeom prst="rect">
            <a:avLst/>
          </a:prstGeom>
        </p:spPr>
      </p:pic>
      <p:sp>
        <p:nvSpPr>
          <p:cNvPr id="6" name="a2-float"/>
          <p:cNvSpPr txBox="1"/>
          <p:nvPr/>
        </p:nvSpPr>
        <p:spPr>
          <a:xfrm>
            <a:off x="4937760" y="731520"/>
            <a:ext cx="658368" cy="658368"/>
          </a:xfrm>
          <a:prstGeom prst="ellipse">
            <a:avLst/>
          </a:prstGeom>
          <a:solidFill>
            <a:srgbClr val="D9973A"/>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01</a:t>
            </a:r>
            <a:endParaRPr lang="en-US" sz="1800" dirty="0"/>
          </a:p>
        </p:txBody>
      </p:sp>
      <p:sp>
        <p:nvSpPr>
          <p:cNvPr id="7" name="a2-float"/>
          <p:cNvSpPr txBox="1"/>
          <p:nvPr/>
        </p:nvSpPr>
        <p:spPr>
          <a:xfrm>
            <a:off x="5897880" y="713232"/>
            <a:ext cx="5669280" cy="384048"/>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About me &amp; my internship</a:t>
            </a:r>
            <a:endParaRPr lang="en-US" sz="2200" dirty="0"/>
          </a:p>
        </p:txBody>
      </p:sp>
      <p:sp>
        <p:nvSpPr>
          <p:cNvPr id="8" name="a2-float"/>
          <p:cNvSpPr txBox="1"/>
          <p:nvPr/>
        </p:nvSpPr>
        <p:spPr>
          <a:xfrm>
            <a:off x="5897880" y="1097280"/>
            <a:ext cx="5669280" cy="292608"/>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Who I am, where, when and why</a:t>
            </a:r>
            <a:endParaRPr lang="en-US" sz="1500" dirty="0"/>
          </a:p>
        </p:txBody>
      </p:sp>
      <p:sp>
        <p:nvSpPr>
          <p:cNvPr id="9" name="a3-float"/>
          <p:cNvSpPr txBox="1"/>
          <p:nvPr/>
        </p:nvSpPr>
        <p:spPr>
          <a:xfrm>
            <a:off x="4937760" y="1673352"/>
            <a:ext cx="658368" cy="658368"/>
          </a:xfrm>
          <a:prstGeom prst="ellipse">
            <a:avLst/>
          </a:prstGeom>
          <a:solidFill>
            <a:srgbClr val="D9973A"/>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02</a:t>
            </a:r>
            <a:endParaRPr lang="en-US" sz="1800" dirty="0"/>
          </a:p>
        </p:txBody>
      </p:sp>
      <p:sp>
        <p:nvSpPr>
          <p:cNvPr id="10" name="a3-float"/>
          <p:cNvSpPr txBox="1"/>
          <p:nvPr/>
        </p:nvSpPr>
        <p:spPr>
          <a:xfrm>
            <a:off x="5897880" y="1655064"/>
            <a:ext cx="5669280" cy="384048"/>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The company</a:t>
            </a:r>
            <a:endParaRPr lang="en-US" sz="2200" dirty="0"/>
          </a:p>
        </p:txBody>
      </p:sp>
      <p:sp>
        <p:nvSpPr>
          <p:cNvPr id="11" name="a3-float"/>
          <p:cNvSpPr txBox="1"/>
          <p:nvPr/>
        </p:nvSpPr>
        <p:spPr>
          <a:xfrm>
            <a:off x="5897880" y="2039112"/>
            <a:ext cx="5669280" cy="292608"/>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Activities, structure and rules</a:t>
            </a:r>
            <a:endParaRPr lang="en-US" sz="1500" dirty="0"/>
          </a:p>
        </p:txBody>
      </p:sp>
      <p:sp>
        <p:nvSpPr>
          <p:cNvPr id="12" name="a4-float"/>
          <p:cNvSpPr txBox="1"/>
          <p:nvPr/>
        </p:nvSpPr>
        <p:spPr>
          <a:xfrm>
            <a:off x="4937760" y="2615184"/>
            <a:ext cx="658368" cy="658368"/>
          </a:xfrm>
          <a:prstGeom prst="ellipse">
            <a:avLst/>
          </a:prstGeom>
          <a:solidFill>
            <a:srgbClr val="D9973A"/>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03</a:t>
            </a:r>
            <a:endParaRPr lang="en-US" sz="1800" dirty="0"/>
          </a:p>
        </p:txBody>
      </p:sp>
      <p:sp>
        <p:nvSpPr>
          <p:cNvPr id="13" name="a4-float"/>
          <p:cNvSpPr txBox="1"/>
          <p:nvPr/>
        </p:nvSpPr>
        <p:spPr>
          <a:xfrm>
            <a:off x="5897880" y="2596896"/>
            <a:ext cx="5669280" cy="384048"/>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Management in practice</a:t>
            </a:r>
            <a:endParaRPr lang="en-US" sz="2200" dirty="0"/>
          </a:p>
        </p:txBody>
      </p:sp>
      <p:sp>
        <p:nvSpPr>
          <p:cNvPr id="14" name="a4-float"/>
          <p:cNvSpPr txBox="1"/>
          <p:nvPr/>
        </p:nvSpPr>
        <p:spPr>
          <a:xfrm>
            <a:off x="5897880" y="2980944"/>
            <a:ext cx="5669280" cy="292608"/>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How the bakery is managed</a:t>
            </a:r>
            <a:endParaRPr lang="en-US" sz="1500" dirty="0"/>
          </a:p>
        </p:txBody>
      </p:sp>
      <p:sp>
        <p:nvSpPr>
          <p:cNvPr id="15" name="a5-float"/>
          <p:cNvSpPr txBox="1"/>
          <p:nvPr/>
        </p:nvSpPr>
        <p:spPr>
          <a:xfrm>
            <a:off x="4937760" y="3557016"/>
            <a:ext cx="658368" cy="658368"/>
          </a:xfrm>
          <a:prstGeom prst="ellipse">
            <a:avLst/>
          </a:prstGeom>
          <a:solidFill>
            <a:srgbClr val="D9973A"/>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04</a:t>
            </a:r>
            <a:endParaRPr lang="en-US" sz="1800" dirty="0"/>
          </a:p>
        </p:txBody>
      </p:sp>
      <p:sp>
        <p:nvSpPr>
          <p:cNvPr id="16" name="a5-float"/>
          <p:cNvSpPr txBox="1"/>
          <p:nvPr/>
        </p:nvSpPr>
        <p:spPr>
          <a:xfrm>
            <a:off x="5897880" y="3538728"/>
            <a:ext cx="5669280" cy="384048"/>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My work</a:t>
            </a:r>
            <a:endParaRPr lang="en-US" sz="2200" dirty="0"/>
          </a:p>
        </p:txBody>
      </p:sp>
      <p:sp>
        <p:nvSpPr>
          <p:cNvPr id="17" name="a5-float"/>
          <p:cNvSpPr txBox="1"/>
          <p:nvPr/>
        </p:nvSpPr>
        <p:spPr>
          <a:xfrm>
            <a:off x="5897880" y="3922776"/>
            <a:ext cx="5669280" cy="292608"/>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Tasks, tools, communication and customers</a:t>
            </a:r>
            <a:endParaRPr lang="en-US" sz="1500" dirty="0"/>
          </a:p>
        </p:txBody>
      </p:sp>
      <p:sp>
        <p:nvSpPr>
          <p:cNvPr id="18" name="a6-float"/>
          <p:cNvSpPr txBox="1"/>
          <p:nvPr/>
        </p:nvSpPr>
        <p:spPr>
          <a:xfrm>
            <a:off x="4937760" y="4498848"/>
            <a:ext cx="658368" cy="658368"/>
          </a:xfrm>
          <a:prstGeom prst="ellipse">
            <a:avLst/>
          </a:prstGeom>
          <a:solidFill>
            <a:srgbClr val="D9973A"/>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05</a:t>
            </a:r>
            <a:endParaRPr lang="en-US" sz="1800" dirty="0"/>
          </a:p>
        </p:txBody>
      </p:sp>
      <p:sp>
        <p:nvSpPr>
          <p:cNvPr id="19" name="a6-float"/>
          <p:cNvSpPr txBox="1"/>
          <p:nvPr/>
        </p:nvSpPr>
        <p:spPr>
          <a:xfrm>
            <a:off x="5897880" y="4480560"/>
            <a:ext cx="5669280" cy="384048"/>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Ideas &amp; results</a:t>
            </a:r>
            <a:endParaRPr lang="en-US" sz="2200" dirty="0"/>
          </a:p>
        </p:txBody>
      </p:sp>
      <p:sp>
        <p:nvSpPr>
          <p:cNvPr id="20" name="a6-float"/>
          <p:cNvSpPr txBox="1"/>
          <p:nvPr/>
        </p:nvSpPr>
        <p:spPr>
          <a:xfrm>
            <a:off x="5897880" y="4864608"/>
            <a:ext cx="5669280" cy="292608"/>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My improvement ideas and my evaluation</a:t>
            </a:r>
            <a:endParaRPr lang="en-US" sz="1500" dirty="0"/>
          </a:p>
        </p:txBody>
      </p:sp>
      <p:sp>
        <p:nvSpPr>
          <p:cNvPr id="21" name="a7-float"/>
          <p:cNvSpPr txBox="1"/>
          <p:nvPr/>
        </p:nvSpPr>
        <p:spPr>
          <a:xfrm>
            <a:off x="4937760" y="5440680"/>
            <a:ext cx="658368" cy="658368"/>
          </a:xfrm>
          <a:prstGeom prst="ellipse">
            <a:avLst/>
          </a:prstGeom>
          <a:solidFill>
            <a:srgbClr val="D9973A"/>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06</a:t>
            </a:r>
            <a:endParaRPr lang="en-US" sz="1800" dirty="0"/>
          </a:p>
        </p:txBody>
      </p:sp>
      <p:sp>
        <p:nvSpPr>
          <p:cNvPr id="22" name="a7-float"/>
          <p:cNvSpPr txBox="1"/>
          <p:nvPr/>
        </p:nvSpPr>
        <p:spPr>
          <a:xfrm>
            <a:off x="5897880" y="5422392"/>
            <a:ext cx="5669280" cy="384048"/>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Conclusion</a:t>
            </a:r>
            <a:endParaRPr lang="en-US" sz="2200" dirty="0"/>
          </a:p>
        </p:txBody>
      </p:sp>
      <p:sp>
        <p:nvSpPr>
          <p:cNvPr id="23" name="a7-float"/>
          <p:cNvSpPr txBox="1"/>
          <p:nvPr/>
        </p:nvSpPr>
        <p:spPr>
          <a:xfrm>
            <a:off x="5897880" y="5806440"/>
            <a:ext cx="5669280" cy="292608"/>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What this experience gave me</a:t>
            </a:r>
            <a:endParaRPr lang="en-US" sz="1500" dirty="0"/>
          </a:p>
        </p:txBody>
      </p:sp>
      <p:sp>
        <p:nvSpPr>
          <p:cNvPr id="24" name="Text 21"/>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2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450" fill="hold"/>
                                        <p:tgtEl>
                                          <p:spTgt spid="5"/>
                                        </p:tgtEl>
                                        <p:attrNameLst>
                                          <p:attrName>ppt_w</p:attrName>
                                        </p:attrNameLst>
                                      </p:cBhvr>
                                      <p:tavLst>
                                        <p:tav tm="0">
                                          <p:val>
                                            <p:fltVal val="0"/>
                                          </p:val>
                                        </p:tav>
                                        <p:tav tm="100000">
                                          <p:val>
                                            <p:strVal val="#ppt_w"/>
                                          </p:val>
                                        </p:tav>
                                      </p:tavLst>
                                    </p:anim>
                                    <p:anim calcmode="lin" valueType="num">
                                      <p:cBhvr>
                                        <p:cTn id="8" dur="450" fill="hold"/>
                                        <p:tgtEl>
                                          <p:spTgt spid="5"/>
                                        </p:tgtEl>
                                        <p:attrNameLst>
                                          <p:attrName>ppt_h</p:attrName>
                                        </p:attrNameLst>
                                      </p:cBhvr>
                                      <p:tavLst>
                                        <p:tav tm="0">
                                          <p:val>
                                            <p:fltVal val="0"/>
                                          </p:val>
                                        </p:tav>
                                        <p:tav tm="100000">
                                          <p:val>
                                            <p:strVal val="#ppt_h"/>
                                          </p:val>
                                        </p:tav>
                                      </p:tavLst>
                                    </p:anim>
                                    <p:animEffect transition="in" filter="fade">
                                      <p:cBhvr>
                                        <p:cTn id="9" dur="450"/>
                                        <p:tgtEl>
                                          <p:spTgt spid="5"/>
                                        </p:tgtEl>
                                      </p:cBhvr>
                                    </p:animEffect>
                                  </p:childTnLst>
                                </p:cTn>
                              </p:par>
                              <p:par>
                                <p:cTn id="10" presetID="42" presetClass="entr" presetSubtype="0" fill="hold" grpId="0" nodeType="withEffect">
                                  <p:stCondLst>
                                    <p:cond delay="31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anim calcmode="lin" valueType="num">
                                      <p:cBhvr>
                                        <p:cTn id="13" dur="600" fill="hold"/>
                                        <p:tgtEl>
                                          <p:spTgt spid="6"/>
                                        </p:tgtEl>
                                        <p:attrNameLst>
                                          <p:attrName>ppt_x</p:attrName>
                                        </p:attrNameLst>
                                      </p:cBhvr>
                                      <p:tavLst>
                                        <p:tav tm="0">
                                          <p:val>
                                            <p:strVal val="#ppt_x"/>
                                          </p:val>
                                        </p:tav>
                                        <p:tav tm="100000">
                                          <p:val>
                                            <p:strVal val="#ppt_x"/>
                                          </p:val>
                                        </p:tav>
                                      </p:tavLst>
                                    </p:anim>
                                    <p:anim calcmode="lin" valueType="num">
                                      <p:cBhvr>
                                        <p:cTn id="14" dur="6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315"/>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00"/>
                                        <p:tgtEl>
                                          <p:spTgt spid="7"/>
                                        </p:tgtEl>
                                      </p:cBhvr>
                                    </p:animEffect>
                                    <p:anim calcmode="lin" valueType="num">
                                      <p:cBhvr>
                                        <p:cTn id="18" dur="600" fill="hold"/>
                                        <p:tgtEl>
                                          <p:spTgt spid="7"/>
                                        </p:tgtEl>
                                        <p:attrNameLst>
                                          <p:attrName>ppt_x</p:attrName>
                                        </p:attrNameLst>
                                      </p:cBhvr>
                                      <p:tavLst>
                                        <p:tav tm="0">
                                          <p:val>
                                            <p:strVal val="#ppt_x"/>
                                          </p:val>
                                        </p:tav>
                                        <p:tav tm="100000">
                                          <p:val>
                                            <p:strVal val="#ppt_x"/>
                                          </p:val>
                                        </p:tav>
                                      </p:tavLst>
                                    </p:anim>
                                    <p:anim calcmode="lin" valueType="num">
                                      <p:cBhvr>
                                        <p:cTn id="19" dur="6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31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fill="hold"/>
                                        <p:tgtEl>
                                          <p:spTgt spid="8"/>
                                        </p:tgtEl>
                                        <p:attrNameLst>
                                          <p:attrName>ppt_x</p:attrName>
                                        </p:attrNameLst>
                                      </p:cBhvr>
                                      <p:tavLst>
                                        <p:tav tm="0">
                                          <p:val>
                                            <p:strVal val="#ppt_x"/>
                                          </p:val>
                                        </p:tav>
                                        <p:tav tm="100000">
                                          <p:val>
                                            <p:strVal val="#ppt_x"/>
                                          </p:val>
                                        </p:tav>
                                      </p:tavLst>
                                    </p:anim>
                                    <p:anim calcmode="lin" valueType="num">
                                      <p:cBhvr>
                                        <p:cTn id="24" dur="6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735"/>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anim calcmode="lin" valueType="num">
                                      <p:cBhvr>
                                        <p:cTn id="28" dur="600" fill="hold"/>
                                        <p:tgtEl>
                                          <p:spTgt spid="9"/>
                                        </p:tgtEl>
                                        <p:attrNameLst>
                                          <p:attrName>ppt_x</p:attrName>
                                        </p:attrNameLst>
                                      </p:cBhvr>
                                      <p:tavLst>
                                        <p:tav tm="0">
                                          <p:val>
                                            <p:strVal val="#ppt_x"/>
                                          </p:val>
                                        </p:tav>
                                        <p:tav tm="100000">
                                          <p:val>
                                            <p:strVal val="#ppt_x"/>
                                          </p:val>
                                        </p:tav>
                                      </p:tavLst>
                                    </p:anim>
                                    <p:anim calcmode="lin" valueType="num">
                                      <p:cBhvr>
                                        <p:cTn id="29" dur="6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735"/>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600"/>
                                        <p:tgtEl>
                                          <p:spTgt spid="10"/>
                                        </p:tgtEl>
                                      </p:cBhvr>
                                    </p:animEffect>
                                    <p:anim calcmode="lin" valueType="num">
                                      <p:cBhvr>
                                        <p:cTn id="33" dur="600" fill="hold"/>
                                        <p:tgtEl>
                                          <p:spTgt spid="10"/>
                                        </p:tgtEl>
                                        <p:attrNameLst>
                                          <p:attrName>ppt_x</p:attrName>
                                        </p:attrNameLst>
                                      </p:cBhvr>
                                      <p:tavLst>
                                        <p:tav tm="0">
                                          <p:val>
                                            <p:strVal val="#ppt_x"/>
                                          </p:val>
                                        </p:tav>
                                        <p:tav tm="100000">
                                          <p:val>
                                            <p:strVal val="#ppt_x"/>
                                          </p:val>
                                        </p:tav>
                                      </p:tavLst>
                                    </p:anim>
                                    <p:anim calcmode="lin" valueType="num">
                                      <p:cBhvr>
                                        <p:cTn id="34" dur="6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735"/>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600"/>
                                        <p:tgtEl>
                                          <p:spTgt spid="11"/>
                                        </p:tgtEl>
                                      </p:cBhvr>
                                    </p:animEffect>
                                    <p:anim calcmode="lin" valueType="num">
                                      <p:cBhvr>
                                        <p:cTn id="38" dur="600" fill="hold"/>
                                        <p:tgtEl>
                                          <p:spTgt spid="11"/>
                                        </p:tgtEl>
                                        <p:attrNameLst>
                                          <p:attrName>ppt_x</p:attrName>
                                        </p:attrNameLst>
                                      </p:cBhvr>
                                      <p:tavLst>
                                        <p:tav tm="0">
                                          <p:val>
                                            <p:strVal val="#ppt_x"/>
                                          </p:val>
                                        </p:tav>
                                        <p:tav tm="100000">
                                          <p:val>
                                            <p:strVal val="#ppt_x"/>
                                          </p:val>
                                        </p:tav>
                                      </p:tavLst>
                                    </p:anim>
                                    <p:anim calcmode="lin" valueType="num">
                                      <p:cBhvr>
                                        <p:cTn id="39" dur="6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1155"/>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p:cTn id="43" dur="600" fill="hold"/>
                                        <p:tgtEl>
                                          <p:spTgt spid="12"/>
                                        </p:tgtEl>
                                        <p:attrNameLst>
                                          <p:attrName>ppt_x</p:attrName>
                                        </p:attrNameLst>
                                      </p:cBhvr>
                                      <p:tavLst>
                                        <p:tav tm="0">
                                          <p:val>
                                            <p:strVal val="#ppt_x"/>
                                          </p:val>
                                        </p:tav>
                                        <p:tav tm="100000">
                                          <p:val>
                                            <p:strVal val="#ppt_x"/>
                                          </p:val>
                                        </p:tav>
                                      </p:tavLst>
                                    </p:anim>
                                    <p:anim calcmode="lin" valueType="num">
                                      <p:cBhvr>
                                        <p:cTn id="44" dur="6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1155"/>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600"/>
                                        <p:tgtEl>
                                          <p:spTgt spid="13"/>
                                        </p:tgtEl>
                                      </p:cBhvr>
                                    </p:animEffect>
                                    <p:anim calcmode="lin" valueType="num">
                                      <p:cBhvr>
                                        <p:cTn id="48" dur="600" fill="hold"/>
                                        <p:tgtEl>
                                          <p:spTgt spid="13"/>
                                        </p:tgtEl>
                                        <p:attrNameLst>
                                          <p:attrName>ppt_x</p:attrName>
                                        </p:attrNameLst>
                                      </p:cBhvr>
                                      <p:tavLst>
                                        <p:tav tm="0">
                                          <p:val>
                                            <p:strVal val="#ppt_x"/>
                                          </p:val>
                                        </p:tav>
                                        <p:tav tm="100000">
                                          <p:val>
                                            <p:strVal val="#ppt_x"/>
                                          </p:val>
                                        </p:tav>
                                      </p:tavLst>
                                    </p:anim>
                                    <p:anim calcmode="lin" valueType="num">
                                      <p:cBhvr>
                                        <p:cTn id="49" dur="6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1155"/>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anim calcmode="lin" valueType="num">
                                      <p:cBhvr>
                                        <p:cTn id="53" dur="600" fill="hold"/>
                                        <p:tgtEl>
                                          <p:spTgt spid="14"/>
                                        </p:tgtEl>
                                        <p:attrNameLst>
                                          <p:attrName>ppt_x</p:attrName>
                                        </p:attrNameLst>
                                      </p:cBhvr>
                                      <p:tavLst>
                                        <p:tav tm="0">
                                          <p:val>
                                            <p:strVal val="#ppt_x"/>
                                          </p:val>
                                        </p:tav>
                                        <p:tav tm="100000">
                                          <p:val>
                                            <p:strVal val="#ppt_x"/>
                                          </p:val>
                                        </p:tav>
                                      </p:tavLst>
                                    </p:anim>
                                    <p:anim calcmode="lin" valueType="num">
                                      <p:cBhvr>
                                        <p:cTn id="54" dur="6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1575"/>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600"/>
                                        <p:tgtEl>
                                          <p:spTgt spid="15"/>
                                        </p:tgtEl>
                                      </p:cBhvr>
                                    </p:animEffect>
                                    <p:anim calcmode="lin" valueType="num">
                                      <p:cBhvr>
                                        <p:cTn id="58" dur="600" fill="hold"/>
                                        <p:tgtEl>
                                          <p:spTgt spid="15"/>
                                        </p:tgtEl>
                                        <p:attrNameLst>
                                          <p:attrName>ppt_x</p:attrName>
                                        </p:attrNameLst>
                                      </p:cBhvr>
                                      <p:tavLst>
                                        <p:tav tm="0">
                                          <p:val>
                                            <p:strVal val="#ppt_x"/>
                                          </p:val>
                                        </p:tav>
                                        <p:tav tm="100000">
                                          <p:val>
                                            <p:strVal val="#ppt_x"/>
                                          </p:val>
                                        </p:tav>
                                      </p:tavLst>
                                    </p:anim>
                                    <p:anim calcmode="lin" valueType="num">
                                      <p:cBhvr>
                                        <p:cTn id="59" dur="6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1575"/>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600"/>
                                        <p:tgtEl>
                                          <p:spTgt spid="16"/>
                                        </p:tgtEl>
                                      </p:cBhvr>
                                    </p:animEffect>
                                    <p:anim calcmode="lin" valueType="num">
                                      <p:cBhvr>
                                        <p:cTn id="63" dur="600" fill="hold"/>
                                        <p:tgtEl>
                                          <p:spTgt spid="16"/>
                                        </p:tgtEl>
                                        <p:attrNameLst>
                                          <p:attrName>ppt_x</p:attrName>
                                        </p:attrNameLst>
                                      </p:cBhvr>
                                      <p:tavLst>
                                        <p:tav tm="0">
                                          <p:val>
                                            <p:strVal val="#ppt_x"/>
                                          </p:val>
                                        </p:tav>
                                        <p:tav tm="100000">
                                          <p:val>
                                            <p:strVal val="#ppt_x"/>
                                          </p:val>
                                        </p:tav>
                                      </p:tavLst>
                                    </p:anim>
                                    <p:anim calcmode="lin" valueType="num">
                                      <p:cBhvr>
                                        <p:cTn id="64" dur="6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1575"/>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600"/>
                                        <p:tgtEl>
                                          <p:spTgt spid="17"/>
                                        </p:tgtEl>
                                      </p:cBhvr>
                                    </p:animEffect>
                                    <p:anim calcmode="lin" valueType="num">
                                      <p:cBhvr>
                                        <p:cTn id="68" dur="600" fill="hold"/>
                                        <p:tgtEl>
                                          <p:spTgt spid="17"/>
                                        </p:tgtEl>
                                        <p:attrNameLst>
                                          <p:attrName>ppt_x</p:attrName>
                                        </p:attrNameLst>
                                      </p:cBhvr>
                                      <p:tavLst>
                                        <p:tav tm="0">
                                          <p:val>
                                            <p:strVal val="#ppt_x"/>
                                          </p:val>
                                        </p:tav>
                                        <p:tav tm="100000">
                                          <p:val>
                                            <p:strVal val="#ppt_x"/>
                                          </p:val>
                                        </p:tav>
                                      </p:tavLst>
                                    </p:anim>
                                    <p:anim calcmode="lin" valueType="num">
                                      <p:cBhvr>
                                        <p:cTn id="69" dur="6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1995"/>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p:tgtEl>
                                          <p:spTgt spid="18"/>
                                        </p:tgtEl>
                                      </p:cBhvr>
                                    </p:animEffect>
                                    <p:anim calcmode="lin" valueType="num">
                                      <p:cBhvr>
                                        <p:cTn id="73" dur="600" fill="hold"/>
                                        <p:tgtEl>
                                          <p:spTgt spid="18"/>
                                        </p:tgtEl>
                                        <p:attrNameLst>
                                          <p:attrName>ppt_x</p:attrName>
                                        </p:attrNameLst>
                                      </p:cBhvr>
                                      <p:tavLst>
                                        <p:tav tm="0">
                                          <p:val>
                                            <p:strVal val="#ppt_x"/>
                                          </p:val>
                                        </p:tav>
                                        <p:tav tm="100000">
                                          <p:val>
                                            <p:strVal val="#ppt_x"/>
                                          </p:val>
                                        </p:tav>
                                      </p:tavLst>
                                    </p:anim>
                                    <p:anim calcmode="lin" valueType="num">
                                      <p:cBhvr>
                                        <p:cTn id="74" dur="6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1995"/>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600"/>
                                        <p:tgtEl>
                                          <p:spTgt spid="19"/>
                                        </p:tgtEl>
                                      </p:cBhvr>
                                    </p:animEffect>
                                    <p:anim calcmode="lin" valueType="num">
                                      <p:cBhvr>
                                        <p:cTn id="78" dur="600" fill="hold"/>
                                        <p:tgtEl>
                                          <p:spTgt spid="19"/>
                                        </p:tgtEl>
                                        <p:attrNameLst>
                                          <p:attrName>ppt_x</p:attrName>
                                        </p:attrNameLst>
                                      </p:cBhvr>
                                      <p:tavLst>
                                        <p:tav tm="0">
                                          <p:val>
                                            <p:strVal val="#ppt_x"/>
                                          </p:val>
                                        </p:tav>
                                        <p:tav tm="100000">
                                          <p:val>
                                            <p:strVal val="#ppt_x"/>
                                          </p:val>
                                        </p:tav>
                                      </p:tavLst>
                                    </p:anim>
                                    <p:anim calcmode="lin" valueType="num">
                                      <p:cBhvr>
                                        <p:cTn id="79" dur="6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1995"/>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600"/>
                                        <p:tgtEl>
                                          <p:spTgt spid="20"/>
                                        </p:tgtEl>
                                      </p:cBhvr>
                                    </p:animEffect>
                                    <p:anim calcmode="lin" valueType="num">
                                      <p:cBhvr>
                                        <p:cTn id="83" dur="600" fill="hold"/>
                                        <p:tgtEl>
                                          <p:spTgt spid="20"/>
                                        </p:tgtEl>
                                        <p:attrNameLst>
                                          <p:attrName>ppt_x</p:attrName>
                                        </p:attrNameLst>
                                      </p:cBhvr>
                                      <p:tavLst>
                                        <p:tav tm="0">
                                          <p:val>
                                            <p:strVal val="#ppt_x"/>
                                          </p:val>
                                        </p:tav>
                                        <p:tav tm="100000">
                                          <p:val>
                                            <p:strVal val="#ppt_x"/>
                                          </p:val>
                                        </p:tav>
                                      </p:tavLst>
                                    </p:anim>
                                    <p:anim calcmode="lin" valueType="num">
                                      <p:cBhvr>
                                        <p:cTn id="84" dur="6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2415"/>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600"/>
                                        <p:tgtEl>
                                          <p:spTgt spid="21"/>
                                        </p:tgtEl>
                                      </p:cBhvr>
                                    </p:animEffect>
                                    <p:anim calcmode="lin" valueType="num">
                                      <p:cBhvr>
                                        <p:cTn id="88" dur="600" fill="hold"/>
                                        <p:tgtEl>
                                          <p:spTgt spid="21"/>
                                        </p:tgtEl>
                                        <p:attrNameLst>
                                          <p:attrName>ppt_x</p:attrName>
                                        </p:attrNameLst>
                                      </p:cBhvr>
                                      <p:tavLst>
                                        <p:tav tm="0">
                                          <p:val>
                                            <p:strVal val="#ppt_x"/>
                                          </p:val>
                                        </p:tav>
                                        <p:tav tm="100000">
                                          <p:val>
                                            <p:strVal val="#ppt_x"/>
                                          </p:val>
                                        </p:tav>
                                      </p:tavLst>
                                    </p:anim>
                                    <p:anim calcmode="lin" valueType="num">
                                      <p:cBhvr>
                                        <p:cTn id="89" dur="6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2415"/>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600"/>
                                        <p:tgtEl>
                                          <p:spTgt spid="22"/>
                                        </p:tgtEl>
                                      </p:cBhvr>
                                    </p:animEffect>
                                    <p:anim calcmode="lin" valueType="num">
                                      <p:cBhvr>
                                        <p:cTn id="93" dur="600" fill="hold"/>
                                        <p:tgtEl>
                                          <p:spTgt spid="22"/>
                                        </p:tgtEl>
                                        <p:attrNameLst>
                                          <p:attrName>ppt_x</p:attrName>
                                        </p:attrNameLst>
                                      </p:cBhvr>
                                      <p:tavLst>
                                        <p:tav tm="0">
                                          <p:val>
                                            <p:strVal val="#ppt_x"/>
                                          </p:val>
                                        </p:tav>
                                        <p:tav tm="100000">
                                          <p:val>
                                            <p:strVal val="#ppt_x"/>
                                          </p:val>
                                        </p:tav>
                                      </p:tavLst>
                                    </p:anim>
                                    <p:anim calcmode="lin" valueType="num">
                                      <p:cBhvr>
                                        <p:cTn id="94" dur="6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2415"/>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600"/>
                                        <p:tgtEl>
                                          <p:spTgt spid="23"/>
                                        </p:tgtEl>
                                      </p:cBhvr>
                                    </p:animEffect>
                                    <p:anim calcmode="lin" valueType="num">
                                      <p:cBhvr>
                                        <p:cTn id="98" dur="600" fill="hold"/>
                                        <p:tgtEl>
                                          <p:spTgt spid="23"/>
                                        </p:tgtEl>
                                        <p:attrNameLst>
                                          <p:attrName>ppt_x</p:attrName>
                                        </p:attrNameLst>
                                      </p:cBhvr>
                                      <p:tavLst>
                                        <p:tav tm="0">
                                          <p:val>
                                            <p:strVal val="#ppt_x"/>
                                          </p:val>
                                        </p:tav>
                                        <p:tav tm="100000">
                                          <p:val>
                                            <p:strVal val="#ppt_x"/>
                                          </p:val>
                                        </p:tav>
                                      </p:tavLst>
                                    </p:anim>
                                    <p:anim calcmode="lin" valueType="num">
                                      <p:cBhvr>
                                        <p:cTn id="99" dur="6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01 · ABOUT ME</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Who am I?</a:t>
            </a:r>
            <a:endParaRPr lang="en-US" sz="3400" dirty="0"/>
          </a:p>
        </p:txBody>
      </p:sp>
      <p:sp>
        <p:nvSpPr>
          <p:cNvPr id="4" name="a1-zoom"/>
          <p:cNvSpPr/>
          <p:nvPr/>
        </p:nvSpPr>
        <p:spPr>
          <a:xfrm>
            <a:off x="1554480" y="1965960"/>
            <a:ext cx="1280160" cy="1280160"/>
          </a:xfrm>
          <a:prstGeom prst="ellipse">
            <a:avLst/>
          </a:prstGeom>
          <a:solidFill>
            <a:srgbClr val="1B2A4A"/>
          </a:solidFill>
          <a:ln w="12700">
            <a:solidFill>
              <a:srgbClr val="1B2A4A"/>
            </a:solidFill>
            <a:prstDash val="solid"/>
          </a:ln>
        </p:spPr>
      </p:sp>
      <p:pic>
        <p:nvPicPr>
          <p:cNvPr id="5" name="a1-zoom" descr="">    </p:cNvPr>
          <p:cNvPicPr>
            <a:picLocks noChangeAspect="1"/>
          </p:cNvPicPr>
          <p:nvPr/>
        </p:nvPicPr>
        <p:blipFill>
          <a:blip r:embed="rId1"/>
          <a:stretch>
            <a:fillRect/>
          </a:stretch>
        </p:blipFill>
        <p:spPr>
          <a:xfrm>
            <a:off x="1861718" y="2273198"/>
            <a:ext cx="665683" cy="665683"/>
          </a:xfrm>
          <a:prstGeom prst="rect">
            <a:avLst/>
          </a:prstGeom>
        </p:spPr>
      </p:pic>
      <p:sp>
        <p:nvSpPr>
          <p:cNvPr id="6" name="a1-zoom"/>
          <p:cNvSpPr txBox="1"/>
          <p:nvPr/>
        </p:nvSpPr>
        <p:spPr>
          <a:xfrm>
            <a:off x="731520" y="3401568"/>
            <a:ext cx="2926080" cy="411480"/>
          </a:xfrm>
          <a:prstGeom prst="rect">
            <a:avLst/>
          </a:prstGeom>
          <a:noFill/>
          <a:ln/>
        </p:spPr>
        <p:txBody>
          <a:bodyPr wrap="square" lIns="0" tIns="0" rIns="0" bIns="0" rtlCol="0" anchor="t"/>
          <a:lstStyle/>
          <a:p>
            <a:pPr algn="ctr" indent="0" marL="0">
              <a:buNone/>
            </a:pPr>
            <a:r>
              <a:rPr lang="en-US" sz="2200" b="1" dirty="0">
                <a:solidFill>
                  <a:srgbClr val="1B2A4A"/>
                </a:solidFill>
                <a:latin typeface="Cambria" pitchFamily="34" charset="0"/>
                <a:ea typeface="Cambria" pitchFamily="34" charset="-122"/>
                <a:cs typeface="Cambria" pitchFamily="34" charset="-120"/>
              </a:rPr>
              <a:t>Algeria</a:t>
            </a:r>
            <a:endParaRPr lang="en-US" sz="2200" dirty="0"/>
          </a:p>
        </p:txBody>
      </p:sp>
      <p:sp>
        <p:nvSpPr>
          <p:cNvPr id="7" name="a1-zoom"/>
          <p:cNvSpPr txBox="1"/>
          <p:nvPr/>
        </p:nvSpPr>
        <p:spPr>
          <a:xfrm>
            <a:off x="731520" y="3813048"/>
            <a:ext cx="2926080" cy="320040"/>
          </a:xfrm>
          <a:prstGeom prst="rect">
            <a:avLst/>
          </a:prstGeom>
          <a:noFill/>
          <a:ln/>
        </p:spPr>
        <p:txBody>
          <a:bodyPr wrap="square" lIns="0" tIns="0" rIns="0" bIns="0" rtlCol="0" anchor="t"/>
          <a:lstStyle/>
          <a:p>
            <a:pPr algn="ctr" indent="0" marL="0">
              <a:buNone/>
            </a:pPr>
            <a:r>
              <a:rPr lang="en-US" sz="1500" dirty="0">
                <a:solidFill>
                  <a:srgbClr val="5B6577"/>
                </a:solidFill>
                <a:latin typeface="Calibri" pitchFamily="34" charset="0"/>
                <a:ea typeface="Calibri" pitchFamily="34" charset="-122"/>
                <a:cs typeface="Calibri" pitchFamily="34" charset="-120"/>
              </a:rPr>
              <a:t>My home country</a:t>
            </a:r>
            <a:endParaRPr lang="en-US" sz="1500" dirty="0"/>
          </a:p>
        </p:txBody>
      </p:sp>
      <p:sp>
        <p:nvSpPr>
          <p:cNvPr id="8" name="a2-wipe"/>
          <p:cNvSpPr/>
          <p:nvPr/>
        </p:nvSpPr>
        <p:spPr>
          <a:xfrm>
            <a:off x="3063240" y="2606040"/>
            <a:ext cx="2167128" cy="0"/>
          </a:xfrm>
          <a:prstGeom prst="line">
            <a:avLst/>
          </a:prstGeom>
          <a:noFill/>
          <a:ln w="31750">
            <a:solidFill>
              <a:srgbClr val="D9973A"/>
            </a:solidFill>
            <a:prstDash val="dash"/>
            <a:tailEnd type="triangle"/>
          </a:ln>
        </p:spPr>
      </p:sp>
      <p:sp>
        <p:nvSpPr>
          <p:cNvPr id="9" name="a3-zoom"/>
          <p:cNvSpPr/>
          <p:nvPr/>
        </p:nvSpPr>
        <p:spPr>
          <a:xfrm>
            <a:off x="5458968" y="1965960"/>
            <a:ext cx="1280160" cy="1280160"/>
          </a:xfrm>
          <a:prstGeom prst="ellipse">
            <a:avLst/>
          </a:prstGeom>
          <a:solidFill>
            <a:srgbClr val="1B2A4A"/>
          </a:solidFill>
          <a:ln w="12700">
            <a:solidFill>
              <a:srgbClr val="1B2A4A"/>
            </a:solidFill>
            <a:prstDash val="solid"/>
          </a:ln>
        </p:spPr>
      </p:sp>
      <p:pic>
        <p:nvPicPr>
          <p:cNvPr id="10" name="a3-zoom" descr="">    </p:cNvPr>
          <p:cNvPicPr>
            <a:picLocks noChangeAspect="1"/>
          </p:cNvPicPr>
          <p:nvPr/>
        </p:nvPicPr>
        <p:blipFill>
          <a:blip r:embed="rId2"/>
          <a:stretch>
            <a:fillRect/>
          </a:stretch>
        </p:blipFill>
        <p:spPr>
          <a:xfrm>
            <a:off x="5766206" y="2273198"/>
            <a:ext cx="665683" cy="665683"/>
          </a:xfrm>
          <a:prstGeom prst="rect">
            <a:avLst/>
          </a:prstGeom>
        </p:spPr>
      </p:pic>
      <p:sp>
        <p:nvSpPr>
          <p:cNvPr id="11" name="a3-zoom"/>
          <p:cNvSpPr txBox="1"/>
          <p:nvPr/>
        </p:nvSpPr>
        <p:spPr>
          <a:xfrm>
            <a:off x="4636008" y="3401568"/>
            <a:ext cx="2926080" cy="411480"/>
          </a:xfrm>
          <a:prstGeom prst="rect">
            <a:avLst/>
          </a:prstGeom>
          <a:noFill/>
          <a:ln/>
        </p:spPr>
        <p:txBody>
          <a:bodyPr wrap="square" lIns="0" tIns="0" rIns="0" bIns="0" rtlCol="0" anchor="t"/>
          <a:lstStyle/>
          <a:p>
            <a:pPr algn="ctr" indent="0" marL="0">
              <a:buNone/>
            </a:pPr>
            <a:r>
              <a:rPr lang="en-US" sz="2200" b="1" dirty="0">
                <a:solidFill>
                  <a:srgbClr val="1B2A4A"/>
                </a:solidFill>
                <a:latin typeface="Cambria" pitchFamily="34" charset="0"/>
                <a:ea typeface="Cambria" pitchFamily="34" charset="-122"/>
                <a:cs typeface="Cambria" pitchFamily="34" charset="-120"/>
              </a:rPr>
              <a:t>Lithuania</a:t>
            </a:r>
            <a:endParaRPr lang="en-US" sz="2200" dirty="0"/>
          </a:p>
        </p:txBody>
      </p:sp>
      <p:sp>
        <p:nvSpPr>
          <p:cNvPr id="12" name="a3-zoom"/>
          <p:cNvSpPr txBox="1"/>
          <p:nvPr/>
        </p:nvSpPr>
        <p:spPr>
          <a:xfrm>
            <a:off x="4636008" y="3813048"/>
            <a:ext cx="2926080" cy="320040"/>
          </a:xfrm>
          <a:prstGeom prst="rect">
            <a:avLst/>
          </a:prstGeom>
          <a:noFill/>
          <a:ln/>
        </p:spPr>
        <p:txBody>
          <a:bodyPr wrap="square" lIns="0" tIns="0" rIns="0" bIns="0" rtlCol="0" anchor="t"/>
          <a:lstStyle/>
          <a:p>
            <a:pPr algn="ctr" indent="0" marL="0">
              <a:buNone/>
            </a:pPr>
            <a:r>
              <a:rPr lang="en-US" sz="1500" dirty="0">
                <a:solidFill>
                  <a:srgbClr val="5B6577"/>
                </a:solidFill>
                <a:latin typeface="Calibri" pitchFamily="34" charset="0"/>
                <a:ea typeface="Calibri" pitchFamily="34" charset="-122"/>
                <a:cs typeface="Calibri" pitchFamily="34" charset="-120"/>
              </a:rPr>
              <a:t>My studies in Klaipėda</a:t>
            </a:r>
            <a:endParaRPr lang="en-US" sz="1500" dirty="0"/>
          </a:p>
        </p:txBody>
      </p:sp>
      <p:sp>
        <p:nvSpPr>
          <p:cNvPr id="13" name="a4-wipe"/>
          <p:cNvSpPr/>
          <p:nvPr/>
        </p:nvSpPr>
        <p:spPr>
          <a:xfrm>
            <a:off x="6967728" y="2606040"/>
            <a:ext cx="2157984" cy="0"/>
          </a:xfrm>
          <a:prstGeom prst="line">
            <a:avLst/>
          </a:prstGeom>
          <a:noFill/>
          <a:ln w="31750">
            <a:solidFill>
              <a:srgbClr val="D9973A"/>
            </a:solidFill>
            <a:prstDash val="dash"/>
            <a:tailEnd type="triangle"/>
          </a:ln>
        </p:spPr>
      </p:sp>
      <p:sp>
        <p:nvSpPr>
          <p:cNvPr id="14" name="a5-zoom"/>
          <p:cNvSpPr/>
          <p:nvPr/>
        </p:nvSpPr>
        <p:spPr>
          <a:xfrm>
            <a:off x="9354312" y="1965960"/>
            <a:ext cx="1280160" cy="1280160"/>
          </a:xfrm>
          <a:prstGeom prst="ellipse">
            <a:avLst/>
          </a:prstGeom>
          <a:solidFill>
            <a:srgbClr val="1B2A4A"/>
          </a:solidFill>
          <a:ln w="12700">
            <a:solidFill>
              <a:srgbClr val="1B2A4A"/>
            </a:solidFill>
            <a:prstDash val="solid"/>
          </a:ln>
        </p:spPr>
      </p:sp>
      <p:pic>
        <p:nvPicPr>
          <p:cNvPr id="15" name="a5-zoom" descr="">    </p:cNvPr>
          <p:cNvPicPr>
            <a:picLocks noChangeAspect="1"/>
          </p:cNvPicPr>
          <p:nvPr/>
        </p:nvPicPr>
        <p:blipFill>
          <a:blip r:embed="rId3"/>
          <a:stretch>
            <a:fillRect/>
          </a:stretch>
        </p:blipFill>
        <p:spPr>
          <a:xfrm>
            <a:off x="9661550" y="2273198"/>
            <a:ext cx="665683" cy="665683"/>
          </a:xfrm>
          <a:prstGeom prst="rect">
            <a:avLst/>
          </a:prstGeom>
        </p:spPr>
      </p:pic>
      <p:sp>
        <p:nvSpPr>
          <p:cNvPr id="16" name="a5-zoom"/>
          <p:cNvSpPr txBox="1"/>
          <p:nvPr/>
        </p:nvSpPr>
        <p:spPr>
          <a:xfrm>
            <a:off x="8531352" y="3401568"/>
            <a:ext cx="2926080" cy="411480"/>
          </a:xfrm>
          <a:prstGeom prst="rect">
            <a:avLst/>
          </a:prstGeom>
          <a:noFill/>
          <a:ln/>
        </p:spPr>
        <p:txBody>
          <a:bodyPr wrap="square" lIns="0" tIns="0" rIns="0" bIns="0" rtlCol="0" anchor="t"/>
          <a:lstStyle/>
          <a:p>
            <a:pPr algn="ctr" indent="0" marL="0">
              <a:buNone/>
            </a:pPr>
            <a:r>
              <a:rPr lang="en-US" sz="2200" b="1" dirty="0">
                <a:solidFill>
                  <a:srgbClr val="1B2A4A"/>
                </a:solidFill>
                <a:latin typeface="Cambria" pitchFamily="34" charset="0"/>
                <a:ea typeface="Cambria" pitchFamily="34" charset="-122"/>
                <a:cs typeface="Cambria" pitchFamily="34" charset="-120"/>
              </a:rPr>
              <a:t>France</a:t>
            </a:r>
            <a:endParaRPr lang="en-US" sz="2200" dirty="0"/>
          </a:p>
        </p:txBody>
      </p:sp>
      <p:sp>
        <p:nvSpPr>
          <p:cNvPr id="17" name="a5-zoom"/>
          <p:cNvSpPr txBox="1"/>
          <p:nvPr/>
        </p:nvSpPr>
        <p:spPr>
          <a:xfrm>
            <a:off x="8531352" y="3813048"/>
            <a:ext cx="2926080" cy="320040"/>
          </a:xfrm>
          <a:prstGeom prst="rect">
            <a:avLst/>
          </a:prstGeom>
          <a:noFill/>
          <a:ln/>
        </p:spPr>
        <p:txBody>
          <a:bodyPr wrap="square" lIns="0" tIns="0" rIns="0" bIns="0" rtlCol="0" anchor="t"/>
          <a:lstStyle/>
          <a:p>
            <a:pPr algn="ctr" indent="0" marL="0">
              <a:buNone/>
            </a:pPr>
            <a:r>
              <a:rPr lang="en-US" sz="1500" dirty="0">
                <a:solidFill>
                  <a:srgbClr val="5B6577"/>
                </a:solidFill>
                <a:latin typeface="Calibri" pitchFamily="34" charset="0"/>
                <a:ea typeface="Calibri" pitchFamily="34" charset="-122"/>
                <a:cs typeface="Calibri" pitchFamily="34" charset="-120"/>
              </a:rPr>
              <a:t>My internship in Creil</a:t>
            </a:r>
            <a:endParaRPr lang="en-US" sz="1500" dirty="0"/>
          </a:p>
        </p:txBody>
      </p:sp>
      <p:sp>
        <p:nvSpPr>
          <p:cNvPr id="18" name="a6-float"/>
          <p:cNvSpPr/>
          <p:nvPr/>
        </p:nvSpPr>
        <p:spPr>
          <a:xfrm>
            <a:off x="640080" y="4526280"/>
            <a:ext cx="3456432" cy="1371600"/>
          </a:xfrm>
          <a:prstGeom prst="roundRect">
            <a:avLst>
              <a:gd name="adj" fmla="val 10000"/>
            </a:avLst>
          </a:prstGeom>
          <a:solidFill>
            <a:srgbClr val="F3F5F9"/>
          </a:solidFill>
          <a:ln w="12700">
            <a:solidFill>
              <a:srgbClr val="F3F5F9"/>
            </a:solidFill>
            <a:prstDash val="solid"/>
          </a:ln>
        </p:spPr>
      </p:sp>
      <p:sp>
        <p:nvSpPr>
          <p:cNvPr id="19" name="a6-float"/>
          <p:cNvSpPr txBox="1"/>
          <p:nvPr/>
        </p:nvSpPr>
        <p:spPr>
          <a:xfrm>
            <a:off x="960120" y="4727448"/>
            <a:ext cx="283464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UNIVERSITY</a:t>
            </a:r>
            <a:endParaRPr lang="en-US" sz="1200" dirty="0"/>
          </a:p>
        </p:txBody>
      </p:sp>
      <p:sp>
        <p:nvSpPr>
          <p:cNvPr id="20" name="a6-float"/>
          <p:cNvSpPr txBox="1"/>
          <p:nvPr/>
        </p:nvSpPr>
        <p:spPr>
          <a:xfrm>
            <a:off x="960120" y="5029200"/>
            <a:ext cx="2834640" cy="685800"/>
          </a:xfrm>
          <a:prstGeom prst="rect">
            <a:avLst/>
          </a:prstGeom>
          <a:noFill/>
          <a:ln/>
        </p:spPr>
        <p:txBody>
          <a:bodyPr wrap="square" lIns="0" tIns="0" rIns="0" bIns="0" rtlCol="0" anchor="t"/>
          <a:lstStyle/>
          <a:p>
            <a:pPr indent="0" marL="0">
              <a:buNone/>
            </a:pPr>
            <a:r>
              <a:rPr lang="en-US" sz="1700" b="1" dirty="0">
                <a:solidFill>
                  <a:srgbClr val="1B2A4A"/>
                </a:solidFill>
                <a:latin typeface="Calibri" pitchFamily="34" charset="0"/>
                <a:ea typeface="Calibri" pitchFamily="34" charset="-122"/>
                <a:cs typeface="Calibri" pitchFamily="34" charset="-120"/>
              </a:rPr>
              <a:t>Klaipėda State University of Applied Sciences</a:t>
            </a:r>
            <a:endParaRPr lang="en-US" sz="1700" dirty="0"/>
          </a:p>
        </p:txBody>
      </p:sp>
      <p:sp>
        <p:nvSpPr>
          <p:cNvPr id="21" name="a7-float"/>
          <p:cNvSpPr/>
          <p:nvPr/>
        </p:nvSpPr>
        <p:spPr>
          <a:xfrm>
            <a:off x="4370832" y="4526280"/>
            <a:ext cx="3456432" cy="1371600"/>
          </a:xfrm>
          <a:prstGeom prst="roundRect">
            <a:avLst>
              <a:gd name="adj" fmla="val 10000"/>
            </a:avLst>
          </a:prstGeom>
          <a:solidFill>
            <a:srgbClr val="F3F5F9"/>
          </a:solidFill>
          <a:ln w="12700">
            <a:solidFill>
              <a:srgbClr val="F3F5F9"/>
            </a:solidFill>
            <a:prstDash val="solid"/>
          </a:ln>
        </p:spPr>
      </p:sp>
      <p:sp>
        <p:nvSpPr>
          <p:cNvPr id="22" name="a7-float"/>
          <p:cNvSpPr txBox="1"/>
          <p:nvPr/>
        </p:nvSpPr>
        <p:spPr>
          <a:xfrm>
            <a:off x="4690872" y="4727448"/>
            <a:ext cx="283464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STUDY PROGRAMME</a:t>
            </a:r>
            <a:endParaRPr lang="en-US" sz="1200" dirty="0"/>
          </a:p>
        </p:txBody>
      </p:sp>
      <p:sp>
        <p:nvSpPr>
          <p:cNvPr id="23" name="a7-float"/>
          <p:cNvSpPr txBox="1"/>
          <p:nvPr/>
        </p:nvSpPr>
        <p:spPr>
          <a:xfrm>
            <a:off x="4690872" y="5029200"/>
            <a:ext cx="2834640" cy="685800"/>
          </a:xfrm>
          <a:prstGeom prst="rect">
            <a:avLst/>
          </a:prstGeom>
          <a:noFill/>
          <a:ln/>
        </p:spPr>
        <p:txBody>
          <a:bodyPr wrap="square" lIns="0" tIns="0" rIns="0" bIns="0" rtlCol="0" anchor="t"/>
          <a:lstStyle/>
          <a:p>
            <a:pPr indent="0" marL="0">
              <a:buNone/>
            </a:pPr>
            <a:r>
              <a:rPr lang="en-US" sz="1700" b="1" dirty="0">
                <a:solidFill>
                  <a:srgbClr val="1B2A4A"/>
                </a:solidFill>
                <a:latin typeface="Calibri" pitchFamily="34" charset="0"/>
                <a:ea typeface="Calibri" pitchFamily="34" charset="-122"/>
                <a:cs typeface="Calibri" pitchFamily="34" charset="-120"/>
              </a:rPr>
              <a:t>Management of Organisations (Bachelor)</a:t>
            </a:r>
            <a:endParaRPr lang="en-US" sz="1700" dirty="0"/>
          </a:p>
        </p:txBody>
      </p:sp>
      <p:sp>
        <p:nvSpPr>
          <p:cNvPr id="24" name="a8-float"/>
          <p:cNvSpPr/>
          <p:nvPr/>
        </p:nvSpPr>
        <p:spPr>
          <a:xfrm>
            <a:off x="8101584" y="4526280"/>
            <a:ext cx="3456432" cy="1371600"/>
          </a:xfrm>
          <a:prstGeom prst="roundRect">
            <a:avLst>
              <a:gd name="adj" fmla="val 10000"/>
            </a:avLst>
          </a:prstGeom>
          <a:solidFill>
            <a:srgbClr val="F3F5F9"/>
          </a:solidFill>
          <a:ln w="12700">
            <a:solidFill>
              <a:srgbClr val="F3F5F9"/>
            </a:solidFill>
            <a:prstDash val="solid"/>
          </a:ln>
        </p:spPr>
      </p:sp>
      <p:sp>
        <p:nvSpPr>
          <p:cNvPr id="25" name="a8-float"/>
          <p:cNvSpPr txBox="1"/>
          <p:nvPr/>
        </p:nvSpPr>
        <p:spPr>
          <a:xfrm>
            <a:off x="8421624" y="4727448"/>
            <a:ext cx="283464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ENGLISH LEVEL</a:t>
            </a:r>
            <a:endParaRPr lang="en-US" sz="1200" dirty="0"/>
          </a:p>
        </p:txBody>
      </p:sp>
      <p:sp>
        <p:nvSpPr>
          <p:cNvPr id="26" name="a8-float"/>
          <p:cNvSpPr txBox="1"/>
          <p:nvPr/>
        </p:nvSpPr>
        <p:spPr>
          <a:xfrm>
            <a:off x="8421624" y="5029200"/>
            <a:ext cx="2834640" cy="685800"/>
          </a:xfrm>
          <a:prstGeom prst="rect">
            <a:avLst/>
          </a:prstGeom>
          <a:noFill/>
          <a:ln/>
        </p:spPr>
        <p:txBody>
          <a:bodyPr wrap="square" lIns="0" tIns="0" rIns="0" bIns="0" rtlCol="0" anchor="t"/>
          <a:lstStyle/>
          <a:p>
            <a:pPr indent="0" marL="0">
              <a:buNone/>
            </a:pPr>
            <a:r>
              <a:rPr lang="en-US" sz="1700" b="1" dirty="0">
                <a:solidFill>
                  <a:srgbClr val="1B2A4A"/>
                </a:solidFill>
                <a:latin typeface="Calibri" pitchFamily="34" charset="0"/>
                <a:ea typeface="Calibri" pitchFamily="34" charset="-122"/>
                <a:cs typeface="Calibri" pitchFamily="34" charset="-120"/>
              </a:rPr>
              <a:t>C1 – advanced</a:t>
            </a:r>
            <a:endParaRPr lang="en-US" sz="1700" dirty="0"/>
          </a:p>
        </p:txBody>
      </p:sp>
      <p:sp>
        <p:nvSpPr>
          <p:cNvPr id="27" name="Text 22"/>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28" name="Text 23"/>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3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450" fill="hold"/>
                                        <p:tgtEl>
                                          <p:spTgt spid="5"/>
                                        </p:tgtEl>
                                        <p:attrNameLst>
                                          <p:attrName>ppt_w</p:attrName>
                                        </p:attrNameLst>
                                      </p:cBhvr>
                                      <p:tavLst>
                                        <p:tav tm="0">
                                          <p:val>
                                            <p:fltVal val="0"/>
                                          </p:val>
                                        </p:tav>
                                        <p:tav tm="100000">
                                          <p:val>
                                            <p:strVal val="#ppt_w"/>
                                          </p:val>
                                        </p:tav>
                                      </p:tavLst>
                                    </p:anim>
                                    <p:anim calcmode="lin" valueType="num">
                                      <p:cBhvr>
                                        <p:cTn id="13" dur="450" fill="hold"/>
                                        <p:tgtEl>
                                          <p:spTgt spid="5"/>
                                        </p:tgtEl>
                                        <p:attrNameLst>
                                          <p:attrName>ppt_h</p:attrName>
                                        </p:attrNameLst>
                                      </p:cBhvr>
                                      <p:tavLst>
                                        <p:tav tm="0">
                                          <p:val>
                                            <p:fltVal val="0"/>
                                          </p:val>
                                        </p:tav>
                                        <p:tav tm="100000">
                                          <p:val>
                                            <p:strVal val="#ppt_h"/>
                                          </p:val>
                                        </p:tav>
                                      </p:tavLst>
                                    </p:anim>
                                    <p:animEffect transition="in" filter="fade">
                                      <p:cBhvr>
                                        <p:cTn id="14" dur="450"/>
                                        <p:tgtEl>
                                          <p:spTgt spid="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450" fill="hold"/>
                                        <p:tgtEl>
                                          <p:spTgt spid="6"/>
                                        </p:tgtEl>
                                        <p:attrNameLst>
                                          <p:attrName>ppt_w</p:attrName>
                                        </p:attrNameLst>
                                      </p:cBhvr>
                                      <p:tavLst>
                                        <p:tav tm="0">
                                          <p:val>
                                            <p:fltVal val="0"/>
                                          </p:val>
                                        </p:tav>
                                        <p:tav tm="100000">
                                          <p:val>
                                            <p:strVal val="#ppt_w"/>
                                          </p:val>
                                        </p:tav>
                                      </p:tavLst>
                                    </p:anim>
                                    <p:anim calcmode="lin" valueType="num">
                                      <p:cBhvr>
                                        <p:cTn id="18" dur="450" fill="hold"/>
                                        <p:tgtEl>
                                          <p:spTgt spid="6"/>
                                        </p:tgtEl>
                                        <p:attrNameLst>
                                          <p:attrName>ppt_h</p:attrName>
                                        </p:attrNameLst>
                                      </p:cBhvr>
                                      <p:tavLst>
                                        <p:tav tm="0">
                                          <p:val>
                                            <p:fltVal val="0"/>
                                          </p:val>
                                        </p:tav>
                                        <p:tav tm="100000">
                                          <p:val>
                                            <p:strVal val="#ppt_h"/>
                                          </p:val>
                                        </p:tav>
                                      </p:tavLst>
                                    </p:anim>
                                    <p:animEffect transition="in" filter="fade">
                                      <p:cBhvr>
                                        <p:cTn id="19" dur="450"/>
                                        <p:tgtEl>
                                          <p:spTgt spid="6"/>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fltVal val="0"/>
                                          </p:val>
                                        </p:tav>
                                        <p:tav tm="100000">
                                          <p:val>
                                            <p:strVal val="#ppt_w"/>
                                          </p:val>
                                        </p:tav>
                                      </p:tavLst>
                                    </p:anim>
                                    <p:anim calcmode="lin" valueType="num">
                                      <p:cBhvr>
                                        <p:cTn id="23" dur="450" fill="hold"/>
                                        <p:tgtEl>
                                          <p:spTgt spid="7"/>
                                        </p:tgtEl>
                                        <p:attrNameLst>
                                          <p:attrName>ppt_h</p:attrName>
                                        </p:attrNameLst>
                                      </p:cBhvr>
                                      <p:tavLst>
                                        <p:tav tm="0">
                                          <p:val>
                                            <p:fltVal val="0"/>
                                          </p:val>
                                        </p:tav>
                                        <p:tav tm="100000">
                                          <p:val>
                                            <p:strVal val="#ppt_h"/>
                                          </p:val>
                                        </p:tav>
                                      </p:tavLst>
                                    </p:anim>
                                    <p:animEffect transition="in" filter="fade">
                                      <p:cBhvr>
                                        <p:cTn id="24" dur="450"/>
                                        <p:tgtEl>
                                          <p:spTgt spid="7"/>
                                        </p:tgtEl>
                                      </p:cBhvr>
                                    </p:animEffect>
                                  </p:childTnLst>
                                </p:cTn>
                              </p:par>
                              <p:par>
                                <p:cTn id="25" presetID="22" presetClass="entr" presetSubtype="8" fill="hold" grpId="0" nodeType="withEffect">
                                  <p:stCondLst>
                                    <p:cond delay="315"/>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50"/>
                                        <p:tgtEl>
                                          <p:spTgt spid="8"/>
                                        </p:tgtEl>
                                      </p:cBhvr>
                                    </p:animEffect>
                                  </p:childTnLst>
                                </p:cTn>
                              </p:par>
                              <p:par>
                                <p:cTn id="28" presetID="53" presetClass="entr" presetSubtype="16" fill="hold" grpId="0" nodeType="withEffect">
                                  <p:stCondLst>
                                    <p:cond delay="70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fltVal val="0"/>
                                          </p:val>
                                        </p:tav>
                                        <p:tav tm="100000">
                                          <p:val>
                                            <p:strVal val="#ppt_w"/>
                                          </p:val>
                                        </p:tav>
                                      </p:tavLst>
                                    </p:anim>
                                    <p:anim calcmode="lin" valueType="num">
                                      <p:cBhvr>
                                        <p:cTn id="31" dur="450" fill="hold"/>
                                        <p:tgtEl>
                                          <p:spTgt spid="9"/>
                                        </p:tgtEl>
                                        <p:attrNameLst>
                                          <p:attrName>ppt_h</p:attrName>
                                        </p:attrNameLst>
                                      </p:cBhvr>
                                      <p:tavLst>
                                        <p:tav tm="0">
                                          <p:val>
                                            <p:fltVal val="0"/>
                                          </p:val>
                                        </p:tav>
                                        <p:tav tm="100000">
                                          <p:val>
                                            <p:strVal val="#ppt_h"/>
                                          </p:val>
                                        </p:tav>
                                      </p:tavLst>
                                    </p:anim>
                                    <p:animEffect transition="in" filter="fade">
                                      <p:cBhvr>
                                        <p:cTn id="32" dur="450"/>
                                        <p:tgtEl>
                                          <p:spTgt spid="9"/>
                                        </p:tgtEl>
                                      </p:cBhvr>
                                    </p:animEffect>
                                  </p:childTnLst>
                                </p:cTn>
                              </p:par>
                              <p:par>
                                <p:cTn id="33" presetID="53" presetClass="entr" presetSubtype="16" fill="hold" grpId="0" nodeType="withEffect">
                                  <p:stCondLst>
                                    <p:cond delay="700"/>
                                  </p:stCondLst>
                                  <p:childTnLst>
                                    <p:set>
                                      <p:cBhvr>
                                        <p:cTn id="34" dur="1" fill="hold">
                                          <p:stCondLst>
                                            <p:cond delay="0"/>
                                          </p:stCondLst>
                                        </p:cTn>
                                        <p:tgtEl>
                                          <p:spTgt spid="10"/>
                                        </p:tgtEl>
                                        <p:attrNameLst>
                                          <p:attrName>style.visibility</p:attrName>
                                        </p:attrNameLst>
                                      </p:cBhvr>
                                      <p:to>
                                        <p:strVal val="visible"/>
                                      </p:to>
                                    </p:set>
                                    <p:anim calcmode="lin" valueType="num">
                                      <p:cBhvr>
                                        <p:cTn id="35" dur="450" fill="hold"/>
                                        <p:tgtEl>
                                          <p:spTgt spid="10"/>
                                        </p:tgtEl>
                                        <p:attrNameLst>
                                          <p:attrName>ppt_w</p:attrName>
                                        </p:attrNameLst>
                                      </p:cBhvr>
                                      <p:tavLst>
                                        <p:tav tm="0">
                                          <p:val>
                                            <p:fltVal val="0"/>
                                          </p:val>
                                        </p:tav>
                                        <p:tav tm="100000">
                                          <p:val>
                                            <p:strVal val="#ppt_w"/>
                                          </p:val>
                                        </p:tav>
                                      </p:tavLst>
                                    </p:anim>
                                    <p:anim calcmode="lin" valueType="num">
                                      <p:cBhvr>
                                        <p:cTn id="36" dur="450" fill="hold"/>
                                        <p:tgtEl>
                                          <p:spTgt spid="10"/>
                                        </p:tgtEl>
                                        <p:attrNameLst>
                                          <p:attrName>ppt_h</p:attrName>
                                        </p:attrNameLst>
                                      </p:cBhvr>
                                      <p:tavLst>
                                        <p:tav tm="0">
                                          <p:val>
                                            <p:fltVal val="0"/>
                                          </p:val>
                                        </p:tav>
                                        <p:tav tm="100000">
                                          <p:val>
                                            <p:strVal val="#ppt_h"/>
                                          </p:val>
                                        </p:tav>
                                      </p:tavLst>
                                    </p:anim>
                                    <p:animEffect transition="in" filter="fade">
                                      <p:cBhvr>
                                        <p:cTn id="37" dur="450"/>
                                        <p:tgtEl>
                                          <p:spTgt spid="10"/>
                                        </p:tgtEl>
                                      </p:cBhvr>
                                    </p:animEffect>
                                  </p:childTnLst>
                                </p:cTn>
                              </p:par>
                              <p:par>
                                <p:cTn id="38" presetID="53" presetClass="entr" presetSubtype="16" fill="hold" grpId="0" nodeType="withEffect">
                                  <p:stCondLst>
                                    <p:cond delay="700"/>
                                  </p:stCondLst>
                                  <p:childTnLst>
                                    <p:set>
                                      <p:cBhvr>
                                        <p:cTn id="39" dur="1" fill="hold">
                                          <p:stCondLst>
                                            <p:cond delay="0"/>
                                          </p:stCondLst>
                                        </p:cTn>
                                        <p:tgtEl>
                                          <p:spTgt spid="11"/>
                                        </p:tgtEl>
                                        <p:attrNameLst>
                                          <p:attrName>style.visibility</p:attrName>
                                        </p:attrNameLst>
                                      </p:cBhvr>
                                      <p:to>
                                        <p:strVal val="visible"/>
                                      </p:to>
                                    </p:set>
                                    <p:anim calcmode="lin" valueType="num">
                                      <p:cBhvr>
                                        <p:cTn id="40" dur="450" fill="hold"/>
                                        <p:tgtEl>
                                          <p:spTgt spid="11"/>
                                        </p:tgtEl>
                                        <p:attrNameLst>
                                          <p:attrName>ppt_w</p:attrName>
                                        </p:attrNameLst>
                                      </p:cBhvr>
                                      <p:tavLst>
                                        <p:tav tm="0">
                                          <p:val>
                                            <p:fltVal val="0"/>
                                          </p:val>
                                        </p:tav>
                                        <p:tav tm="100000">
                                          <p:val>
                                            <p:strVal val="#ppt_w"/>
                                          </p:val>
                                        </p:tav>
                                      </p:tavLst>
                                    </p:anim>
                                    <p:anim calcmode="lin" valueType="num">
                                      <p:cBhvr>
                                        <p:cTn id="41" dur="450" fill="hold"/>
                                        <p:tgtEl>
                                          <p:spTgt spid="11"/>
                                        </p:tgtEl>
                                        <p:attrNameLst>
                                          <p:attrName>ppt_h</p:attrName>
                                        </p:attrNameLst>
                                      </p:cBhvr>
                                      <p:tavLst>
                                        <p:tav tm="0">
                                          <p:val>
                                            <p:fltVal val="0"/>
                                          </p:val>
                                        </p:tav>
                                        <p:tav tm="100000">
                                          <p:val>
                                            <p:strVal val="#ppt_h"/>
                                          </p:val>
                                        </p:tav>
                                      </p:tavLst>
                                    </p:anim>
                                    <p:animEffect transition="in" filter="fade">
                                      <p:cBhvr>
                                        <p:cTn id="42" dur="450"/>
                                        <p:tgtEl>
                                          <p:spTgt spid="11"/>
                                        </p:tgtEl>
                                      </p:cBhvr>
                                    </p:animEffect>
                                  </p:childTnLst>
                                </p:cTn>
                              </p:par>
                              <p:par>
                                <p:cTn id="43" presetID="53" presetClass="entr" presetSubtype="16" fill="hold" grpId="0" nodeType="withEffect">
                                  <p:stCondLst>
                                    <p:cond delay="700"/>
                                  </p:stCondLst>
                                  <p:childTnLst>
                                    <p:set>
                                      <p:cBhvr>
                                        <p:cTn id="44" dur="1" fill="hold">
                                          <p:stCondLst>
                                            <p:cond delay="0"/>
                                          </p:stCondLst>
                                        </p:cTn>
                                        <p:tgtEl>
                                          <p:spTgt spid="12"/>
                                        </p:tgtEl>
                                        <p:attrNameLst>
                                          <p:attrName>style.visibility</p:attrName>
                                        </p:attrNameLst>
                                      </p:cBhvr>
                                      <p:to>
                                        <p:strVal val="visible"/>
                                      </p:to>
                                    </p:set>
                                    <p:anim calcmode="lin" valueType="num">
                                      <p:cBhvr>
                                        <p:cTn id="45" dur="450" fill="hold"/>
                                        <p:tgtEl>
                                          <p:spTgt spid="12"/>
                                        </p:tgtEl>
                                        <p:attrNameLst>
                                          <p:attrName>ppt_w</p:attrName>
                                        </p:attrNameLst>
                                      </p:cBhvr>
                                      <p:tavLst>
                                        <p:tav tm="0">
                                          <p:val>
                                            <p:fltVal val="0"/>
                                          </p:val>
                                        </p:tav>
                                        <p:tav tm="100000">
                                          <p:val>
                                            <p:strVal val="#ppt_w"/>
                                          </p:val>
                                        </p:tav>
                                      </p:tavLst>
                                    </p:anim>
                                    <p:anim calcmode="lin" valueType="num">
                                      <p:cBhvr>
                                        <p:cTn id="46" dur="450" fill="hold"/>
                                        <p:tgtEl>
                                          <p:spTgt spid="12"/>
                                        </p:tgtEl>
                                        <p:attrNameLst>
                                          <p:attrName>ppt_h</p:attrName>
                                        </p:attrNameLst>
                                      </p:cBhvr>
                                      <p:tavLst>
                                        <p:tav tm="0">
                                          <p:val>
                                            <p:fltVal val="0"/>
                                          </p:val>
                                        </p:tav>
                                        <p:tav tm="100000">
                                          <p:val>
                                            <p:strVal val="#ppt_h"/>
                                          </p:val>
                                        </p:tav>
                                      </p:tavLst>
                                    </p:anim>
                                    <p:animEffect transition="in" filter="fade">
                                      <p:cBhvr>
                                        <p:cTn id="47" dur="450"/>
                                        <p:tgtEl>
                                          <p:spTgt spid="12"/>
                                        </p:tgtEl>
                                      </p:cBhvr>
                                    </p:animEffect>
                                  </p:childTnLst>
                                </p:cTn>
                              </p:par>
                              <p:par>
                                <p:cTn id="48" presetID="22" presetClass="entr" presetSubtype="8" fill="hold" grpId="0" nodeType="withEffect">
                                  <p:stCondLst>
                                    <p:cond delay="1015"/>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50"/>
                                        <p:tgtEl>
                                          <p:spTgt spid="13"/>
                                        </p:tgtEl>
                                      </p:cBhvr>
                                    </p:animEffect>
                                  </p:childTnLst>
                                </p:cTn>
                              </p:par>
                              <p:par>
                                <p:cTn id="51" presetID="53" presetClass="entr" presetSubtype="16" fill="hold" grpId="0" nodeType="withEffect">
                                  <p:stCondLst>
                                    <p:cond delay="1400"/>
                                  </p:stCondLst>
                                  <p:childTnLst>
                                    <p:set>
                                      <p:cBhvr>
                                        <p:cTn id="52" dur="1" fill="hold">
                                          <p:stCondLst>
                                            <p:cond delay="0"/>
                                          </p:stCondLst>
                                        </p:cTn>
                                        <p:tgtEl>
                                          <p:spTgt spid="14"/>
                                        </p:tgtEl>
                                        <p:attrNameLst>
                                          <p:attrName>style.visibility</p:attrName>
                                        </p:attrNameLst>
                                      </p:cBhvr>
                                      <p:to>
                                        <p:strVal val="visible"/>
                                      </p:to>
                                    </p:set>
                                    <p:anim calcmode="lin" valueType="num">
                                      <p:cBhvr>
                                        <p:cTn id="53" dur="450" fill="hold"/>
                                        <p:tgtEl>
                                          <p:spTgt spid="14"/>
                                        </p:tgtEl>
                                        <p:attrNameLst>
                                          <p:attrName>ppt_w</p:attrName>
                                        </p:attrNameLst>
                                      </p:cBhvr>
                                      <p:tavLst>
                                        <p:tav tm="0">
                                          <p:val>
                                            <p:fltVal val="0"/>
                                          </p:val>
                                        </p:tav>
                                        <p:tav tm="100000">
                                          <p:val>
                                            <p:strVal val="#ppt_w"/>
                                          </p:val>
                                        </p:tav>
                                      </p:tavLst>
                                    </p:anim>
                                    <p:anim calcmode="lin" valueType="num">
                                      <p:cBhvr>
                                        <p:cTn id="54" dur="450" fill="hold"/>
                                        <p:tgtEl>
                                          <p:spTgt spid="14"/>
                                        </p:tgtEl>
                                        <p:attrNameLst>
                                          <p:attrName>ppt_h</p:attrName>
                                        </p:attrNameLst>
                                      </p:cBhvr>
                                      <p:tavLst>
                                        <p:tav tm="0">
                                          <p:val>
                                            <p:fltVal val="0"/>
                                          </p:val>
                                        </p:tav>
                                        <p:tav tm="100000">
                                          <p:val>
                                            <p:strVal val="#ppt_h"/>
                                          </p:val>
                                        </p:tav>
                                      </p:tavLst>
                                    </p:anim>
                                    <p:animEffect transition="in" filter="fade">
                                      <p:cBhvr>
                                        <p:cTn id="55" dur="450"/>
                                        <p:tgtEl>
                                          <p:spTgt spid="14"/>
                                        </p:tgtEl>
                                      </p:cBhvr>
                                    </p:animEffect>
                                  </p:childTnLst>
                                </p:cTn>
                              </p:par>
                              <p:par>
                                <p:cTn id="56" presetID="53" presetClass="entr" presetSubtype="16" fill="hold" grpId="0" nodeType="withEffect">
                                  <p:stCondLst>
                                    <p:cond delay="1400"/>
                                  </p:stCondLst>
                                  <p:childTnLst>
                                    <p:set>
                                      <p:cBhvr>
                                        <p:cTn id="57" dur="1" fill="hold">
                                          <p:stCondLst>
                                            <p:cond delay="0"/>
                                          </p:stCondLst>
                                        </p:cTn>
                                        <p:tgtEl>
                                          <p:spTgt spid="15"/>
                                        </p:tgtEl>
                                        <p:attrNameLst>
                                          <p:attrName>style.visibility</p:attrName>
                                        </p:attrNameLst>
                                      </p:cBhvr>
                                      <p:to>
                                        <p:strVal val="visible"/>
                                      </p:to>
                                    </p:set>
                                    <p:anim calcmode="lin" valueType="num">
                                      <p:cBhvr>
                                        <p:cTn id="58" dur="450" fill="hold"/>
                                        <p:tgtEl>
                                          <p:spTgt spid="15"/>
                                        </p:tgtEl>
                                        <p:attrNameLst>
                                          <p:attrName>ppt_w</p:attrName>
                                        </p:attrNameLst>
                                      </p:cBhvr>
                                      <p:tavLst>
                                        <p:tav tm="0">
                                          <p:val>
                                            <p:fltVal val="0"/>
                                          </p:val>
                                        </p:tav>
                                        <p:tav tm="100000">
                                          <p:val>
                                            <p:strVal val="#ppt_w"/>
                                          </p:val>
                                        </p:tav>
                                      </p:tavLst>
                                    </p:anim>
                                    <p:anim calcmode="lin" valueType="num">
                                      <p:cBhvr>
                                        <p:cTn id="59" dur="450" fill="hold"/>
                                        <p:tgtEl>
                                          <p:spTgt spid="15"/>
                                        </p:tgtEl>
                                        <p:attrNameLst>
                                          <p:attrName>ppt_h</p:attrName>
                                        </p:attrNameLst>
                                      </p:cBhvr>
                                      <p:tavLst>
                                        <p:tav tm="0">
                                          <p:val>
                                            <p:fltVal val="0"/>
                                          </p:val>
                                        </p:tav>
                                        <p:tav tm="100000">
                                          <p:val>
                                            <p:strVal val="#ppt_h"/>
                                          </p:val>
                                        </p:tav>
                                      </p:tavLst>
                                    </p:anim>
                                    <p:animEffect transition="in" filter="fade">
                                      <p:cBhvr>
                                        <p:cTn id="60" dur="450"/>
                                        <p:tgtEl>
                                          <p:spTgt spid="15"/>
                                        </p:tgtEl>
                                      </p:cBhvr>
                                    </p:animEffect>
                                  </p:childTnLst>
                                </p:cTn>
                              </p:par>
                              <p:par>
                                <p:cTn id="61" presetID="53" presetClass="entr" presetSubtype="16" fill="hold" grpId="0" nodeType="withEffect">
                                  <p:stCondLst>
                                    <p:cond delay="1400"/>
                                  </p:stCondLst>
                                  <p:childTnLst>
                                    <p:set>
                                      <p:cBhvr>
                                        <p:cTn id="62" dur="1" fill="hold">
                                          <p:stCondLst>
                                            <p:cond delay="0"/>
                                          </p:stCondLst>
                                        </p:cTn>
                                        <p:tgtEl>
                                          <p:spTgt spid="16"/>
                                        </p:tgtEl>
                                        <p:attrNameLst>
                                          <p:attrName>style.visibility</p:attrName>
                                        </p:attrNameLst>
                                      </p:cBhvr>
                                      <p:to>
                                        <p:strVal val="visible"/>
                                      </p:to>
                                    </p:set>
                                    <p:anim calcmode="lin" valueType="num">
                                      <p:cBhvr>
                                        <p:cTn id="63" dur="450" fill="hold"/>
                                        <p:tgtEl>
                                          <p:spTgt spid="16"/>
                                        </p:tgtEl>
                                        <p:attrNameLst>
                                          <p:attrName>ppt_w</p:attrName>
                                        </p:attrNameLst>
                                      </p:cBhvr>
                                      <p:tavLst>
                                        <p:tav tm="0">
                                          <p:val>
                                            <p:fltVal val="0"/>
                                          </p:val>
                                        </p:tav>
                                        <p:tav tm="100000">
                                          <p:val>
                                            <p:strVal val="#ppt_w"/>
                                          </p:val>
                                        </p:tav>
                                      </p:tavLst>
                                    </p:anim>
                                    <p:anim calcmode="lin" valueType="num">
                                      <p:cBhvr>
                                        <p:cTn id="64" dur="450" fill="hold"/>
                                        <p:tgtEl>
                                          <p:spTgt spid="16"/>
                                        </p:tgtEl>
                                        <p:attrNameLst>
                                          <p:attrName>ppt_h</p:attrName>
                                        </p:attrNameLst>
                                      </p:cBhvr>
                                      <p:tavLst>
                                        <p:tav tm="0">
                                          <p:val>
                                            <p:fltVal val="0"/>
                                          </p:val>
                                        </p:tav>
                                        <p:tav tm="100000">
                                          <p:val>
                                            <p:strVal val="#ppt_h"/>
                                          </p:val>
                                        </p:tav>
                                      </p:tavLst>
                                    </p:anim>
                                    <p:animEffect transition="in" filter="fade">
                                      <p:cBhvr>
                                        <p:cTn id="65" dur="450"/>
                                        <p:tgtEl>
                                          <p:spTgt spid="16"/>
                                        </p:tgtEl>
                                      </p:cBhvr>
                                    </p:animEffect>
                                  </p:childTnLst>
                                </p:cTn>
                              </p:par>
                              <p:par>
                                <p:cTn id="66" presetID="53" presetClass="entr" presetSubtype="16" fill="hold" grpId="0" nodeType="withEffect">
                                  <p:stCondLst>
                                    <p:cond delay="1400"/>
                                  </p:stCondLst>
                                  <p:childTnLst>
                                    <p:set>
                                      <p:cBhvr>
                                        <p:cTn id="67" dur="1" fill="hold">
                                          <p:stCondLst>
                                            <p:cond delay="0"/>
                                          </p:stCondLst>
                                        </p:cTn>
                                        <p:tgtEl>
                                          <p:spTgt spid="17"/>
                                        </p:tgtEl>
                                        <p:attrNameLst>
                                          <p:attrName>style.visibility</p:attrName>
                                        </p:attrNameLst>
                                      </p:cBhvr>
                                      <p:to>
                                        <p:strVal val="visible"/>
                                      </p:to>
                                    </p:set>
                                    <p:anim calcmode="lin" valueType="num">
                                      <p:cBhvr>
                                        <p:cTn id="68" dur="450" fill="hold"/>
                                        <p:tgtEl>
                                          <p:spTgt spid="17"/>
                                        </p:tgtEl>
                                        <p:attrNameLst>
                                          <p:attrName>ppt_w</p:attrName>
                                        </p:attrNameLst>
                                      </p:cBhvr>
                                      <p:tavLst>
                                        <p:tav tm="0">
                                          <p:val>
                                            <p:fltVal val="0"/>
                                          </p:val>
                                        </p:tav>
                                        <p:tav tm="100000">
                                          <p:val>
                                            <p:strVal val="#ppt_w"/>
                                          </p:val>
                                        </p:tav>
                                      </p:tavLst>
                                    </p:anim>
                                    <p:anim calcmode="lin" valueType="num">
                                      <p:cBhvr>
                                        <p:cTn id="69" dur="450" fill="hold"/>
                                        <p:tgtEl>
                                          <p:spTgt spid="17"/>
                                        </p:tgtEl>
                                        <p:attrNameLst>
                                          <p:attrName>ppt_h</p:attrName>
                                        </p:attrNameLst>
                                      </p:cBhvr>
                                      <p:tavLst>
                                        <p:tav tm="0">
                                          <p:val>
                                            <p:fltVal val="0"/>
                                          </p:val>
                                        </p:tav>
                                        <p:tav tm="100000">
                                          <p:val>
                                            <p:strVal val="#ppt_h"/>
                                          </p:val>
                                        </p:tav>
                                      </p:tavLst>
                                    </p:anim>
                                    <p:animEffect transition="in" filter="fade">
                                      <p:cBhvr>
                                        <p:cTn id="70" dur="450"/>
                                        <p:tgtEl>
                                          <p:spTgt spid="17"/>
                                        </p:tgtEl>
                                      </p:cBhvr>
                                    </p:animEffect>
                                  </p:childTnLst>
                                </p:cTn>
                              </p:par>
                              <p:par>
                                <p:cTn id="71" presetID="42" presetClass="entr" presetSubtype="0" fill="hold" grpId="0" nodeType="withEffect">
                                  <p:stCondLst>
                                    <p:cond delay="1715"/>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600"/>
                                        <p:tgtEl>
                                          <p:spTgt spid="18"/>
                                        </p:tgtEl>
                                      </p:cBhvr>
                                    </p:animEffect>
                                    <p:anim calcmode="lin" valueType="num">
                                      <p:cBhvr>
                                        <p:cTn id="74" dur="600" fill="hold"/>
                                        <p:tgtEl>
                                          <p:spTgt spid="18"/>
                                        </p:tgtEl>
                                        <p:attrNameLst>
                                          <p:attrName>ppt_x</p:attrName>
                                        </p:attrNameLst>
                                      </p:cBhvr>
                                      <p:tavLst>
                                        <p:tav tm="0">
                                          <p:val>
                                            <p:strVal val="#ppt_x"/>
                                          </p:val>
                                        </p:tav>
                                        <p:tav tm="100000">
                                          <p:val>
                                            <p:strVal val="#ppt_x"/>
                                          </p:val>
                                        </p:tav>
                                      </p:tavLst>
                                    </p:anim>
                                    <p:anim calcmode="lin" valueType="num">
                                      <p:cBhvr>
                                        <p:cTn id="75" dur="600" fill="hold"/>
                                        <p:tgtEl>
                                          <p:spTgt spid="18"/>
                                        </p:tgtEl>
                                        <p:attrNameLst>
                                          <p:attrName>ppt_y</p:attrName>
                                        </p:attrNameLst>
                                      </p:cBhvr>
                                      <p:tavLst>
                                        <p:tav tm="0">
                                          <p:val>
                                            <p:strVal val="#ppt_y+.1"/>
                                          </p:val>
                                        </p:tav>
                                        <p:tav tm="100000">
                                          <p:val>
                                            <p:strVal val="#ppt_y"/>
                                          </p:val>
                                        </p:tav>
                                      </p:tavLst>
                                    </p:anim>
                                  </p:childTnLst>
                                </p:cTn>
                              </p:par>
                              <p:par>
                                <p:cTn id="76" presetID="42" presetClass="entr" presetSubtype="0" fill="hold" grpId="0" nodeType="withEffect">
                                  <p:stCondLst>
                                    <p:cond delay="1715"/>
                                  </p:stCondLst>
                                  <p:childTnLst>
                                    <p:set>
                                      <p:cBhvr>
                                        <p:cTn id="77" dur="1" fill="hold">
                                          <p:stCondLst>
                                            <p:cond delay="0"/>
                                          </p:stCondLst>
                                        </p:cTn>
                                        <p:tgtEl>
                                          <p:spTgt spid="19"/>
                                        </p:tgtEl>
                                        <p:attrNameLst>
                                          <p:attrName>style.visibility</p:attrName>
                                        </p:attrNameLst>
                                      </p:cBhvr>
                                      <p:to>
                                        <p:strVal val="visible"/>
                                      </p:to>
                                    </p:set>
                                    <p:animEffect transition="in" filter="fade">
                                      <p:cBhvr>
                                        <p:cTn id="78" dur="600"/>
                                        <p:tgtEl>
                                          <p:spTgt spid="19"/>
                                        </p:tgtEl>
                                      </p:cBhvr>
                                    </p:animEffect>
                                    <p:anim calcmode="lin" valueType="num">
                                      <p:cBhvr>
                                        <p:cTn id="79" dur="600" fill="hold"/>
                                        <p:tgtEl>
                                          <p:spTgt spid="19"/>
                                        </p:tgtEl>
                                        <p:attrNameLst>
                                          <p:attrName>ppt_x</p:attrName>
                                        </p:attrNameLst>
                                      </p:cBhvr>
                                      <p:tavLst>
                                        <p:tav tm="0">
                                          <p:val>
                                            <p:strVal val="#ppt_x"/>
                                          </p:val>
                                        </p:tav>
                                        <p:tav tm="100000">
                                          <p:val>
                                            <p:strVal val="#ppt_x"/>
                                          </p:val>
                                        </p:tav>
                                      </p:tavLst>
                                    </p:anim>
                                    <p:anim calcmode="lin" valueType="num">
                                      <p:cBhvr>
                                        <p:cTn id="80" dur="600" fill="hold"/>
                                        <p:tgtEl>
                                          <p:spTgt spid="19"/>
                                        </p:tgtEl>
                                        <p:attrNameLst>
                                          <p:attrName>ppt_y</p:attrName>
                                        </p:attrNameLst>
                                      </p:cBhvr>
                                      <p:tavLst>
                                        <p:tav tm="0">
                                          <p:val>
                                            <p:strVal val="#ppt_y+.1"/>
                                          </p:val>
                                        </p:tav>
                                        <p:tav tm="100000">
                                          <p:val>
                                            <p:strVal val="#ppt_y"/>
                                          </p:val>
                                        </p:tav>
                                      </p:tavLst>
                                    </p:anim>
                                  </p:childTnLst>
                                </p:cTn>
                              </p:par>
                              <p:par>
                                <p:cTn id="81" presetID="42" presetClass="entr" presetSubtype="0" fill="hold" grpId="0" nodeType="withEffect">
                                  <p:stCondLst>
                                    <p:cond delay="1715"/>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600"/>
                                        <p:tgtEl>
                                          <p:spTgt spid="20"/>
                                        </p:tgtEl>
                                      </p:cBhvr>
                                    </p:animEffect>
                                    <p:anim calcmode="lin" valueType="num">
                                      <p:cBhvr>
                                        <p:cTn id="84" dur="600" fill="hold"/>
                                        <p:tgtEl>
                                          <p:spTgt spid="20"/>
                                        </p:tgtEl>
                                        <p:attrNameLst>
                                          <p:attrName>ppt_x</p:attrName>
                                        </p:attrNameLst>
                                      </p:cBhvr>
                                      <p:tavLst>
                                        <p:tav tm="0">
                                          <p:val>
                                            <p:strVal val="#ppt_x"/>
                                          </p:val>
                                        </p:tav>
                                        <p:tav tm="100000">
                                          <p:val>
                                            <p:strVal val="#ppt_x"/>
                                          </p:val>
                                        </p:tav>
                                      </p:tavLst>
                                    </p:anim>
                                    <p:anim calcmode="lin" valueType="num">
                                      <p:cBhvr>
                                        <p:cTn id="85" dur="600" fill="hold"/>
                                        <p:tgtEl>
                                          <p:spTgt spid="20"/>
                                        </p:tgtEl>
                                        <p:attrNameLst>
                                          <p:attrName>ppt_y</p:attrName>
                                        </p:attrNameLst>
                                      </p:cBhvr>
                                      <p:tavLst>
                                        <p:tav tm="0">
                                          <p:val>
                                            <p:strVal val="#ppt_y+.1"/>
                                          </p:val>
                                        </p:tav>
                                        <p:tav tm="100000">
                                          <p:val>
                                            <p:strVal val="#ppt_y"/>
                                          </p:val>
                                        </p:tav>
                                      </p:tavLst>
                                    </p:anim>
                                  </p:childTnLst>
                                </p:cTn>
                              </p:par>
                              <p:par>
                                <p:cTn id="86" presetID="42" presetClass="entr" presetSubtype="0" fill="hold" grpId="0" nodeType="withEffect">
                                  <p:stCondLst>
                                    <p:cond delay="2135"/>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600"/>
                                        <p:tgtEl>
                                          <p:spTgt spid="21"/>
                                        </p:tgtEl>
                                      </p:cBhvr>
                                    </p:animEffect>
                                    <p:anim calcmode="lin" valueType="num">
                                      <p:cBhvr>
                                        <p:cTn id="89" dur="600" fill="hold"/>
                                        <p:tgtEl>
                                          <p:spTgt spid="21"/>
                                        </p:tgtEl>
                                        <p:attrNameLst>
                                          <p:attrName>ppt_x</p:attrName>
                                        </p:attrNameLst>
                                      </p:cBhvr>
                                      <p:tavLst>
                                        <p:tav tm="0">
                                          <p:val>
                                            <p:strVal val="#ppt_x"/>
                                          </p:val>
                                        </p:tav>
                                        <p:tav tm="100000">
                                          <p:val>
                                            <p:strVal val="#ppt_x"/>
                                          </p:val>
                                        </p:tav>
                                      </p:tavLst>
                                    </p:anim>
                                    <p:anim calcmode="lin" valueType="num">
                                      <p:cBhvr>
                                        <p:cTn id="90" dur="600" fill="hold"/>
                                        <p:tgtEl>
                                          <p:spTgt spid="21"/>
                                        </p:tgtEl>
                                        <p:attrNameLst>
                                          <p:attrName>ppt_y</p:attrName>
                                        </p:attrNameLst>
                                      </p:cBhvr>
                                      <p:tavLst>
                                        <p:tav tm="0">
                                          <p:val>
                                            <p:strVal val="#ppt_y+.1"/>
                                          </p:val>
                                        </p:tav>
                                        <p:tav tm="100000">
                                          <p:val>
                                            <p:strVal val="#ppt_y"/>
                                          </p:val>
                                        </p:tav>
                                      </p:tavLst>
                                    </p:anim>
                                  </p:childTnLst>
                                </p:cTn>
                              </p:par>
                              <p:par>
                                <p:cTn id="91" presetID="42" presetClass="entr" presetSubtype="0" fill="hold" grpId="0" nodeType="withEffect">
                                  <p:stCondLst>
                                    <p:cond delay="2135"/>
                                  </p:stCondLst>
                                  <p:childTnLst>
                                    <p:set>
                                      <p:cBhvr>
                                        <p:cTn id="92" dur="1" fill="hold">
                                          <p:stCondLst>
                                            <p:cond delay="0"/>
                                          </p:stCondLst>
                                        </p:cTn>
                                        <p:tgtEl>
                                          <p:spTgt spid="22"/>
                                        </p:tgtEl>
                                        <p:attrNameLst>
                                          <p:attrName>style.visibility</p:attrName>
                                        </p:attrNameLst>
                                      </p:cBhvr>
                                      <p:to>
                                        <p:strVal val="visible"/>
                                      </p:to>
                                    </p:set>
                                    <p:animEffect transition="in" filter="fade">
                                      <p:cBhvr>
                                        <p:cTn id="93" dur="600"/>
                                        <p:tgtEl>
                                          <p:spTgt spid="22"/>
                                        </p:tgtEl>
                                      </p:cBhvr>
                                    </p:animEffect>
                                    <p:anim calcmode="lin" valueType="num">
                                      <p:cBhvr>
                                        <p:cTn id="94" dur="600" fill="hold"/>
                                        <p:tgtEl>
                                          <p:spTgt spid="22"/>
                                        </p:tgtEl>
                                        <p:attrNameLst>
                                          <p:attrName>ppt_x</p:attrName>
                                        </p:attrNameLst>
                                      </p:cBhvr>
                                      <p:tavLst>
                                        <p:tav tm="0">
                                          <p:val>
                                            <p:strVal val="#ppt_x"/>
                                          </p:val>
                                        </p:tav>
                                        <p:tav tm="100000">
                                          <p:val>
                                            <p:strVal val="#ppt_x"/>
                                          </p:val>
                                        </p:tav>
                                      </p:tavLst>
                                    </p:anim>
                                    <p:anim calcmode="lin" valueType="num">
                                      <p:cBhvr>
                                        <p:cTn id="95" dur="600" fill="hold"/>
                                        <p:tgtEl>
                                          <p:spTgt spid="22"/>
                                        </p:tgtEl>
                                        <p:attrNameLst>
                                          <p:attrName>ppt_y</p:attrName>
                                        </p:attrNameLst>
                                      </p:cBhvr>
                                      <p:tavLst>
                                        <p:tav tm="0">
                                          <p:val>
                                            <p:strVal val="#ppt_y+.1"/>
                                          </p:val>
                                        </p:tav>
                                        <p:tav tm="100000">
                                          <p:val>
                                            <p:strVal val="#ppt_y"/>
                                          </p:val>
                                        </p:tav>
                                      </p:tavLst>
                                    </p:anim>
                                  </p:childTnLst>
                                </p:cTn>
                              </p:par>
                              <p:par>
                                <p:cTn id="96" presetID="42" presetClass="entr" presetSubtype="0" fill="hold" grpId="0" nodeType="withEffect">
                                  <p:stCondLst>
                                    <p:cond delay="2135"/>
                                  </p:stCondLst>
                                  <p:childTnLst>
                                    <p:set>
                                      <p:cBhvr>
                                        <p:cTn id="97" dur="1" fill="hold">
                                          <p:stCondLst>
                                            <p:cond delay="0"/>
                                          </p:stCondLst>
                                        </p:cTn>
                                        <p:tgtEl>
                                          <p:spTgt spid="23"/>
                                        </p:tgtEl>
                                        <p:attrNameLst>
                                          <p:attrName>style.visibility</p:attrName>
                                        </p:attrNameLst>
                                      </p:cBhvr>
                                      <p:to>
                                        <p:strVal val="visible"/>
                                      </p:to>
                                    </p:set>
                                    <p:animEffect transition="in" filter="fade">
                                      <p:cBhvr>
                                        <p:cTn id="98" dur="600"/>
                                        <p:tgtEl>
                                          <p:spTgt spid="23"/>
                                        </p:tgtEl>
                                      </p:cBhvr>
                                    </p:animEffect>
                                    <p:anim calcmode="lin" valueType="num">
                                      <p:cBhvr>
                                        <p:cTn id="99" dur="600" fill="hold"/>
                                        <p:tgtEl>
                                          <p:spTgt spid="23"/>
                                        </p:tgtEl>
                                        <p:attrNameLst>
                                          <p:attrName>ppt_x</p:attrName>
                                        </p:attrNameLst>
                                      </p:cBhvr>
                                      <p:tavLst>
                                        <p:tav tm="0">
                                          <p:val>
                                            <p:strVal val="#ppt_x"/>
                                          </p:val>
                                        </p:tav>
                                        <p:tav tm="100000">
                                          <p:val>
                                            <p:strVal val="#ppt_x"/>
                                          </p:val>
                                        </p:tav>
                                      </p:tavLst>
                                    </p:anim>
                                    <p:anim calcmode="lin" valueType="num">
                                      <p:cBhvr>
                                        <p:cTn id="100" dur="600" fill="hold"/>
                                        <p:tgtEl>
                                          <p:spTgt spid="23"/>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2555"/>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600"/>
                                        <p:tgtEl>
                                          <p:spTgt spid="24"/>
                                        </p:tgtEl>
                                      </p:cBhvr>
                                    </p:animEffect>
                                    <p:anim calcmode="lin" valueType="num">
                                      <p:cBhvr>
                                        <p:cTn id="104" dur="600" fill="hold"/>
                                        <p:tgtEl>
                                          <p:spTgt spid="24"/>
                                        </p:tgtEl>
                                        <p:attrNameLst>
                                          <p:attrName>ppt_x</p:attrName>
                                        </p:attrNameLst>
                                      </p:cBhvr>
                                      <p:tavLst>
                                        <p:tav tm="0">
                                          <p:val>
                                            <p:strVal val="#ppt_x"/>
                                          </p:val>
                                        </p:tav>
                                        <p:tav tm="100000">
                                          <p:val>
                                            <p:strVal val="#ppt_x"/>
                                          </p:val>
                                        </p:tav>
                                      </p:tavLst>
                                    </p:anim>
                                    <p:anim calcmode="lin" valueType="num">
                                      <p:cBhvr>
                                        <p:cTn id="105" dur="600" fill="hold"/>
                                        <p:tgtEl>
                                          <p:spTgt spid="24"/>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2555"/>
                                  </p:stCondLst>
                                  <p:childTnLst>
                                    <p:set>
                                      <p:cBhvr>
                                        <p:cTn id="107" dur="1" fill="hold">
                                          <p:stCondLst>
                                            <p:cond delay="0"/>
                                          </p:stCondLst>
                                        </p:cTn>
                                        <p:tgtEl>
                                          <p:spTgt spid="25"/>
                                        </p:tgtEl>
                                        <p:attrNameLst>
                                          <p:attrName>style.visibility</p:attrName>
                                        </p:attrNameLst>
                                      </p:cBhvr>
                                      <p:to>
                                        <p:strVal val="visible"/>
                                      </p:to>
                                    </p:set>
                                    <p:animEffect transition="in" filter="fade">
                                      <p:cBhvr>
                                        <p:cTn id="108" dur="600"/>
                                        <p:tgtEl>
                                          <p:spTgt spid="25"/>
                                        </p:tgtEl>
                                      </p:cBhvr>
                                    </p:animEffect>
                                    <p:anim calcmode="lin" valueType="num">
                                      <p:cBhvr>
                                        <p:cTn id="109" dur="600" fill="hold"/>
                                        <p:tgtEl>
                                          <p:spTgt spid="25"/>
                                        </p:tgtEl>
                                        <p:attrNameLst>
                                          <p:attrName>ppt_x</p:attrName>
                                        </p:attrNameLst>
                                      </p:cBhvr>
                                      <p:tavLst>
                                        <p:tav tm="0">
                                          <p:val>
                                            <p:strVal val="#ppt_x"/>
                                          </p:val>
                                        </p:tav>
                                        <p:tav tm="100000">
                                          <p:val>
                                            <p:strVal val="#ppt_x"/>
                                          </p:val>
                                        </p:tav>
                                      </p:tavLst>
                                    </p:anim>
                                    <p:anim calcmode="lin" valueType="num">
                                      <p:cBhvr>
                                        <p:cTn id="110" dur="600" fill="hold"/>
                                        <p:tgtEl>
                                          <p:spTgt spid="25"/>
                                        </p:tgtEl>
                                        <p:attrNameLst>
                                          <p:attrName>ppt_y</p:attrName>
                                        </p:attrNameLst>
                                      </p:cBhvr>
                                      <p:tavLst>
                                        <p:tav tm="0">
                                          <p:val>
                                            <p:strVal val="#ppt_y+.1"/>
                                          </p:val>
                                        </p:tav>
                                        <p:tav tm="100000">
                                          <p:val>
                                            <p:strVal val="#ppt_y"/>
                                          </p:val>
                                        </p:tav>
                                      </p:tavLst>
                                    </p:anim>
                                  </p:childTnLst>
                                </p:cTn>
                              </p:par>
                              <p:par>
                                <p:cTn id="111" presetID="42" presetClass="entr" presetSubtype="0" fill="hold" grpId="0" nodeType="withEffect">
                                  <p:stCondLst>
                                    <p:cond delay="2555"/>
                                  </p:stCondLst>
                                  <p:childTnLst>
                                    <p:set>
                                      <p:cBhvr>
                                        <p:cTn id="112" dur="1" fill="hold">
                                          <p:stCondLst>
                                            <p:cond delay="0"/>
                                          </p:stCondLst>
                                        </p:cTn>
                                        <p:tgtEl>
                                          <p:spTgt spid="26"/>
                                        </p:tgtEl>
                                        <p:attrNameLst>
                                          <p:attrName>style.visibility</p:attrName>
                                        </p:attrNameLst>
                                      </p:cBhvr>
                                      <p:to>
                                        <p:strVal val="visible"/>
                                      </p:to>
                                    </p:set>
                                    <p:animEffect transition="in" filter="fade">
                                      <p:cBhvr>
                                        <p:cTn id="113" dur="600"/>
                                        <p:tgtEl>
                                          <p:spTgt spid="26"/>
                                        </p:tgtEl>
                                      </p:cBhvr>
                                    </p:animEffect>
                                    <p:anim calcmode="lin" valueType="num">
                                      <p:cBhvr>
                                        <p:cTn id="114" dur="600" fill="hold"/>
                                        <p:tgtEl>
                                          <p:spTgt spid="26"/>
                                        </p:tgtEl>
                                        <p:attrNameLst>
                                          <p:attrName>ppt_x</p:attrName>
                                        </p:attrNameLst>
                                      </p:cBhvr>
                                      <p:tavLst>
                                        <p:tav tm="0">
                                          <p:val>
                                            <p:strVal val="#ppt_x"/>
                                          </p:val>
                                        </p:tav>
                                        <p:tav tm="100000">
                                          <p:val>
                                            <p:strVal val="#ppt_x"/>
                                          </p:val>
                                        </p:tav>
                                      </p:tavLst>
                                    </p:anim>
                                    <p:anim calcmode="lin" valueType="num">
                                      <p:cBhvr>
                                        <p:cTn id="115" dur="6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01 · MY INTERNSHIP</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Where I did my internship</a:t>
            </a:r>
            <a:endParaRPr lang="en-US" sz="3400" dirty="0"/>
          </a:p>
        </p:txBody>
      </p:sp>
      <p:pic>
        <p:nvPicPr>
          <p:cNvPr id="4" name="a1-zoom" descr="">    </p:cNvPr>
          <p:cNvPicPr>
            <a:picLocks noChangeAspect="1"/>
          </p:cNvPicPr>
          <p:nvPr/>
        </p:nvPicPr>
        <p:blipFill>
          <a:blip r:embed="rId1"/>
          <a:stretch>
            <a:fillRect/>
          </a:stretch>
        </p:blipFill>
        <p:spPr>
          <a:xfrm>
            <a:off x="731520" y="1783080"/>
            <a:ext cx="4114800" cy="4114800"/>
          </a:xfrm>
          <a:prstGeom prst="rect">
            <a:avLst/>
          </a:prstGeom>
        </p:spPr>
      </p:pic>
      <p:pic>
        <p:nvPicPr>
          <p:cNvPr id="5" name="a2-drop" descr="">    </p:cNvPr>
          <p:cNvPicPr>
            <a:picLocks noChangeAspect="1"/>
          </p:cNvPicPr>
          <p:nvPr/>
        </p:nvPicPr>
        <p:blipFill>
          <a:blip r:embed="rId2"/>
          <a:stretch>
            <a:fillRect/>
          </a:stretch>
        </p:blipFill>
        <p:spPr>
          <a:xfrm>
            <a:off x="2691408" y="2142589"/>
            <a:ext cx="548640" cy="548640"/>
          </a:xfrm>
          <a:prstGeom prst="rect">
            <a:avLst/>
          </a:prstGeom>
        </p:spPr>
      </p:pic>
      <p:sp>
        <p:nvSpPr>
          <p:cNvPr id="6" name="a3-fade"/>
          <p:cNvSpPr txBox="1"/>
          <p:nvPr/>
        </p:nvSpPr>
        <p:spPr>
          <a:xfrm>
            <a:off x="3331488" y="2124301"/>
            <a:ext cx="2194560" cy="64008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Creil</a:t>
            </a:r>
            <a:endParaRPr lang="en-US" sz="1800" dirty="0"/>
          </a:p>
          <a:p>
            <a:pPr indent="0" marL="0">
              <a:buNone/>
            </a:pPr>
            <a:r>
              <a:rPr lang="en-US" sz="1200" dirty="0">
                <a:solidFill>
                  <a:srgbClr val="5B6577"/>
                </a:solidFill>
                <a:latin typeface="Calibri" pitchFamily="34" charset="0"/>
                <a:ea typeface="Calibri" pitchFamily="34" charset="-122"/>
                <a:cs typeface="Calibri" pitchFamily="34" charset="-120"/>
              </a:rPr>
              <a:t>about 50 km north of Paris</a:t>
            </a:r>
            <a:endParaRPr lang="en-US" sz="1800" dirty="0"/>
          </a:p>
        </p:txBody>
      </p:sp>
      <p:sp>
        <p:nvSpPr>
          <p:cNvPr id="7" name="a3-fade"/>
          <p:cNvSpPr txBox="1"/>
          <p:nvPr/>
        </p:nvSpPr>
        <p:spPr>
          <a:xfrm>
            <a:off x="1920240" y="4343400"/>
            <a:ext cx="1828800" cy="457200"/>
          </a:xfrm>
          <a:prstGeom prst="rect">
            <a:avLst/>
          </a:prstGeom>
          <a:noFill/>
          <a:ln/>
        </p:spPr>
        <p:txBody>
          <a:bodyPr wrap="square" lIns="0" tIns="0" rIns="0" bIns="0" rtlCol="0" anchor="t"/>
          <a:lstStyle/>
          <a:p>
            <a:pPr algn="ctr" indent="0" marL="0">
              <a:buNone/>
            </a:pPr>
            <a:r>
              <a:rPr lang="en-US" sz="2200" b="1" dirty="0">
                <a:solidFill>
                  <a:srgbClr val="8A97AD"/>
                </a:solidFill>
                <a:latin typeface="Cambria" pitchFamily="34" charset="0"/>
                <a:ea typeface="Cambria" pitchFamily="34" charset="-122"/>
                <a:cs typeface="Cambria" pitchFamily="34" charset="-120"/>
              </a:rPr>
              <a:t>France</a:t>
            </a:r>
            <a:endParaRPr lang="en-US" sz="2200" dirty="0"/>
          </a:p>
        </p:txBody>
      </p:sp>
      <p:sp>
        <p:nvSpPr>
          <p:cNvPr id="8" name="a4-float"/>
          <p:cNvSpPr/>
          <p:nvPr/>
        </p:nvSpPr>
        <p:spPr>
          <a:xfrm>
            <a:off x="5577840" y="1828800"/>
            <a:ext cx="749808" cy="749808"/>
          </a:xfrm>
          <a:prstGeom prst="ellipse">
            <a:avLst/>
          </a:prstGeom>
          <a:solidFill>
            <a:srgbClr val="D9973A"/>
          </a:solidFill>
          <a:ln w="12700">
            <a:solidFill>
              <a:srgbClr val="D9973A"/>
            </a:solidFill>
            <a:prstDash val="solid"/>
          </a:ln>
        </p:spPr>
      </p:sp>
      <p:pic>
        <p:nvPicPr>
          <p:cNvPr id="9" name="a4-float" descr="">    </p:cNvPr>
          <p:cNvPicPr>
            <a:picLocks noChangeAspect="1"/>
          </p:cNvPicPr>
          <p:nvPr/>
        </p:nvPicPr>
        <p:blipFill>
          <a:blip r:embed="rId3"/>
          <a:stretch>
            <a:fillRect/>
          </a:stretch>
        </p:blipFill>
        <p:spPr>
          <a:xfrm>
            <a:off x="5757794" y="2008754"/>
            <a:ext cx="389900" cy="389900"/>
          </a:xfrm>
          <a:prstGeom prst="rect">
            <a:avLst/>
          </a:prstGeom>
        </p:spPr>
      </p:pic>
      <p:sp>
        <p:nvSpPr>
          <p:cNvPr id="10" name="a4-float"/>
          <p:cNvSpPr txBox="1"/>
          <p:nvPr/>
        </p:nvSpPr>
        <p:spPr>
          <a:xfrm>
            <a:off x="6583680" y="1856232"/>
            <a:ext cx="493776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COMPANY</a:t>
            </a:r>
            <a:endParaRPr lang="en-US" sz="1200" dirty="0"/>
          </a:p>
        </p:txBody>
      </p:sp>
      <p:sp>
        <p:nvSpPr>
          <p:cNvPr id="11" name="a4-float"/>
          <p:cNvSpPr txBox="1"/>
          <p:nvPr/>
        </p:nvSpPr>
        <p:spPr>
          <a:xfrm>
            <a:off x="6583680" y="2130552"/>
            <a:ext cx="4937760" cy="41148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Boulangerie D.O (a bakery)</a:t>
            </a:r>
            <a:endParaRPr lang="en-US" sz="1900" dirty="0"/>
          </a:p>
        </p:txBody>
      </p:sp>
      <p:sp>
        <p:nvSpPr>
          <p:cNvPr id="12" name="a5-float"/>
          <p:cNvSpPr/>
          <p:nvPr/>
        </p:nvSpPr>
        <p:spPr>
          <a:xfrm>
            <a:off x="5577840" y="2880360"/>
            <a:ext cx="749808" cy="749808"/>
          </a:xfrm>
          <a:prstGeom prst="ellipse">
            <a:avLst/>
          </a:prstGeom>
          <a:solidFill>
            <a:srgbClr val="D9973A"/>
          </a:solidFill>
          <a:ln w="12700">
            <a:solidFill>
              <a:srgbClr val="D9973A"/>
            </a:solidFill>
            <a:prstDash val="solid"/>
          </a:ln>
        </p:spPr>
      </p:sp>
      <p:pic>
        <p:nvPicPr>
          <p:cNvPr id="13" name="a5-float" descr="">    </p:cNvPr>
          <p:cNvPicPr>
            <a:picLocks noChangeAspect="1"/>
          </p:cNvPicPr>
          <p:nvPr/>
        </p:nvPicPr>
        <p:blipFill>
          <a:blip r:embed="rId4"/>
          <a:stretch>
            <a:fillRect/>
          </a:stretch>
        </p:blipFill>
        <p:spPr>
          <a:xfrm>
            <a:off x="5757794" y="3060314"/>
            <a:ext cx="389900" cy="389900"/>
          </a:xfrm>
          <a:prstGeom prst="rect">
            <a:avLst/>
          </a:prstGeom>
        </p:spPr>
      </p:pic>
      <p:sp>
        <p:nvSpPr>
          <p:cNvPr id="14" name="a5-float"/>
          <p:cNvSpPr txBox="1"/>
          <p:nvPr/>
        </p:nvSpPr>
        <p:spPr>
          <a:xfrm>
            <a:off x="6583680" y="2907792"/>
            <a:ext cx="493776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ADDRESS</a:t>
            </a:r>
            <a:endParaRPr lang="en-US" sz="1200" dirty="0"/>
          </a:p>
        </p:txBody>
      </p:sp>
      <p:sp>
        <p:nvSpPr>
          <p:cNvPr id="15" name="a5-float"/>
          <p:cNvSpPr txBox="1"/>
          <p:nvPr/>
        </p:nvSpPr>
        <p:spPr>
          <a:xfrm>
            <a:off x="6583680" y="3182112"/>
            <a:ext cx="4937760" cy="41148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59 Rue Gambetta, 60100 Creil, France</a:t>
            </a:r>
            <a:endParaRPr lang="en-US" sz="1900" dirty="0"/>
          </a:p>
        </p:txBody>
      </p:sp>
      <p:sp>
        <p:nvSpPr>
          <p:cNvPr id="16" name="a6-float"/>
          <p:cNvSpPr/>
          <p:nvPr/>
        </p:nvSpPr>
        <p:spPr>
          <a:xfrm>
            <a:off x="5577840" y="3931920"/>
            <a:ext cx="749808" cy="749808"/>
          </a:xfrm>
          <a:prstGeom prst="ellipse">
            <a:avLst/>
          </a:prstGeom>
          <a:solidFill>
            <a:srgbClr val="D9973A"/>
          </a:solidFill>
          <a:ln w="12700">
            <a:solidFill>
              <a:srgbClr val="D9973A"/>
            </a:solidFill>
            <a:prstDash val="solid"/>
          </a:ln>
        </p:spPr>
      </p:sp>
      <p:pic>
        <p:nvPicPr>
          <p:cNvPr id="17" name="a6-float" descr="">    </p:cNvPr>
          <p:cNvPicPr>
            <a:picLocks noChangeAspect="1"/>
          </p:cNvPicPr>
          <p:nvPr/>
        </p:nvPicPr>
        <p:blipFill>
          <a:blip r:embed="rId5"/>
          <a:stretch>
            <a:fillRect/>
          </a:stretch>
        </p:blipFill>
        <p:spPr>
          <a:xfrm>
            <a:off x="5757794" y="4111874"/>
            <a:ext cx="389900" cy="389900"/>
          </a:xfrm>
          <a:prstGeom prst="rect">
            <a:avLst/>
          </a:prstGeom>
        </p:spPr>
      </p:pic>
      <p:sp>
        <p:nvSpPr>
          <p:cNvPr id="18" name="a6-float"/>
          <p:cNvSpPr txBox="1"/>
          <p:nvPr/>
        </p:nvSpPr>
        <p:spPr>
          <a:xfrm>
            <a:off x="6583680" y="3959352"/>
            <a:ext cx="493776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MY DEPARTMENT</a:t>
            </a:r>
            <a:endParaRPr lang="en-US" sz="1200" dirty="0"/>
          </a:p>
        </p:txBody>
      </p:sp>
      <p:sp>
        <p:nvSpPr>
          <p:cNvPr id="19" name="a6-float"/>
          <p:cNvSpPr txBox="1"/>
          <p:nvPr/>
        </p:nvSpPr>
        <p:spPr>
          <a:xfrm>
            <a:off x="6583680" y="4233672"/>
            <a:ext cx="4937760" cy="41148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Management</a:t>
            </a:r>
            <a:endParaRPr lang="en-US" sz="1900" dirty="0"/>
          </a:p>
        </p:txBody>
      </p:sp>
      <p:sp>
        <p:nvSpPr>
          <p:cNvPr id="20" name="a7-float"/>
          <p:cNvSpPr/>
          <p:nvPr/>
        </p:nvSpPr>
        <p:spPr>
          <a:xfrm>
            <a:off x="5577840" y="4983480"/>
            <a:ext cx="749808" cy="749808"/>
          </a:xfrm>
          <a:prstGeom prst="ellipse">
            <a:avLst/>
          </a:prstGeom>
          <a:solidFill>
            <a:srgbClr val="D9973A"/>
          </a:solidFill>
          <a:ln w="12700">
            <a:solidFill>
              <a:srgbClr val="D9973A"/>
            </a:solidFill>
            <a:prstDash val="solid"/>
          </a:ln>
        </p:spPr>
      </p:sp>
      <p:pic>
        <p:nvPicPr>
          <p:cNvPr id="21" name="a7-float" descr="">    </p:cNvPr>
          <p:cNvPicPr>
            <a:picLocks noChangeAspect="1"/>
          </p:cNvPicPr>
          <p:nvPr/>
        </p:nvPicPr>
        <p:blipFill>
          <a:blip r:embed="rId6"/>
          <a:stretch>
            <a:fillRect/>
          </a:stretch>
        </p:blipFill>
        <p:spPr>
          <a:xfrm>
            <a:off x="5757794" y="5163434"/>
            <a:ext cx="389900" cy="389900"/>
          </a:xfrm>
          <a:prstGeom prst="rect">
            <a:avLst/>
          </a:prstGeom>
        </p:spPr>
      </p:pic>
      <p:sp>
        <p:nvSpPr>
          <p:cNvPr id="22" name="a7-float"/>
          <p:cNvSpPr txBox="1"/>
          <p:nvPr/>
        </p:nvSpPr>
        <p:spPr>
          <a:xfrm>
            <a:off x="6583680" y="5010912"/>
            <a:ext cx="493776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SUPERVISOR &amp; MENTOR</a:t>
            </a:r>
            <a:endParaRPr lang="en-US" sz="1200" dirty="0"/>
          </a:p>
        </p:txBody>
      </p:sp>
      <p:sp>
        <p:nvSpPr>
          <p:cNvPr id="23" name="a7-float"/>
          <p:cNvSpPr txBox="1"/>
          <p:nvPr/>
        </p:nvSpPr>
        <p:spPr>
          <a:xfrm>
            <a:off x="6583680" y="5285232"/>
            <a:ext cx="4937760" cy="41148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Djamel Ounnadi, Director</a:t>
            </a:r>
            <a:endParaRPr lang="en-US" sz="1900" dirty="0"/>
          </a:p>
        </p:txBody>
      </p:sp>
      <p:sp>
        <p:nvSpPr>
          <p:cNvPr id="24" name="Text 16"/>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25" name="Text 17"/>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4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2" presetClass="entr" presetSubtype="1" fill="hold" grpId="0" nodeType="withEffect">
                                  <p:stCondLst>
                                    <p:cond delay="315"/>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0-#ppt_h/2"/>
                                          </p:val>
                                        </p:tav>
                                        <p:tav tm="100000">
                                          <p:val>
                                            <p:strVal val="#ppt_y"/>
                                          </p:val>
                                        </p:tav>
                                      </p:tavLst>
                                    </p:anim>
                                  </p:childTnLst>
                                </p:cTn>
                              </p:par>
                              <p:par>
                                <p:cTn id="14" presetID="10" presetClass="entr" presetSubtype="0" fill="hold" grpId="0" nodeType="withEffect">
                                  <p:stCondLst>
                                    <p:cond delay="665"/>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665"/>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42" presetClass="entr" presetSubtype="0" fill="hold" grpId="0" nodeType="withEffect">
                                  <p:stCondLst>
                                    <p:cond delay="101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fill="hold"/>
                                        <p:tgtEl>
                                          <p:spTgt spid="8"/>
                                        </p:tgtEl>
                                        <p:attrNameLst>
                                          <p:attrName>ppt_x</p:attrName>
                                        </p:attrNameLst>
                                      </p:cBhvr>
                                      <p:tavLst>
                                        <p:tav tm="0">
                                          <p:val>
                                            <p:strVal val="#ppt_x"/>
                                          </p:val>
                                        </p:tav>
                                        <p:tav tm="100000">
                                          <p:val>
                                            <p:strVal val="#ppt_x"/>
                                          </p:val>
                                        </p:tav>
                                      </p:tavLst>
                                    </p:anim>
                                    <p:anim calcmode="lin" valueType="num">
                                      <p:cBhvr>
                                        <p:cTn id="24" dur="6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1015"/>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anim calcmode="lin" valueType="num">
                                      <p:cBhvr>
                                        <p:cTn id="28" dur="600" fill="hold"/>
                                        <p:tgtEl>
                                          <p:spTgt spid="9"/>
                                        </p:tgtEl>
                                        <p:attrNameLst>
                                          <p:attrName>ppt_x</p:attrName>
                                        </p:attrNameLst>
                                      </p:cBhvr>
                                      <p:tavLst>
                                        <p:tav tm="0">
                                          <p:val>
                                            <p:strVal val="#ppt_x"/>
                                          </p:val>
                                        </p:tav>
                                        <p:tav tm="100000">
                                          <p:val>
                                            <p:strVal val="#ppt_x"/>
                                          </p:val>
                                        </p:tav>
                                      </p:tavLst>
                                    </p:anim>
                                    <p:anim calcmode="lin" valueType="num">
                                      <p:cBhvr>
                                        <p:cTn id="29" dur="6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1015"/>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600"/>
                                        <p:tgtEl>
                                          <p:spTgt spid="10"/>
                                        </p:tgtEl>
                                      </p:cBhvr>
                                    </p:animEffect>
                                    <p:anim calcmode="lin" valueType="num">
                                      <p:cBhvr>
                                        <p:cTn id="33" dur="600" fill="hold"/>
                                        <p:tgtEl>
                                          <p:spTgt spid="10"/>
                                        </p:tgtEl>
                                        <p:attrNameLst>
                                          <p:attrName>ppt_x</p:attrName>
                                        </p:attrNameLst>
                                      </p:cBhvr>
                                      <p:tavLst>
                                        <p:tav tm="0">
                                          <p:val>
                                            <p:strVal val="#ppt_x"/>
                                          </p:val>
                                        </p:tav>
                                        <p:tav tm="100000">
                                          <p:val>
                                            <p:strVal val="#ppt_x"/>
                                          </p:val>
                                        </p:tav>
                                      </p:tavLst>
                                    </p:anim>
                                    <p:anim calcmode="lin" valueType="num">
                                      <p:cBhvr>
                                        <p:cTn id="34" dur="6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1015"/>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600"/>
                                        <p:tgtEl>
                                          <p:spTgt spid="11"/>
                                        </p:tgtEl>
                                      </p:cBhvr>
                                    </p:animEffect>
                                    <p:anim calcmode="lin" valueType="num">
                                      <p:cBhvr>
                                        <p:cTn id="38" dur="600" fill="hold"/>
                                        <p:tgtEl>
                                          <p:spTgt spid="11"/>
                                        </p:tgtEl>
                                        <p:attrNameLst>
                                          <p:attrName>ppt_x</p:attrName>
                                        </p:attrNameLst>
                                      </p:cBhvr>
                                      <p:tavLst>
                                        <p:tav tm="0">
                                          <p:val>
                                            <p:strVal val="#ppt_x"/>
                                          </p:val>
                                        </p:tav>
                                        <p:tav tm="100000">
                                          <p:val>
                                            <p:strVal val="#ppt_x"/>
                                          </p:val>
                                        </p:tav>
                                      </p:tavLst>
                                    </p:anim>
                                    <p:anim calcmode="lin" valueType="num">
                                      <p:cBhvr>
                                        <p:cTn id="39" dur="6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1435"/>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p:cTn id="43" dur="600" fill="hold"/>
                                        <p:tgtEl>
                                          <p:spTgt spid="12"/>
                                        </p:tgtEl>
                                        <p:attrNameLst>
                                          <p:attrName>ppt_x</p:attrName>
                                        </p:attrNameLst>
                                      </p:cBhvr>
                                      <p:tavLst>
                                        <p:tav tm="0">
                                          <p:val>
                                            <p:strVal val="#ppt_x"/>
                                          </p:val>
                                        </p:tav>
                                        <p:tav tm="100000">
                                          <p:val>
                                            <p:strVal val="#ppt_x"/>
                                          </p:val>
                                        </p:tav>
                                      </p:tavLst>
                                    </p:anim>
                                    <p:anim calcmode="lin" valueType="num">
                                      <p:cBhvr>
                                        <p:cTn id="44" dur="6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1435"/>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600"/>
                                        <p:tgtEl>
                                          <p:spTgt spid="13"/>
                                        </p:tgtEl>
                                      </p:cBhvr>
                                    </p:animEffect>
                                    <p:anim calcmode="lin" valueType="num">
                                      <p:cBhvr>
                                        <p:cTn id="48" dur="600" fill="hold"/>
                                        <p:tgtEl>
                                          <p:spTgt spid="13"/>
                                        </p:tgtEl>
                                        <p:attrNameLst>
                                          <p:attrName>ppt_x</p:attrName>
                                        </p:attrNameLst>
                                      </p:cBhvr>
                                      <p:tavLst>
                                        <p:tav tm="0">
                                          <p:val>
                                            <p:strVal val="#ppt_x"/>
                                          </p:val>
                                        </p:tav>
                                        <p:tav tm="100000">
                                          <p:val>
                                            <p:strVal val="#ppt_x"/>
                                          </p:val>
                                        </p:tav>
                                      </p:tavLst>
                                    </p:anim>
                                    <p:anim calcmode="lin" valueType="num">
                                      <p:cBhvr>
                                        <p:cTn id="49" dur="6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1435"/>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anim calcmode="lin" valueType="num">
                                      <p:cBhvr>
                                        <p:cTn id="53" dur="600" fill="hold"/>
                                        <p:tgtEl>
                                          <p:spTgt spid="14"/>
                                        </p:tgtEl>
                                        <p:attrNameLst>
                                          <p:attrName>ppt_x</p:attrName>
                                        </p:attrNameLst>
                                      </p:cBhvr>
                                      <p:tavLst>
                                        <p:tav tm="0">
                                          <p:val>
                                            <p:strVal val="#ppt_x"/>
                                          </p:val>
                                        </p:tav>
                                        <p:tav tm="100000">
                                          <p:val>
                                            <p:strVal val="#ppt_x"/>
                                          </p:val>
                                        </p:tav>
                                      </p:tavLst>
                                    </p:anim>
                                    <p:anim calcmode="lin" valueType="num">
                                      <p:cBhvr>
                                        <p:cTn id="54" dur="6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1435"/>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600"/>
                                        <p:tgtEl>
                                          <p:spTgt spid="15"/>
                                        </p:tgtEl>
                                      </p:cBhvr>
                                    </p:animEffect>
                                    <p:anim calcmode="lin" valueType="num">
                                      <p:cBhvr>
                                        <p:cTn id="58" dur="600" fill="hold"/>
                                        <p:tgtEl>
                                          <p:spTgt spid="15"/>
                                        </p:tgtEl>
                                        <p:attrNameLst>
                                          <p:attrName>ppt_x</p:attrName>
                                        </p:attrNameLst>
                                      </p:cBhvr>
                                      <p:tavLst>
                                        <p:tav tm="0">
                                          <p:val>
                                            <p:strVal val="#ppt_x"/>
                                          </p:val>
                                        </p:tav>
                                        <p:tav tm="100000">
                                          <p:val>
                                            <p:strVal val="#ppt_x"/>
                                          </p:val>
                                        </p:tav>
                                      </p:tavLst>
                                    </p:anim>
                                    <p:anim calcmode="lin" valueType="num">
                                      <p:cBhvr>
                                        <p:cTn id="59" dur="6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1855"/>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600"/>
                                        <p:tgtEl>
                                          <p:spTgt spid="16"/>
                                        </p:tgtEl>
                                      </p:cBhvr>
                                    </p:animEffect>
                                    <p:anim calcmode="lin" valueType="num">
                                      <p:cBhvr>
                                        <p:cTn id="63" dur="600" fill="hold"/>
                                        <p:tgtEl>
                                          <p:spTgt spid="16"/>
                                        </p:tgtEl>
                                        <p:attrNameLst>
                                          <p:attrName>ppt_x</p:attrName>
                                        </p:attrNameLst>
                                      </p:cBhvr>
                                      <p:tavLst>
                                        <p:tav tm="0">
                                          <p:val>
                                            <p:strVal val="#ppt_x"/>
                                          </p:val>
                                        </p:tav>
                                        <p:tav tm="100000">
                                          <p:val>
                                            <p:strVal val="#ppt_x"/>
                                          </p:val>
                                        </p:tav>
                                      </p:tavLst>
                                    </p:anim>
                                    <p:anim calcmode="lin" valueType="num">
                                      <p:cBhvr>
                                        <p:cTn id="64" dur="6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1855"/>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600"/>
                                        <p:tgtEl>
                                          <p:spTgt spid="17"/>
                                        </p:tgtEl>
                                      </p:cBhvr>
                                    </p:animEffect>
                                    <p:anim calcmode="lin" valueType="num">
                                      <p:cBhvr>
                                        <p:cTn id="68" dur="600" fill="hold"/>
                                        <p:tgtEl>
                                          <p:spTgt spid="17"/>
                                        </p:tgtEl>
                                        <p:attrNameLst>
                                          <p:attrName>ppt_x</p:attrName>
                                        </p:attrNameLst>
                                      </p:cBhvr>
                                      <p:tavLst>
                                        <p:tav tm="0">
                                          <p:val>
                                            <p:strVal val="#ppt_x"/>
                                          </p:val>
                                        </p:tav>
                                        <p:tav tm="100000">
                                          <p:val>
                                            <p:strVal val="#ppt_x"/>
                                          </p:val>
                                        </p:tav>
                                      </p:tavLst>
                                    </p:anim>
                                    <p:anim calcmode="lin" valueType="num">
                                      <p:cBhvr>
                                        <p:cTn id="69" dur="6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1855"/>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p:tgtEl>
                                          <p:spTgt spid="18"/>
                                        </p:tgtEl>
                                      </p:cBhvr>
                                    </p:animEffect>
                                    <p:anim calcmode="lin" valueType="num">
                                      <p:cBhvr>
                                        <p:cTn id="73" dur="600" fill="hold"/>
                                        <p:tgtEl>
                                          <p:spTgt spid="18"/>
                                        </p:tgtEl>
                                        <p:attrNameLst>
                                          <p:attrName>ppt_x</p:attrName>
                                        </p:attrNameLst>
                                      </p:cBhvr>
                                      <p:tavLst>
                                        <p:tav tm="0">
                                          <p:val>
                                            <p:strVal val="#ppt_x"/>
                                          </p:val>
                                        </p:tav>
                                        <p:tav tm="100000">
                                          <p:val>
                                            <p:strVal val="#ppt_x"/>
                                          </p:val>
                                        </p:tav>
                                      </p:tavLst>
                                    </p:anim>
                                    <p:anim calcmode="lin" valueType="num">
                                      <p:cBhvr>
                                        <p:cTn id="74" dur="6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1855"/>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600"/>
                                        <p:tgtEl>
                                          <p:spTgt spid="19"/>
                                        </p:tgtEl>
                                      </p:cBhvr>
                                    </p:animEffect>
                                    <p:anim calcmode="lin" valueType="num">
                                      <p:cBhvr>
                                        <p:cTn id="78" dur="600" fill="hold"/>
                                        <p:tgtEl>
                                          <p:spTgt spid="19"/>
                                        </p:tgtEl>
                                        <p:attrNameLst>
                                          <p:attrName>ppt_x</p:attrName>
                                        </p:attrNameLst>
                                      </p:cBhvr>
                                      <p:tavLst>
                                        <p:tav tm="0">
                                          <p:val>
                                            <p:strVal val="#ppt_x"/>
                                          </p:val>
                                        </p:tav>
                                        <p:tav tm="100000">
                                          <p:val>
                                            <p:strVal val="#ppt_x"/>
                                          </p:val>
                                        </p:tav>
                                      </p:tavLst>
                                    </p:anim>
                                    <p:anim calcmode="lin" valueType="num">
                                      <p:cBhvr>
                                        <p:cTn id="79" dur="6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2275"/>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600"/>
                                        <p:tgtEl>
                                          <p:spTgt spid="20"/>
                                        </p:tgtEl>
                                      </p:cBhvr>
                                    </p:animEffect>
                                    <p:anim calcmode="lin" valueType="num">
                                      <p:cBhvr>
                                        <p:cTn id="83" dur="600" fill="hold"/>
                                        <p:tgtEl>
                                          <p:spTgt spid="20"/>
                                        </p:tgtEl>
                                        <p:attrNameLst>
                                          <p:attrName>ppt_x</p:attrName>
                                        </p:attrNameLst>
                                      </p:cBhvr>
                                      <p:tavLst>
                                        <p:tav tm="0">
                                          <p:val>
                                            <p:strVal val="#ppt_x"/>
                                          </p:val>
                                        </p:tav>
                                        <p:tav tm="100000">
                                          <p:val>
                                            <p:strVal val="#ppt_x"/>
                                          </p:val>
                                        </p:tav>
                                      </p:tavLst>
                                    </p:anim>
                                    <p:anim calcmode="lin" valueType="num">
                                      <p:cBhvr>
                                        <p:cTn id="84" dur="6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2275"/>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600"/>
                                        <p:tgtEl>
                                          <p:spTgt spid="21"/>
                                        </p:tgtEl>
                                      </p:cBhvr>
                                    </p:animEffect>
                                    <p:anim calcmode="lin" valueType="num">
                                      <p:cBhvr>
                                        <p:cTn id="88" dur="600" fill="hold"/>
                                        <p:tgtEl>
                                          <p:spTgt spid="21"/>
                                        </p:tgtEl>
                                        <p:attrNameLst>
                                          <p:attrName>ppt_x</p:attrName>
                                        </p:attrNameLst>
                                      </p:cBhvr>
                                      <p:tavLst>
                                        <p:tav tm="0">
                                          <p:val>
                                            <p:strVal val="#ppt_x"/>
                                          </p:val>
                                        </p:tav>
                                        <p:tav tm="100000">
                                          <p:val>
                                            <p:strVal val="#ppt_x"/>
                                          </p:val>
                                        </p:tav>
                                      </p:tavLst>
                                    </p:anim>
                                    <p:anim calcmode="lin" valueType="num">
                                      <p:cBhvr>
                                        <p:cTn id="89" dur="6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2275"/>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600"/>
                                        <p:tgtEl>
                                          <p:spTgt spid="22"/>
                                        </p:tgtEl>
                                      </p:cBhvr>
                                    </p:animEffect>
                                    <p:anim calcmode="lin" valueType="num">
                                      <p:cBhvr>
                                        <p:cTn id="93" dur="600" fill="hold"/>
                                        <p:tgtEl>
                                          <p:spTgt spid="22"/>
                                        </p:tgtEl>
                                        <p:attrNameLst>
                                          <p:attrName>ppt_x</p:attrName>
                                        </p:attrNameLst>
                                      </p:cBhvr>
                                      <p:tavLst>
                                        <p:tav tm="0">
                                          <p:val>
                                            <p:strVal val="#ppt_x"/>
                                          </p:val>
                                        </p:tav>
                                        <p:tav tm="100000">
                                          <p:val>
                                            <p:strVal val="#ppt_x"/>
                                          </p:val>
                                        </p:tav>
                                      </p:tavLst>
                                    </p:anim>
                                    <p:anim calcmode="lin" valueType="num">
                                      <p:cBhvr>
                                        <p:cTn id="94" dur="6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2275"/>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600"/>
                                        <p:tgtEl>
                                          <p:spTgt spid="23"/>
                                        </p:tgtEl>
                                      </p:cBhvr>
                                    </p:animEffect>
                                    <p:anim calcmode="lin" valueType="num">
                                      <p:cBhvr>
                                        <p:cTn id="98" dur="600" fill="hold"/>
                                        <p:tgtEl>
                                          <p:spTgt spid="23"/>
                                        </p:tgtEl>
                                        <p:attrNameLst>
                                          <p:attrName>ppt_x</p:attrName>
                                        </p:attrNameLst>
                                      </p:cBhvr>
                                      <p:tavLst>
                                        <p:tav tm="0">
                                          <p:val>
                                            <p:strVal val="#ppt_x"/>
                                          </p:val>
                                        </p:tav>
                                        <p:tav tm="100000">
                                          <p:val>
                                            <p:strVal val="#ppt_x"/>
                                          </p:val>
                                        </p:tav>
                                      </p:tavLst>
                                    </p:anim>
                                    <p:anim calcmode="lin" valueType="num">
                                      <p:cBhvr>
                                        <p:cTn id="99" dur="6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01 · HOW IT WAS ORGANISED</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Before, during and after my internship</a:t>
            </a:r>
            <a:endParaRPr lang="en-US" sz="3400" dirty="0"/>
          </a:p>
        </p:txBody>
      </p:sp>
      <p:sp>
        <p:nvSpPr>
          <p:cNvPr id="4" name="a1-float"/>
          <p:cNvSpPr txBox="1"/>
          <p:nvPr/>
        </p:nvSpPr>
        <p:spPr>
          <a:xfrm>
            <a:off x="640080" y="1783080"/>
            <a:ext cx="3739896" cy="777240"/>
          </a:xfrm>
          <a:prstGeom prst="homePlate">
            <a:avLst/>
          </a:prstGeom>
          <a:solidFill>
            <a:srgbClr val="1B2A4A"/>
          </a:solidFill>
          <a:ln/>
        </p:spPr>
        <p:txBody>
          <a:bodyPr wrap="square" lIns="0" tIns="0" rIns="0" bIns="0" rtlCol="0" anchor="ctr"/>
          <a:lstStyle/>
          <a:p>
            <a:pPr algn="ctr" indent="0" marL="0">
              <a:buNone/>
            </a:pPr>
            <a:r>
              <a:rPr lang="en-US" sz="1800" b="1" spc="200" kern="0" dirty="0">
                <a:solidFill>
                  <a:srgbClr val="FFFFFF"/>
                </a:solidFill>
                <a:latin typeface="Calibri" pitchFamily="34" charset="0"/>
                <a:ea typeface="Calibri" pitchFamily="34" charset="-122"/>
                <a:cs typeface="Calibri" pitchFamily="34" charset="-120"/>
              </a:rPr>
              <a:t>1   BEFORE</a:t>
            </a:r>
            <a:endParaRPr lang="en-US" sz="1800" dirty="0"/>
          </a:p>
        </p:txBody>
      </p:sp>
      <p:sp>
        <p:nvSpPr>
          <p:cNvPr id="5" name="a1-float"/>
          <p:cNvSpPr/>
          <p:nvPr/>
        </p:nvSpPr>
        <p:spPr>
          <a:xfrm>
            <a:off x="640080" y="2788920"/>
            <a:ext cx="3520440" cy="3154680"/>
          </a:xfrm>
          <a:prstGeom prst="roundRect">
            <a:avLst>
              <a:gd name="adj" fmla="val 4348"/>
            </a:avLst>
          </a:prstGeom>
          <a:solidFill>
            <a:srgbClr val="F3F5F9"/>
          </a:solidFill>
          <a:ln w="12700">
            <a:solidFill>
              <a:srgbClr val="F3F5F9"/>
            </a:solidFill>
            <a:prstDash val="solid"/>
          </a:ln>
        </p:spPr>
      </p:sp>
      <p:sp>
        <p:nvSpPr>
          <p:cNvPr id="6" name="a1-float"/>
          <p:cNvSpPr txBox="1"/>
          <p:nvPr/>
        </p:nvSpPr>
        <p:spPr>
          <a:xfrm>
            <a:off x="914400" y="3017520"/>
            <a:ext cx="2971800" cy="365760"/>
          </a:xfrm>
          <a:prstGeom prst="rect">
            <a:avLst/>
          </a:prstGeom>
          <a:noFill/>
          <a:ln/>
        </p:spPr>
        <p:txBody>
          <a:bodyPr wrap="square" lIns="0" tIns="0" rIns="0" bIns="0" rtlCol="0" anchor="t"/>
          <a:lstStyle/>
          <a:p>
            <a:pPr indent="0" marL="0">
              <a:buNone/>
            </a:pPr>
            <a:r>
              <a:rPr lang="en-US" sz="1700" b="1" dirty="0">
                <a:solidFill>
                  <a:srgbClr val="D9973A"/>
                </a:solidFill>
                <a:latin typeface="Cambria" pitchFamily="34" charset="0"/>
                <a:ea typeface="Cambria" pitchFamily="34" charset="-122"/>
                <a:cs typeface="Cambria" pitchFamily="34" charset="-120"/>
              </a:rPr>
              <a:t>May 2026</a:t>
            </a:r>
            <a:endParaRPr lang="en-US" sz="1700" dirty="0"/>
          </a:p>
        </p:txBody>
      </p:sp>
      <p:sp>
        <p:nvSpPr>
          <p:cNvPr id="7" name="a1-float"/>
          <p:cNvSpPr txBox="1"/>
          <p:nvPr/>
        </p:nvSpPr>
        <p:spPr>
          <a:xfrm>
            <a:off x="914400" y="3566160"/>
            <a:ext cx="3017520" cy="2240280"/>
          </a:xfrm>
          <a:prstGeom prst="rect">
            <a:avLst/>
          </a:prstGeom>
          <a:noFill/>
          <a:ln/>
        </p:spPr>
        <p:txBody>
          <a:bodyPr wrap="square" lIns="0" tIns="0" rIns="0" bIns="0" rtlCol="0" anchor="t"/>
          <a:lstStyle/>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Learning Agreement signed by me, my university and the company</a:t>
            </a:r>
            <a:endParaRPr lang="en-US" sz="1700" dirty="0"/>
          </a:p>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Plan of my tasks and learning outcomes</a:t>
            </a:r>
            <a:endParaRPr lang="en-US" sz="1700" dirty="0"/>
          </a:p>
        </p:txBody>
      </p:sp>
      <p:sp>
        <p:nvSpPr>
          <p:cNvPr id="8" name="a2-float"/>
          <p:cNvSpPr txBox="1"/>
          <p:nvPr/>
        </p:nvSpPr>
        <p:spPr>
          <a:xfrm>
            <a:off x="4224528" y="1783080"/>
            <a:ext cx="3739896" cy="777240"/>
          </a:xfrm>
          <a:prstGeom prst="chevron">
            <a:avLst/>
          </a:prstGeom>
          <a:solidFill>
            <a:srgbClr val="2A3F68"/>
          </a:solidFill>
          <a:ln/>
        </p:spPr>
        <p:txBody>
          <a:bodyPr wrap="square" lIns="0" tIns="0" rIns="0" bIns="0" rtlCol="0" anchor="ctr"/>
          <a:lstStyle/>
          <a:p>
            <a:pPr algn="ctr" indent="0" marL="0">
              <a:buNone/>
            </a:pPr>
            <a:r>
              <a:rPr lang="en-US" sz="1800" b="1" spc="200" kern="0" dirty="0">
                <a:solidFill>
                  <a:srgbClr val="FFFFFF"/>
                </a:solidFill>
                <a:latin typeface="Calibri" pitchFamily="34" charset="0"/>
                <a:ea typeface="Calibri" pitchFamily="34" charset="-122"/>
                <a:cs typeface="Calibri" pitchFamily="34" charset="-120"/>
              </a:rPr>
              <a:t>2   DURING</a:t>
            </a:r>
            <a:endParaRPr lang="en-US" sz="1800" dirty="0"/>
          </a:p>
        </p:txBody>
      </p:sp>
      <p:sp>
        <p:nvSpPr>
          <p:cNvPr id="9" name="a2-float"/>
          <p:cNvSpPr/>
          <p:nvPr/>
        </p:nvSpPr>
        <p:spPr>
          <a:xfrm>
            <a:off x="4334256" y="2788920"/>
            <a:ext cx="3520440" cy="3154680"/>
          </a:xfrm>
          <a:prstGeom prst="roundRect">
            <a:avLst>
              <a:gd name="adj" fmla="val 4348"/>
            </a:avLst>
          </a:prstGeom>
          <a:solidFill>
            <a:srgbClr val="F3F5F9"/>
          </a:solidFill>
          <a:ln w="12700">
            <a:solidFill>
              <a:srgbClr val="F3F5F9"/>
            </a:solidFill>
            <a:prstDash val="solid"/>
          </a:ln>
        </p:spPr>
      </p:sp>
      <p:sp>
        <p:nvSpPr>
          <p:cNvPr id="10" name="a2-float"/>
          <p:cNvSpPr txBox="1"/>
          <p:nvPr/>
        </p:nvSpPr>
        <p:spPr>
          <a:xfrm>
            <a:off x="4608576" y="3017520"/>
            <a:ext cx="2971800" cy="365760"/>
          </a:xfrm>
          <a:prstGeom prst="rect">
            <a:avLst/>
          </a:prstGeom>
          <a:noFill/>
          <a:ln/>
        </p:spPr>
        <p:txBody>
          <a:bodyPr wrap="square" lIns="0" tIns="0" rIns="0" bIns="0" rtlCol="0" anchor="t"/>
          <a:lstStyle/>
          <a:p>
            <a:pPr indent="0" marL="0">
              <a:buNone/>
            </a:pPr>
            <a:r>
              <a:rPr lang="en-US" sz="1700" b="1" dirty="0">
                <a:solidFill>
                  <a:srgbClr val="D9973A"/>
                </a:solidFill>
                <a:latin typeface="Cambria" pitchFamily="34" charset="0"/>
                <a:ea typeface="Cambria" pitchFamily="34" charset="-122"/>
                <a:cs typeface="Cambria" pitchFamily="34" charset="-120"/>
              </a:rPr>
              <a:t>5 June – 25 August 2026</a:t>
            </a:r>
            <a:endParaRPr lang="en-US" sz="1700" dirty="0"/>
          </a:p>
        </p:txBody>
      </p:sp>
      <p:sp>
        <p:nvSpPr>
          <p:cNvPr id="11" name="a2-float"/>
          <p:cNvSpPr txBox="1"/>
          <p:nvPr/>
        </p:nvSpPr>
        <p:spPr>
          <a:xfrm>
            <a:off x="4608576" y="3566160"/>
            <a:ext cx="3017520" cy="2240280"/>
          </a:xfrm>
          <a:prstGeom prst="rect">
            <a:avLst/>
          </a:prstGeom>
          <a:noFill/>
          <a:ln/>
        </p:spPr>
        <p:txBody>
          <a:bodyPr wrap="square" lIns="0" tIns="0" rIns="0" bIns="0" rtlCol="0" anchor="t"/>
          <a:lstStyle/>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About 12 weeks, 40 hours per week</a:t>
            </a:r>
            <a:endParaRPr lang="en-US" sz="1700" dirty="0"/>
          </a:p>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My supervisor followed my progress and gave me feedback</a:t>
            </a:r>
            <a:endParaRPr lang="en-US" sz="1700" dirty="0"/>
          </a:p>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Meals provided by the company</a:t>
            </a:r>
            <a:endParaRPr lang="en-US" sz="1700" dirty="0"/>
          </a:p>
        </p:txBody>
      </p:sp>
      <p:sp>
        <p:nvSpPr>
          <p:cNvPr id="12" name="a3-float"/>
          <p:cNvSpPr txBox="1"/>
          <p:nvPr/>
        </p:nvSpPr>
        <p:spPr>
          <a:xfrm>
            <a:off x="7808976" y="1783080"/>
            <a:ext cx="3739896" cy="777240"/>
          </a:xfrm>
          <a:prstGeom prst="chevron">
            <a:avLst/>
          </a:prstGeom>
          <a:solidFill>
            <a:srgbClr val="D9973A"/>
          </a:solidFill>
          <a:ln/>
        </p:spPr>
        <p:txBody>
          <a:bodyPr wrap="square" lIns="0" tIns="0" rIns="0" bIns="0" rtlCol="0" anchor="ctr"/>
          <a:lstStyle/>
          <a:p>
            <a:pPr algn="ctr" indent="0" marL="0">
              <a:buNone/>
            </a:pPr>
            <a:r>
              <a:rPr lang="en-US" sz="1800" b="1" spc="200" kern="0" dirty="0">
                <a:solidFill>
                  <a:srgbClr val="FFFFFF"/>
                </a:solidFill>
                <a:latin typeface="Calibri" pitchFamily="34" charset="0"/>
                <a:ea typeface="Calibri" pitchFamily="34" charset="-122"/>
                <a:cs typeface="Calibri" pitchFamily="34" charset="-120"/>
              </a:rPr>
              <a:t>3   AFTER</a:t>
            </a:r>
            <a:endParaRPr lang="en-US" sz="1800" dirty="0"/>
          </a:p>
        </p:txBody>
      </p:sp>
      <p:sp>
        <p:nvSpPr>
          <p:cNvPr id="13" name="a3-float"/>
          <p:cNvSpPr/>
          <p:nvPr/>
        </p:nvSpPr>
        <p:spPr>
          <a:xfrm>
            <a:off x="8028432" y="2788920"/>
            <a:ext cx="3520440" cy="3154680"/>
          </a:xfrm>
          <a:prstGeom prst="roundRect">
            <a:avLst>
              <a:gd name="adj" fmla="val 4348"/>
            </a:avLst>
          </a:prstGeom>
          <a:solidFill>
            <a:srgbClr val="F3F5F9"/>
          </a:solidFill>
          <a:ln w="12700">
            <a:solidFill>
              <a:srgbClr val="F3F5F9"/>
            </a:solidFill>
            <a:prstDash val="solid"/>
          </a:ln>
        </p:spPr>
      </p:sp>
      <p:sp>
        <p:nvSpPr>
          <p:cNvPr id="14" name="a3-float"/>
          <p:cNvSpPr txBox="1"/>
          <p:nvPr/>
        </p:nvSpPr>
        <p:spPr>
          <a:xfrm>
            <a:off x="8302752" y="3017520"/>
            <a:ext cx="2971800" cy="365760"/>
          </a:xfrm>
          <a:prstGeom prst="rect">
            <a:avLst/>
          </a:prstGeom>
          <a:noFill/>
          <a:ln/>
        </p:spPr>
        <p:txBody>
          <a:bodyPr wrap="square" lIns="0" tIns="0" rIns="0" bIns="0" rtlCol="0" anchor="t"/>
          <a:lstStyle/>
          <a:p>
            <a:pPr indent="0" marL="0">
              <a:buNone/>
            </a:pPr>
            <a:r>
              <a:rPr lang="en-US" sz="1700" b="1" dirty="0">
                <a:solidFill>
                  <a:srgbClr val="D9973A"/>
                </a:solidFill>
                <a:latin typeface="Cambria" pitchFamily="34" charset="0"/>
                <a:ea typeface="Cambria" pitchFamily="34" charset="-122"/>
                <a:cs typeface="Cambria" pitchFamily="34" charset="-120"/>
              </a:rPr>
              <a:t>End of the internship</a:t>
            </a:r>
            <a:endParaRPr lang="en-US" sz="1700" dirty="0"/>
          </a:p>
        </p:txBody>
      </p:sp>
      <p:sp>
        <p:nvSpPr>
          <p:cNvPr id="15" name="a3-float"/>
          <p:cNvSpPr txBox="1"/>
          <p:nvPr/>
        </p:nvSpPr>
        <p:spPr>
          <a:xfrm>
            <a:off x="8302752" y="3566160"/>
            <a:ext cx="3017520" cy="2240280"/>
          </a:xfrm>
          <a:prstGeom prst="rect">
            <a:avLst/>
          </a:prstGeom>
          <a:noFill/>
          <a:ln/>
        </p:spPr>
        <p:txBody>
          <a:bodyPr wrap="square" lIns="0" tIns="0" rIns="0" bIns="0" rtlCol="0" anchor="t"/>
          <a:lstStyle/>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Traineeship certificate from the company</a:t>
            </a:r>
            <a:endParaRPr lang="en-US" sz="1700" dirty="0"/>
          </a:p>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Evaluation form: 10/10</a:t>
            </a:r>
            <a:endParaRPr lang="en-US" sz="1700" dirty="0"/>
          </a:p>
          <a:p>
            <a:pPr marL="203200" indent="-203200">
              <a:spcAft>
                <a:spcPts val="1400"/>
              </a:spcAft>
              <a:buSzPct val="100000"/>
              <a:buChar char="•"/>
            </a:pPr>
            <a:r>
              <a:rPr lang="en-US" sz="1700" dirty="0">
                <a:solidFill>
                  <a:srgbClr val="1B2A4A"/>
                </a:solidFill>
                <a:latin typeface="Calibri" pitchFamily="34" charset="0"/>
                <a:ea typeface="Calibri" pitchFamily="34" charset="-122"/>
                <a:cs typeface="Calibri" pitchFamily="34" charset="-120"/>
              </a:rPr>
              <a:t>15 ECTS credits for my studies</a:t>
            </a:r>
            <a:endParaRPr lang="en-US" sz="1700" dirty="0"/>
          </a:p>
        </p:txBody>
      </p:sp>
      <p:sp>
        <p:nvSpPr>
          <p:cNvPr id="16" name="Text 14"/>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17" name="Text 15"/>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5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fill="hold"/>
                                        <p:tgtEl>
                                          <p:spTgt spid="5"/>
                                        </p:tgtEl>
                                        <p:attrNameLst>
                                          <p:attrName>ppt_x</p:attrName>
                                        </p:attrNameLst>
                                      </p:cBhvr>
                                      <p:tavLst>
                                        <p:tav tm="0">
                                          <p:val>
                                            <p:strVal val="#ppt_x"/>
                                          </p:val>
                                        </p:tav>
                                        <p:tav tm="100000">
                                          <p:val>
                                            <p:strVal val="#ppt_x"/>
                                          </p:val>
                                        </p:tav>
                                      </p:tavLst>
                                    </p:anim>
                                    <p:anim calcmode="lin" valueType="num">
                                      <p:cBhvr>
                                        <p:cTn id="14" dur="6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fill="hold"/>
                                        <p:tgtEl>
                                          <p:spTgt spid="6"/>
                                        </p:tgtEl>
                                        <p:attrNameLst>
                                          <p:attrName>ppt_x</p:attrName>
                                        </p:attrNameLst>
                                      </p:cBhvr>
                                      <p:tavLst>
                                        <p:tav tm="0">
                                          <p:val>
                                            <p:strVal val="#ppt_x"/>
                                          </p:val>
                                        </p:tav>
                                        <p:tav tm="100000">
                                          <p:val>
                                            <p:strVal val="#ppt_x"/>
                                          </p:val>
                                        </p:tav>
                                      </p:tavLst>
                                    </p:anim>
                                    <p:anim calcmode="lin" valueType="num">
                                      <p:cBhvr>
                                        <p:cTn id="19" dur="6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2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2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fill="hold"/>
                                        <p:tgtEl>
                                          <p:spTgt spid="9"/>
                                        </p:tgtEl>
                                        <p:attrNameLst>
                                          <p:attrName>ppt_x</p:attrName>
                                        </p:attrNameLst>
                                      </p:cBhvr>
                                      <p:tavLst>
                                        <p:tav tm="0">
                                          <p:val>
                                            <p:strVal val="#ppt_x"/>
                                          </p:val>
                                        </p:tav>
                                        <p:tav tm="100000">
                                          <p:val>
                                            <p:strVal val="#ppt_x"/>
                                          </p:val>
                                        </p:tav>
                                      </p:tavLst>
                                    </p:anim>
                                    <p:anim calcmode="lin" valueType="num">
                                      <p:cBhvr>
                                        <p:cTn id="34" dur="600" fill="hold"/>
                                        <p:tgtEl>
                                          <p:spTgt spid="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2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fill="hold"/>
                                        <p:tgtEl>
                                          <p:spTgt spid="10"/>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2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84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84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fill="hold"/>
                                        <p:tgtEl>
                                          <p:spTgt spid="13"/>
                                        </p:tgtEl>
                                        <p:attrNameLst>
                                          <p:attrName>ppt_x</p:attrName>
                                        </p:attrNameLst>
                                      </p:cBhvr>
                                      <p:tavLst>
                                        <p:tav tm="0">
                                          <p:val>
                                            <p:strVal val="#ppt_x"/>
                                          </p:val>
                                        </p:tav>
                                        <p:tav tm="100000">
                                          <p:val>
                                            <p:strVal val="#ppt_x"/>
                                          </p:val>
                                        </p:tav>
                                      </p:tavLst>
                                    </p:anim>
                                    <p:anim calcmode="lin" valueType="num">
                                      <p:cBhvr>
                                        <p:cTn id="54" dur="600" fill="hold"/>
                                        <p:tgtEl>
                                          <p:spTgt spid="13"/>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84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fill="hold"/>
                                        <p:tgtEl>
                                          <p:spTgt spid="14"/>
                                        </p:tgtEl>
                                        <p:attrNameLst>
                                          <p:attrName>ppt_x</p:attrName>
                                        </p:attrNameLst>
                                      </p:cBhvr>
                                      <p:tavLst>
                                        <p:tav tm="0">
                                          <p:val>
                                            <p:strVal val="#ppt_x"/>
                                          </p:val>
                                        </p:tav>
                                        <p:tav tm="100000">
                                          <p:val>
                                            <p:strVal val="#ppt_x"/>
                                          </p:val>
                                        </p:tav>
                                      </p:tavLst>
                                    </p:anim>
                                    <p:anim calcmode="lin" valueType="num">
                                      <p:cBhvr>
                                        <p:cTn id="59" dur="600" fill="hold"/>
                                        <p:tgtEl>
                                          <p:spTgt spid="14"/>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4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fill="hold"/>
                                        <p:tgtEl>
                                          <p:spTgt spid="15"/>
                                        </p:tgtEl>
                                        <p:attrNameLst>
                                          <p:attrName>ppt_x</p:attrName>
                                        </p:attrNameLst>
                                      </p:cBhvr>
                                      <p:tavLst>
                                        <p:tav tm="0">
                                          <p:val>
                                            <p:strVal val="#ppt_x"/>
                                          </p:val>
                                        </p:tav>
                                        <p:tav tm="100000">
                                          <p:val>
                                            <p:strVal val="#ppt_x"/>
                                          </p:val>
                                        </p:tav>
                                      </p:tavLst>
                                    </p:anim>
                                    <p:anim calcmode="lin" valueType="num">
                                      <p:cBhvr>
                                        <p:cTn id="64" dur="6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01 · AIM &amp; OBJECTIVES</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What was my internship about?</a:t>
            </a:r>
            <a:endParaRPr lang="en-US" sz="3400" dirty="0"/>
          </a:p>
        </p:txBody>
      </p:sp>
      <p:sp>
        <p:nvSpPr>
          <p:cNvPr id="4" name="a1-wipe"/>
          <p:cNvSpPr/>
          <p:nvPr/>
        </p:nvSpPr>
        <p:spPr>
          <a:xfrm>
            <a:off x="640080" y="1737360"/>
            <a:ext cx="10908792" cy="1051560"/>
          </a:xfrm>
          <a:prstGeom prst="roundRect">
            <a:avLst>
              <a:gd name="adj" fmla="val 13043"/>
            </a:avLst>
          </a:prstGeom>
          <a:solidFill>
            <a:srgbClr val="1B2A4A"/>
          </a:solidFill>
          <a:ln w="12700">
            <a:solidFill>
              <a:srgbClr val="1B2A4A"/>
            </a:solidFill>
            <a:prstDash val="solid"/>
          </a:ln>
        </p:spPr>
      </p:sp>
      <p:sp>
        <p:nvSpPr>
          <p:cNvPr id="5" name="a1-wipe"/>
          <p:cNvSpPr txBox="1"/>
          <p:nvPr/>
        </p:nvSpPr>
        <p:spPr>
          <a:xfrm>
            <a:off x="1005840" y="1874520"/>
            <a:ext cx="10058400" cy="256032"/>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OFFICIAL TITLE OF MY INTERNSHIP</a:t>
            </a:r>
            <a:endParaRPr lang="en-US" sz="1200" dirty="0"/>
          </a:p>
        </p:txBody>
      </p:sp>
      <p:sp>
        <p:nvSpPr>
          <p:cNvPr id="6" name="a1-wipe"/>
          <p:cNvSpPr txBox="1"/>
          <p:nvPr/>
        </p:nvSpPr>
        <p:spPr>
          <a:xfrm>
            <a:off x="1005840" y="2167128"/>
            <a:ext cx="10241280" cy="502920"/>
          </a:xfrm>
          <a:prstGeom prst="rect">
            <a:avLst/>
          </a:prstGeom>
          <a:noFill/>
          <a:ln/>
        </p:spPr>
        <p:txBody>
          <a:bodyPr wrap="square" lIns="0" tIns="0" rIns="0" bIns="0" rtlCol="0" anchor="t"/>
          <a:lstStyle/>
          <a:p>
            <a:pPr indent="0" marL="0">
              <a:buNone/>
            </a:pPr>
            <a:r>
              <a:rPr lang="en-US" sz="2300" i="1" dirty="0">
                <a:solidFill>
                  <a:srgbClr val="FFFFFF"/>
                </a:solidFill>
                <a:latin typeface="Cambria" pitchFamily="34" charset="0"/>
                <a:ea typeface="Cambria" pitchFamily="34" charset="-122"/>
                <a:cs typeface="Cambria" pitchFamily="34" charset="-120"/>
              </a:rPr>
              <a:t>Administrative Skills Training and Customer Relationship Management</a:t>
            </a:r>
            <a:endParaRPr lang="en-US" sz="2300" dirty="0"/>
          </a:p>
        </p:txBody>
      </p:sp>
      <p:sp>
        <p:nvSpPr>
          <p:cNvPr id="7" name="a2-zoom"/>
          <p:cNvSpPr/>
          <p:nvPr/>
        </p:nvSpPr>
        <p:spPr>
          <a:xfrm>
            <a:off x="640080" y="3063240"/>
            <a:ext cx="4297680" cy="2834640"/>
          </a:xfrm>
          <a:prstGeom prst="roundRect">
            <a:avLst>
              <a:gd name="adj" fmla="val 4839"/>
            </a:avLst>
          </a:prstGeom>
          <a:solidFill>
            <a:srgbClr val="FBF1E2"/>
          </a:solidFill>
          <a:ln w="12700">
            <a:solidFill>
              <a:srgbClr val="FBF1E2"/>
            </a:solidFill>
            <a:prstDash val="solid"/>
          </a:ln>
        </p:spPr>
      </p:sp>
      <p:sp>
        <p:nvSpPr>
          <p:cNvPr id="8" name="a2-zoom"/>
          <p:cNvSpPr/>
          <p:nvPr/>
        </p:nvSpPr>
        <p:spPr>
          <a:xfrm>
            <a:off x="1005840" y="3401568"/>
            <a:ext cx="731520" cy="731520"/>
          </a:xfrm>
          <a:prstGeom prst="ellipse">
            <a:avLst/>
          </a:prstGeom>
          <a:solidFill>
            <a:srgbClr val="D9973A"/>
          </a:solidFill>
          <a:ln w="12700">
            <a:solidFill>
              <a:srgbClr val="D9973A"/>
            </a:solidFill>
            <a:prstDash val="solid"/>
          </a:ln>
        </p:spPr>
      </p:sp>
      <p:pic>
        <p:nvPicPr>
          <p:cNvPr id="9" name="a2-zoom" descr="">    </p:cNvPr>
          <p:cNvPicPr>
            <a:picLocks noChangeAspect="1"/>
          </p:cNvPicPr>
          <p:nvPr/>
        </p:nvPicPr>
        <p:blipFill>
          <a:blip r:embed="rId1"/>
          <a:stretch>
            <a:fillRect/>
          </a:stretch>
        </p:blipFill>
        <p:spPr>
          <a:xfrm>
            <a:off x="1181405" y="3577133"/>
            <a:ext cx="380390" cy="380390"/>
          </a:xfrm>
          <a:prstGeom prst="rect">
            <a:avLst/>
          </a:prstGeom>
        </p:spPr>
      </p:pic>
      <p:sp>
        <p:nvSpPr>
          <p:cNvPr id="10" name="a2-zoom"/>
          <p:cNvSpPr txBox="1"/>
          <p:nvPr/>
        </p:nvSpPr>
        <p:spPr>
          <a:xfrm>
            <a:off x="1920240" y="3401568"/>
            <a:ext cx="2743200" cy="731520"/>
          </a:xfrm>
          <a:prstGeom prst="rect">
            <a:avLst/>
          </a:prstGeom>
          <a:noFill/>
          <a:ln/>
        </p:spPr>
        <p:txBody>
          <a:bodyPr wrap="square" lIns="0" tIns="0" rIns="0" bIns="0" rtlCol="0" anchor="ctr"/>
          <a:lstStyle/>
          <a:p>
            <a:pPr indent="0" marL="0">
              <a:buNone/>
            </a:pPr>
            <a:r>
              <a:rPr lang="en-US" sz="1400" b="1" spc="200" kern="0" dirty="0">
                <a:solidFill>
                  <a:srgbClr val="D9973A"/>
                </a:solidFill>
                <a:latin typeface="Calibri" pitchFamily="34" charset="0"/>
                <a:ea typeface="Calibri" pitchFamily="34" charset="-122"/>
                <a:cs typeface="Calibri" pitchFamily="34" charset="-120"/>
              </a:rPr>
              <a:t>MY AIM</a:t>
            </a:r>
            <a:endParaRPr lang="en-US" sz="1400" dirty="0"/>
          </a:p>
        </p:txBody>
      </p:sp>
      <p:sp>
        <p:nvSpPr>
          <p:cNvPr id="11" name="a2-zoom"/>
          <p:cNvSpPr txBox="1"/>
          <p:nvPr/>
        </p:nvSpPr>
        <p:spPr>
          <a:xfrm>
            <a:off x="1005840" y="4343400"/>
            <a:ext cx="3566160" cy="1371600"/>
          </a:xfrm>
          <a:prstGeom prst="rect">
            <a:avLst/>
          </a:prstGeom>
          <a:noFill/>
          <a:ln/>
        </p:spPr>
        <p:txBody>
          <a:bodyPr wrap="square" lIns="0" tIns="0" rIns="0" bIns="0" rtlCol="0" anchor="t"/>
          <a:lstStyle/>
          <a:p>
            <a:pPr indent="0" marL="0">
              <a:buNone/>
            </a:pPr>
            <a:r>
              <a:rPr lang="en-US" sz="2000" b="1" dirty="0">
                <a:solidFill>
                  <a:srgbClr val="1B2A4A"/>
                </a:solidFill>
                <a:latin typeface="Cambria" pitchFamily="34" charset="0"/>
                <a:ea typeface="Cambria" pitchFamily="34" charset="-122"/>
                <a:cs typeface="Cambria" pitchFamily="34" charset="-120"/>
              </a:rPr>
              <a:t>To learn how a real company is managed and how it takes care of its customers.</a:t>
            </a:r>
            <a:endParaRPr lang="en-US" sz="2000" dirty="0"/>
          </a:p>
        </p:txBody>
      </p:sp>
      <p:sp>
        <p:nvSpPr>
          <p:cNvPr id="12" name="a3-fade"/>
          <p:cNvSpPr txBox="1"/>
          <p:nvPr/>
        </p:nvSpPr>
        <p:spPr>
          <a:xfrm>
            <a:off x="5349240" y="3108960"/>
            <a:ext cx="5486400" cy="274320"/>
          </a:xfrm>
          <a:prstGeom prst="rect">
            <a:avLst/>
          </a:prstGeom>
          <a:noFill/>
          <a:ln/>
        </p:spPr>
        <p:txBody>
          <a:bodyPr wrap="square" lIns="0" tIns="0" rIns="0" bIns="0" rtlCol="0" anchor="t"/>
          <a:lstStyle/>
          <a:p>
            <a:pPr indent="0" marL="0">
              <a:buNone/>
            </a:pPr>
            <a:r>
              <a:rPr lang="en-US" sz="1400" b="1" spc="200" kern="0" dirty="0">
                <a:solidFill>
                  <a:srgbClr val="D9973A"/>
                </a:solidFill>
                <a:latin typeface="Calibri" pitchFamily="34" charset="0"/>
                <a:ea typeface="Calibri" pitchFamily="34" charset="-122"/>
                <a:cs typeface="Calibri" pitchFamily="34" charset="-120"/>
              </a:rPr>
              <a:t>MY OBJECTIVES</a:t>
            </a:r>
            <a:endParaRPr lang="en-US" sz="1400" dirty="0"/>
          </a:p>
        </p:txBody>
      </p:sp>
      <p:sp>
        <p:nvSpPr>
          <p:cNvPr id="13" name="a4-float"/>
          <p:cNvSpPr txBox="1"/>
          <p:nvPr/>
        </p:nvSpPr>
        <p:spPr>
          <a:xfrm>
            <a:off x="5349240" y="3520440"/>
            <a:ext cx="365760" cy="365760"/>
          </a:xfrm>
          <a:prstGeom prst="ellipse">
            <a:avLst/>
          </a:prstGeom>
          <a:solidFill>
            <a:srgbClr val="1B2A4A"/>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4" name="a4-float"/>
          <p:cNvSpPr txBox="1"/>
          <p:nvPr/>
        </p:nvSpPr>
        <p:spPr>
          <a:xfrm>
            <a:off x="5897880" y="3520440"/>
            <a:ext cx="5669280" cy="365760"/>
          </a:xfrm>
          <a:prstGeom prst="rect">
            <a:avLst/>
          </a:prstGeom>
          <a:noFill/>
          <a:ln/>
        </p:spPr>
        <p:txBody>
          <a:bodyPr wrap="square" lIns="0" tIns="0" rIns="0" bIns="0" rtlCol="0" anchor="ctr"/>
          <a:lstStyle/>
          <a:p>
            <a:pPr indent="0" marL="0">
              <a:buNone/>
            </a:pPr>
            <a:r>
              <a:rPr lang="en-US" sz="1700" dirty="0">
                <a:solidFill>
                  <a:srgbClr val="1B2A4A"/>
                </a:solidFill>
                <a:latin typeface="Calibri" pitchFamily="34" charset="0"/>
                <a:ea typeface="Calibri" pitchFamily="34" charset="-122"/>
                <a:cs typeface="Calibri" pitchFamily="34" charset="-120"/>
              </a:rPr>
              <a:t>Analyse the company: activities, structure and rules</a:t>
            </a:r>
            <a:endParaRPr lang="en-US" sz="1700" dirty="0"/>
          </a:p>
        </p:txBody>
      </p:sp>
      <p:sp>
        <p:nvSpPr>
          <p:cNvPr id="15" name="a5-float"/>
          <p:cNvSpPr txBox="1"/>
          <p:nvPr/>
        </p:nvSpPr>
        <p:spPr>
          <a:xfrm>
            <a:off x="5349240" y="3995928"/>
            <a:ext cx="365760" cy="365760"/>
          </a:xfrm>
          <a:prstGeom prst="ellipse">
            <a:avLst/>
          </a:prstGeom>
          <a:solidFill>
            <a:srgbClr val="1B2A4A"/>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a5-float"/>
          <p:cNvSpPr txBox="1"/>
          <p:nvPr/>
        </p:nvSpPr>
        <p:spPr>
          <a:xfrm>
            <a:off x="5897880" y="3995928"/>
            <a:ext cx="5669280" cy="365760"/>
          </a:xfrm>
          <a:prstGeom prst="rect">
            <a:avLst/>
          </a:prstGeom>
          <a:noFill/>
          <a:ln/>
        </p:spPr>
        <p:txBody>
          <a:bodyPr wrap="square" lIns="0" tIns="0" rIns="0" bIns="0" rtlCol="0" anchor="ctr"/>
          <a:lstStyle/>
          <a:p>
            <a:pPr indent="0" marL="0">
              <a:buNone/>
            </a:pPr>
            <a:r>
              <a:rPr lang="en-US" sz="1700" dirty="0">
                <a:solidFill>
                  <a:srgbClr val="1B2A4A"/>
                </a:solidFill>
                <a:latin typeface="Calibri" pitchFamily="34" charset="0"/>
                <a:ea typeface="Calibri" pitchFamily="34" charset="-122"/>
                <a:cs typeface="Calibri" pitchFamily="34" charset="-120"/>
              </a:rPr>
              <a:t>Prepare and manage documents and information</a:t>
            </a:r>
            <a:endParaRPr lang="en-US" sz="1700" dirty="0"/>
          </a:p>
        </p:txBody>
      </p:sp>
      <p:sp>
        <p:nvSpPr>
          <p:cNvPr id="17" name="a6-float"/>
          <p:cNvSpPr txBox="1"/>
          <p:nvPr/>
        </p:nvSpPr>
        <p:spPr>
          <a:xfrm>
            <a:off x="5349240" y="4471416"/>
            <a:ext cx="365760" cy="365760"/>
          </a:xfrm>
          <a:prstGeom prst="ellipse">
            <a:avLst/>
          </a:prstGeom>
          <a:solidFill>
            <a:srgbClr val="1B2A4A"/>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a6-float"/>
          <p:cNvSpPr txBox="1"/>
          <p:nvPr/>
        </p:nvSpPr>
        <p:spPr>
          <a:xfrm>
            <a:off x="5897880" y="4471416"/>
            <a:ext cx="5669280" cy="365760"/>
          </a:xfrm>
          <a:prstGeom prst="rect">
            <a:avLst/>
          </a:prstGeom>
          <a:noFill/>
          <a:ln/>
        </p:spPr>
        <p:txBody>
          <a:bodyPr wrap="square" lIns="0" tIns="0" rIns="0" bIns="0" rtlCol="0" anchor="ctr"/>
          <a:lstStyle/>
          <a:p>
            <a:pPr indent="0" marL="0">
              <a:buNone/>
            </a:pPr>
            <a:r>
              <a:rPr lang="en-US" sz="1700" dirty="0">
                <a:solidFill>
                  <a:srgbClr val="1B2A4A"/>
                </a:solidFill>
                <a:latin typeface="Calibri" pitchFamily="34" charset="0"/>
                <a:ea typeface="Calibri" pitchFamily="34" charset="-122"/>
                <a:cs typeface="Calibri" pitchFamily="34" charset="-120"/>
              </a:rPr>
              <a:t>Take part in work organisation and planning</a:t>
            </a:r>
            <a:endParaRPr lang="en-US" sz="1700" dirty="0"/>
          </a:p>
        </p:txBody>
      </p:sp>
      <p:sp>
        <p:nvSpPr>
          <p:cNvPr id="19" name="a7-float"/>
          <p:cNvSpPr txBox="1"/>
          <p:nvPr/>
        </p:nvSpPr>
        <p:spPr>
          <a:xfrm>
            <a:off x="5349240" y="4946904"/>
            <a:ext cx="365760" cy="365760"/>
          </a:xfrm>
          <a:prstGeom prst="ellipse">
            <a:avLst/>
          </a:prstGeom>
          <a:solidFill>
            <a:srgbClr val="1B2A4A"/>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a7-float"/>
          <p:cNvSpPr txBox="1"/>
          <p:nvPr/>
        </p:nvSpPr>
        <p:spPr>
          <a:xfrm>
            <a:off x="5897880" y="4946904"/>
            <a:ext cx="5669280" cy="365760"/>
          </a:xfrm>
          <a:prstGeom prst="rect">
            <a:avLst/>
          </a:prstGeom>
          <a:noFill/>
          <a:ln/>
        </p:spPr>
        <p:txBody>
          <a:bodyPr wrap="square" lIns="0" tIns="0" rIns="0" bIns="0" rtlCol="0" anchor="ctr"/>
          <a:lstStyle/>
          <a:p>
            <a:pPr indent="0" marL="0">
              <a:buNone/>
            </a:pPr>
            <a:r>
              <a:rPr lang="en-US" sz="1700" dirty="0">
                <a:solidFill>
                  <a:srgbClr val="1B2A4A"/>
                </a:solidFill>
                <a:latin typeface="Calibri" pitchFamily="34" charset="0"/>
                <a:ea typeface="Calibri" pitchFamily="34" charset="-122"/>
                <a:cs typeface="Calibri" pitchFamily="34" charset="-120"/>
              </a:rPr>
              <a:t>Understand customers and use CRM</a:t>
            </a:r>
            <a:endParaRPr lang="en-US" sz="1700" dirty="0"/>
          </a:p>
        </p:txBody>
      </p:sp>
      <p:sp>
        <p:nvSpPr>
          <p:cNvPr id="21" name="a8-float"/>
          <p:cNvSpPr txBox="1"/>
          <p:nvPr/>
        </p:nvSpPr>
        <p:spPr>
          <a:xfrm>
            <a:off x="5349240" y="5422392"/>
            <a:ext cx="365760" cy="365760"/>
          </a:xfrm>
          <a:prstGeom prst="ellipse">
            <a:avLst/>
          </a:prstGeom>
          <a:solidFill>
            <a:srgbClr val="1B2A4A"/>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a8-float"/>
          <p:cNvSpPr txBox="1"/>
          <p:nvPr/>
        </p:nvSpPr>
        <p:spPr>
          <a:xfrm>
            <a:off x="5897880" y="5422392"/>
            <a:ext cx="5669280" cy="365760"/>
          </a:xfrm>
          <a:prstGeom prst="rect">
            <a:avLst/>
          </a:prstGeom>
          <a:noFill/>
          <a:ln/>
        </p:spPr>
        <p:txBody>
          <a:bodyPr wrap="square" lIns="0" tIns="0" rIns="0" bIns="0" rtlCol="0" anchor="ctr"/>
          <a:lstStyle/>
          <a:p>
            <a:pPr indent="0" marL="0">
              <a:buNone/>
            </a:pPr>
            <a:r>
              <a:rPr lang="en-US" sz="1700" dirty="0">
                <a:solidFill>
                  <a:srgbClr val="1B2A4A"/>
                </a:solidFill>
                <a:latin typeface="Calibri" pitchFamily="34" charset="0"/>
                <a:ea typeface="Calibri" pitchFamily="34" charset="-122"/>
                <a:cs typeface="Calibri" pitchFamily="34" charset="-120"/>
              </a:rPr>
              <a:t>Propose ideas to improve the company</a:t>
            </a:r>
            <a:endParaRPr lang="en-US" sz="1700" dirty="0"/>
          </a:p>
        </p:txBody>
      </p:sp>
      <p:sp>
        <p:nvSpPr>
          <p:cNvPr id="23" name="Text 20"/>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24" name="Text 21"/>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6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50"/>
                                        <p:tgtEl>
                                          <p:spTgt spid="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5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50"/>
                                        <p:tgtEl>
                                          <p:spTgt spid="6"/>
                                        </p:tgtEl>
                                      </p:cBhvr>
                                    </p:animEffect>
                                  </p:childTnLst>
                                </p:cTn>
                              </p:par>
                              <p:par>
                                <p:cTn id="14" presetID="53" presetClass="entr" presetSubtype="16" fill="hold" grpId="0" nodeType="withEffect">
                                  <p:stCondLst>
                                    <p:cond delay="385"/>
                                  </p:stCondLst>
                                  <p:childTnLst>
                                    <p:set>
                                      <p:cBhvr>
                                        <p:cTn id="15" dur="1" fill="hold">
                                          <p:stCondLst>
                                            <p:cond delay="0"/>
                                          </p:stCondLst>
                                        </p:cTn>
                                        <p:tgtEl>
                                          <p:spTgt spid="7"/>
                                        </p:tgtEl>
                                        <p:attrNameLst>
                                          <p:attrName>style.visibility</p:attrName>
                                        </p:attrNameLst>
                                      </p:cBhvr>
                                      <p:to>
                                        <p:strVal val="visible"/>
                                      </p:to>
                                    </p:set>
                                    <p:anim calcmode="lin" valueType="num">
                                      <p:cBhvr>
                                        <p:cTn id="16" dur="450" fill="hold"/>
                                        <p:tgtEl>
                                          <p:spTgt spid="7"/>
                                        </p:tgtEl>
                                        <p:attrNameLst>
                                          <p:attrName>ppt_w</p:attrName>
                                        </p:attrNameLst>
                                      </p:cBhvr>
                                      <p:tavLst>
                                        <p:tav tm="0">
                                          <p:val>
                                            <p:fltVal val="0"/>
                                          </p:val>
                                        </p:tav>
                                        <p:tav tm="100000">
                                          <p:val>
                                            <p:strVal val="#ppt_w"/>
                                          </p:val>
                                        </p:tav>
                                      </p:tavLst>
                                    </p:anim>
                                    <p:anim calcmode="lin" valueType="num">
                                      <p:cBhvr>
                                        <p:cTn id="17" dur="450" fill="hold"/>
                                        <p:tgtEl>
                                          <p:spTgt spid="7"/>
                                        </p:tgtEl>
                                        <p:attrNameLst>
                                          <p:attrName>ppt_h</p:attrName>
                                        </p:attrNameLst>
                                      </p:cBhvr>
                                      <p:tavLst>
                                        <p:tav tm="0">
                                          <p:val>
                                            <p:fltVal val="0"/>
                                          </p:val>
                                        </p:tav>
                                        <p:tav tm="100000">
                                          <p:val>
                                            <p:strVal val="#ppt_h"/>
                                          </p:val>
                                        </p:tav>
                                      </p:tavLst>
                                    </p:anim>
                                    <p:animEffect transition="in" filter="fade">
                                      <p:cBhvr>
                                        <p:cTn id="18" dur="450"/>
                                        <p:tgtEl>
                                          <p:spTgt spid="7"/>
                                        </p:tgtEl>
                                      </p:cBhvr>
                                    </p:animEffect>
                                  </p:childTnLst>
                                </p:cTn>
                              </p:par>
                              <p:par>
                                <p:cTn id="19" presetID="53" presetClass="entr" presetSubtype="16" fill="hold" grpId="0" nodeType="withEffect">
                                  <p:stCondLst>
                                    <p:cond delay="385"/>
                                  </p:stCondLst>
                                  <p:childTnLst>
                                    <p:set>
                                      <p:cBhvr>
                                        <p:cTn id="20" dur="1" fill="hold">
                                          <p:stCondLst>
                                            <p:cond delay="0"/>
                                          </p:stCondLst>
                                        </p:cTn>
                                        <p:tgtEl>
                                          <p:spTgt spid="8"/>
                                        </p:tgtEl>
                                        <p:attrNameLst>
                                          <p:attrName>style.visibility</p:attrName>
                                        </p:attrNameLst>
                                      </p:cBhvr>
                                      <p:to>
                                        <p:strVal val="visible"/>
                                      </p:to>
                                    </p:set>
                                    <p:anim calcmode="lin" valueType="num">
                                      <p:cBhvr>
                                        <p:cTn id="21" dur="450" fill="hold"/>
                                        <p:tgtEl>
                                          <p:spTgt spid="8"/>
                                        </p:tgtEl>
                                        <p:attrNameLst>
                                          <p:attrName>ppt_w</p:attrName>
                                        </p:attrNameLst>
                                      </p:cBhvr>
                                      <p:tavLst>
                                        <p:tav tm="0">
                                          <p:val>
                                            <p:fltVal val="0"/>
                                          </p:val>
                                        </p:tav>
                                        <p:tav tm="100000">
                                          <p:val>
                                            <p:strVal val="#ppt_w"/>
                                          </p:val>
                                        </p:tav>
                                      </p:tavLst>
                                    </p:anim>
                                    <p:anim calcmode="lin" valueType="num">
                                      <p:cBhvr>
                                        <p:cTn id="22" dur="450" fill="hold"/>
                                        <p:tgtEl>
                                          <p:spTgt spid="8"/>
                                        </p:tgtEl>
                                        <p:attrNameLst>
                                          <p:attrName>ppt_h</p:attrName>
                                        </p:attrNameLst>
                                      </p:cBhvr>
                                      <p:tavLst>
                                        <p:tav tm="0">
                                          <p:val>
                                            <p:fltVal val="0"/>
                                          </p:val>
                                        </p:tav>
                                        <p:tav tm="100000">
                                          <p:val>
                                            <p:strVal val="#ppt_h"/>
                                          </p:val>
                                        </p:tav>
                                      </p:tavLst>
                                    </p:anim>
                                    <p:animEffect transition="in" filter="fade">
                                      <p:cBhvr>
                                        <p:cTn id="23" dur="450"/>
                                        <p:tgtEl>
                                          <p:spTgt spid="8"/>
                                        </p:tgtEl>
                                      </p:cBhvr>
                                    </p:animEffect>
                                  </p:childTnLst>
                                </p:cTn>
                              </p:par>
                              <p:par>
                                <p:cTn id="24" presetID="53" presetClass="entr" presetSubtype="16" fill="hold" grpId="0" nodeType="withEffect">
                                  <p:stCondLst>
                                    <p:cond delay="385"/>
                                  </p:stCondLst>
                                  <p:childTnLst>
                                    <p:set>
                                      <p:cBhvr>
                                        <p:cTn id="25" dur="1" fill="hold">
                                          <p:stCondLst>
                                            <p:cond delay="0"/>
                                          </p:stCondLst>
                                        </p:cTn>
                                        <p:tgtEl>
                                          <p:spTgt spid="9"/>
                                        </p:tgtEl>
                                        <p:attrNameLst>
                                          <p:attrName>style.visibility</p:attrName>
                                        </p:attrNameLst>
                                      </p:cBhvr>
                                      <p:to>
                                        <p:strVal val="visible"/>
                                      </p:to>
                                    </p:set>
                                    <p:anim calcmode="lin" valueType="num">
                                      <p:cBhvr>
                                        <p:cTn id="26" dur="450" fill="hold"/>
                                        <p:tgtEl>
                                          <p:spTgt spid="9"/>
                                        </p:tgtEl>
                                        <p:attrNameLst>
                                          <p:attrName>ppt_w</p:attrName>
                                        </p:attrNameLst>
                                      </p:cBhvr>
                                      <p:tavLst>
                                        <p:tav tm="0">
                                          <p:val>
                                            <p:fltVal val="0"/>
                                          </p:val>
                                        </p:tav>
                                        <p:tav tm="100000">
                                          <p:val>
                                            <p:strVal val="#ppt_w"/>
                                          </p:val>
                                        </p:tav>
                                      </p:tavLst>
                                    </p:anim>
                                    <p:anim calcmode="lin" valueType="num">
                                      <p:cBhvr>
                                        <p:cTn id="27" dur="450" fill="hold"/>
                                        <p:tgtEl>
                                          <p:spTgt spid="9"/>
                                        </p:tgtEl>
                                        <p:attrNameLst>
                                          <p:attrName>ppt_h</p:attrName>
                                        </p:attrNameLst>
                                      </p:cBhvr>
                                      <p:tavLst>
                                        <p:tav tm="0">
                                          <p:val>
                                            <p:fltVal val="0"/>
                                          </p:val>
                                        </p:tav>
                                        <p:tav tm="100000">
                                          <p:val>
                                            <p:strVal val="#ppt_h"/>
                                          </p:val>
                                        </p:tav>
                                      </p:tavLst>
                                    </p:anim>
                                    <p:animEffect transition="in" filter="fade">
                                      <p:cBhvr>
                                        <p:cTn id="28" dur="450"/>
                                        <p:tgtEl>
                                          <p:spTgt spid="9"/>
                                        </p:tgtEl>
                                      </p:cBhvr>
                                    </p:animEffect>
                                  </p:childTnLst>
                                </p:cTn>
                              </p:par>
                              <p:par>
                                <p:cTn id="29" presetID="53" presetClass="entr" presetSubtype="16" fill="hold" grpId="0" nodeType="withEffect">
                                  <p:stCondLst>
                                    <p:cond delay="385"/>
                                  </p:stCondLst>
                                  <p:childTnLst>
                                    <p:set>
                                      <p:cBhvr>
                                        <p:cTn id="30" dur="1" fill="hold">
                                          <p:stCondLst>
                                            <p:cond delay="0"/>
                                          </p:stCondLst>
                                        </p:cTn>
                                        <p:tgtEl>
                                          <p:spTgt spid="10"/>
                                        </p:tgtEl>
                                        <p:attrNameLst>
                                          <p:attrName>style.visibility</p:attrName>
                                        </p:attrNameLst>
                                      </p:cBhvr>
                                      <p:to>
                                        <p:strVal val="visible"/>
                                      </p:to>
                                    </p:set>
                                    <p:anim calcmode="lin" valueType="num">
                                      <p:cBhvr>
                                        <p:cTn id="31" dur="450" fill="hold"/>
                                        <p:tgtEl>
                                          <p:spTgt spid="10"/>
                                        </p:tgtEl>
                                        <p:attrNameLst>
                                          <p:attrName>ppt_w</p:attrName>
                                        </p:attrNameLst>
                                      </p:cBhvr>
                                      <p:tavLst>
                                        <p:tav tm="0">
                                          <p:val>
                                            <p:fltVal val="0"/>
                                          </p:val>
                                        </p:tav>
                                        <p:tav tm="100000">
                                          <p:val>
                                            <p:strVal val="#ppt_w"/>
                                          </p:val>
                                        </p:tav>
                                      </p:tavLst>
                                    </p:anim>
                                    <p:anim calcmode="lin" valueType="num">
                                      <p:cBhvr>
                                        <p:cTn id="32" dur="450" fill="hold"/>
                                        <p:tgtEl>
                                          <p:spTgt spid="10"/>
                                        </p:tgtEl>
                                        <p:attrNameLst>
                                          <p:attrName>ppt_h</p:attrName>
                                        </p:attrNameLst>
                                      </p:cBhvr>
                                      <p:tavLst>
                                        <p:tav tm="0">
                                          <p:val>
                                            <p:fltVal val="0"/>
                                          </p:val>
                                        </p:tav>
                                        <p:tav tm="100000">
                                          <p:val>
                                            <p:strVal val="#ppt_h"/>
                                          </p:val>
                                        </p:tav>
                                      </p:tavLst>
                                    </p:anim>
                                    <p:animEffect transition="in" filter="fade">
                                      <p:cBhvr>
                                        <p:cTn id="33" dur="450"/>
                                        <p:tgtEl>
                                          <p:spTgt spid="10"/>
                                        </p:tgtEl>
                                      </p:cBhvr>
                                    </p:animEffect>
                                  </p:childTnLst>
                                </p:cTn>
                              </p:par>
                              <p:par>
                                <p:cTn id="34" presetID="53" presetClass="entr" presetSubtype="16" fill="hold" grpId="0" nodeType="withEffect">
                                  <p:stCondLst>
                                    <p:cond delay="385"/>
                                  </p:stCondLst>
                                  <p:childTnLst>
                                    <p:set>
                                      <p:cBhvr>
                                        <p:cTn id="35" dur="1" fill="hold">
                                          <p:stCondLst>
                                            <p:cond delay="0"/>
                                          </p:stCondLst>
                                        </p:cTn>
                                        <p:tgtEl>
                                          <p:spTgt spid="11"/>
                                        </p:tgtEl>
                                        <p:attrNameLst>
                                          <p:attrName>style.visibility</p:attrName>
                                        </p:attrNameLst>
                                      </p:cBhvr>
                                      <p:to>
                                        <p:strVal val="visible"/>
                                      </p:to>
                                    </p:set>
                                    <p:anim calcmode="lin" valueType="num">
                                      <p:cBhvr>
                                        <p:cTn id="36" dur="450" fill="hold"/>
                                        <p:tgtEl>
                                          <p:spTgt spid="11"/>
                                        </p:tgtEl>
                                        <p:attrNameLst>
                                          <p:attrName>ppt_w</p:attrName>
                                        </p:attrNameLst>
                                      </p:cBhvr>
                                      <p:tavLst>
                                        <p:tav tm="0">
                                          <p:val>
                                            <p:fltVal val="0"/>
                                          </p:val>
                                        </p:tav>
                                        <p:tav tm="100000">
                                          <p:val>
                                            <p:strVal val="#ppt_w"/>
                                          </p:val>
                                        </p:tav>
                                      </p:tavLst>
                                    </p:anim>
                                    <p:anim calcmode="lin" valueType="num">
                                      <p:cBhvr>
                                        <p:cTn id="37" dur="450" fill="hold"/>
                                        <p:tgtEl>
                                          <p:spTgt spid="11"/>
                                        </p:tgtEl>
                                        <p:attrNameLst>
                                          <p:attrName>ppt_h</p:attrName>
                                        </p:attrNameLst>
                                      </p:cBhvr>
                                      <p:tavLst>
                                        <p:tav tm="0">
                                          <p:val>
                                            <p:fltVal val="0"/>
                                          </p:val>
                                        </p:tav>
                                        <p:tav tm="100000">
                                          <p:val>
                                            <p:strVal val="#ppt_h"/>
                                          </p:val>
                                        </p:tav>
                                      </p:tavLst>
                                    </p:anim>
                                    <p:animEffect transition="in" filter="fade">
                                      <p:cBhvr>
                                        <p:cTn id="38" dur="450"/>
                                        <p:tgtEl>
                                          <p:spTgt spid="11"/>
                                        </p:tgtEl>
                                      </p:cBhvr>
                                    </p:animEffect>
                                  </p:childTnLst>
                                </p:cTn>
                              </p:par>
                              <p:par>
                                <p:cTn id="39" presetID="10" presetClass="entr" presetSubtype="0" fill="hold" grpId="0" nodeType="withEffect">
                                  <p:stCondLst>
                                    <p:cond delay="70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42" presetClass="entr" presetSubtype="0" fill="hold" grpId="0" nodeType="withEffect">
                                  <p:stCondLst>
                                    <p:cond delay="105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600"/>
                                        <p:tgtEl>
                                          <p:spTgt spid="13"/>
                                        </p:tgtEl>
                                      </p:cBhvr>
                                    </p:animEffect>
                                    <p:anim calcmode="lin" valueType="num">
                                      <p:cBhvr>
                                        <p:cTn id="45" dur="600" fill="hold"/>
                                        <p:tgtEl>
                                          <p:spTgt spid="13"/>
                                        </p:tgtEl>
                                        <p:attrNameLst>
                                          <p:attrName>ppt_x</p:attrName>
                                        </p:attrNameLst>
                                      </p:cBhvr>
                                      <p:tavLst>
                                        <p:tav tm="0">
                                          <p:val>
                                            <p:strVal val="#ppt_x"/>
                                          </p:val>
                                        </p:tav>
                                        <p:tav tm="100000">
                                          <p:val>
                                            <p:strVal val="#ppt_x"/>
                                          </p:val>
                                        </p:tav>
                                      </p:tavLst>
                                    </p:anim>
                                    <p:anim calcmode="lin" valueType="num">
                                      <p:cBhvr>
                                        <p:cTn id="46" dur="600" fill="hold"/>
                                        <p:tgtEl>
                                          <p:spTgt spid="13"/>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105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600"/>
                                        <p:tgtEl>
                                          <p:spTgt spid="14"/>
                                        </p:tgtEl>
                                      </p:cBhvr>
                                    </p:animEffect>
                                    <p:anim calcmode="lin" valueType="num">
                                      <p:cBhvr>
                                        <p:cTn id="50" dur="600" fill="hold"/>
                                        <p:tgtEl>
                                          <p:spTgt spid="14"/>
                                        </p:tgtEl>
                                        <p:attrNameLst>
                                          <p:attrName>ppt_x</p:attrName>
                                        </p:attrNameLst>
                                      </p:cBhvr>
                                      <p:tavLst>
                                        <p:tav tm="0">
                                          <p:val>
                                            <p:strVal val="#ppt_x"/>
                                          </p:val>
                                        </p:tav>
                                        <p:tav tm="100000">
                                          <p:val>
                                            <p:strVal val="#ppt_x"/>
                                          </p:val>
                                        </p:tav>
                                      </p:tavLst>
                                    </p:anim>
                                    <p:anim calcmode="lin" valueType="num">
                                      <p:cBhvr>
                                        <p:cTn id="51" dur="600" fill="hold"/>
                                        <p:tgtEl>
                                          <p:spTgt spid="14"/>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147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600"/>
                                        <p:tgtEl>
                                          <p:spTgt spid="15"/>
                                        </p:tgtEl>
                                      </p:cBhvr>
                                    </p:animEffect>
                                    <p:anim calcmode="lin" valueType="num">
                                      <p:cBhvr>
                                        <p:cTn id="55" dur="600" fill="hold"/>
                                        <p:tgtEl>
                                          <p:spTgt spid="15"/>
                                        </p:tgtEl>
                                        <p:attrNameLst>
                                          <p:attrName>ppt_x</p:attrName>
                                        </p:attrNameLst>
                                      </p:cBhvr>
                                      <p:tavLst>
                                        <p:tav tm="0">
                                          <p:val>
                                            <p:strVal val="#ppt_x"/>
                                          </p:val>
                                        </p:tav>
                                        <p:tav tm="100000">
                                          <p:val>
                                            <p:strVal val="#ppt_x"/>
                                          </p:val>
                                        </p:tav>
                                      </p:tavLst>
                                    </p:anim>
                                    <p:anim calcmode="lin" valueType="num">
                                      <p:cBhvr>
                                        <p:cTn id="56" dur="600" fill="hold"/>
                                        <p:tgtEl>
                                          <p:spTgt spid="15"/>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147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600"/>
                                        <p:tgtEl>
                                          <p:spTgt spid="16"/>
                                        </p:tgtEl>
                                      </p:cBhvr>
                                    </p:animEffect>
                                    <p:anim calcmode="lin" valueType="num">
                                      <p:cBhvr>
                                        <p:cTn id="60" dur="600" fill="hold"/>
                                        <p:tgtEl>
                                          <p:spTgt spid="16"/>
                                        </p:tgtEl>
                                        <p:attrNameLst>
                                          <p:attrName>ppt_x</p:attrName>
                                        </p:attrNameLst>
                                      </p:cBhvr>
                                      <p:tavLst>
                                        <p:tav tm="0">
                                          <p:val>
                                            <p:strVal val="#ppt_x"/>
                                          </p:val>
                                        </p:tav>
                                        <p:tav tm="100000">
                                          <p:val>
                                            <p:strVal val="#ppt_x"/>
                                          </p:val>
                                        </p:tav>
                                      </p:tavLst>
                                    </p:anim>
                                    <p:anim calcmode="lin" valueType="num">
                                      <p:cBhvr>
                                        <p:cTn id="61" dur="600" fill="hold"/>
                                        <p:tgtEl>
                                          <p:spTgt spid="16"/>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189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600"/>
                                        <p:tgtEl>
                                          <p:spTgt spid="17"/>
                                        </p:tgtEl>
                                      </p:cBhvr>
                                    </p:animEffect>
                                    <p:anim calcmode="lin" valueType="num">
                                      <p:cBhvr>
                                        <p:cTn id="65" dur="600" fill="hold"/>
                                        <p:tgtEl>
                                          <p:spTgt spid="17"/>
                                        </p:tgtEl>
                                        <p:attrNameLst>
                                          <p:attrName>ppt_x</p:attrName>
                                        </p:attrNameLst>
                                      </p:cBhvr>
                                      <p:tavLst>
                                        <p:tav tm="0">
                                          <p:val>
                                            <p:strVal val="#ppt_x"/>
                                          </p:val>
                                        </p:tav>
                                        <p:tav tm="100000">
                                          <p:val>
                                            <p:strVal val="#ppt_x"/>
                                          </p:val>
                                        </p:tav>
                                      </p:tavLst>
                                    </p:anim>
                                    <p:anim calcmode="lin" valueType="num">
                                      <p:cBhvr>
                                        <p:cTn id="66" dur="600" fill="hold"/>
                                        <p:tgtEl>
                                          <p:spTgt spid="17"/>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189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600"/>
                                        <p:tgtEl>
                                          <p:spTgt spid="18"/>
                                        </p:tgtEl>
                                      </p:cBhvr>
                                    </p:animEffect>
                                    <p:anim calcmode="lin" valueType="num">
                                      <p:cBhvr>
                                        <p:cTn id="70" dur="600" fill="hold"/>
                                        <p:tgtEl>
                                          <p:spTgt spid="18"/>
                                        </p:tgtEl>
                                        <p:attrNameLst>
                                          <p:attrName>ppt_x</p:attrName>
                                        </p:attrNameLst>
                                      </p:cBhvr>
                                      <p:tavLst>
                                        <p:tav tm="0">
                                          <p:val>
                                            <p:strVal val="#ppt_x"/>
                                          </p:val>
                                        </p:tav>
                                        <p:tav tm="100000">
                                          <p:val>
                                            <p:strVal val="#ppt_x"/>
                                          </p:val>
                                        </p:tav>
                                      </p:tavLst>
                                    </p:anim>
                                    <p:anim calcmode="lin" valueType="num">
                                      <p:cBhvr>
                                        <p:cTn id="71" dur="600" fill="hold"/>
                                        <p:tgtEl>
                                          <p:spTgt spid="18"/>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231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600"/>
                                        <p:tgtEl>
                                          <p:spTgt spid="19"/>
                                        </p:tgtEl>
                                      </p:cBhvr>
                                    </p:animEffect>
                                    <p:anim calcmode="lin" valueType="num">
                                      <p:cBhvr>
                                        <p:cTn id="75" dur="600" fill="hold"/>
                                        <p:tgtEl>
                                          <p:spTgt spid="19"/>
                                        </p:tgtEl>
                                        <p:attrNameLst>
                                          <p:attrName>ppt_x</p:attrName>
                                        </p:attrNameLst>
                                      </p:cBhvr>
                                      <p:tavLst>
                                        <p:tav tm="0">
                                          <p:val>
                                            <p:strVal val="#ppt_x"/>
                                          </p:val>
                                        </p:tav>
                                        <p:tav tm="100000">
                                          <p:val>
                                            <p:strVal val="#ppt_x"/>
                                          </p:val>
                                        </p:tav>
                                      </p:tavLst>
                                    </p:anim>
                                    <p:anim calcmode="lin" valueType="num">
                                      <p:cBhvr>
                                        <p:cTn id="76" dur="600" fill="hold"/>
                                        <p:tgtEl>
                                          <p:spTgt spid="19"/>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231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anim calcmode="lin" valueType="num">
                                      <p:cBhvr>
                                        <p:cTn id="80" dur="600" fill="hold"/>
                                        <p:tgtEl>
                                          <p:spTgt spid="20"/>
                                        </p:tgtEl>
                                        <p:attrNameLst>
                                          <p:attrName>ppt_x</p:attrName>
                                        </p:attrNameLst>
                                      </p:cBhvr>
                                      <p:tavLst>
                                        <p:tav tm="0">
                                          <p:val>
                                            <p:strVal val="#ppt_x"/>
                                          </p:val>
                                        </p:tav>
                                        <p:tav tm="100000">
                                          <p:val>
                                            <p:strVal val="#ppt_x"/>
                                          </p:val>
                                        </p:tav>
                                      </p:tavLst>
                                    </p:anim>
                                    <p:anim calcmode="lin" valueType="num">
                                      <p:cBhvr>
                                        <p:cTn id="81" dur="600" fill="hold"/>
                                        <p:tgtEl>
                                          <p:spTgt spid="20"/>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2730"/>
                                  </p:stCondLst>
                                  <p:childTnLst>
                                    <p:set>
                                      <p:cBhvr>
                                        <p:cTn id="83" dur="1" fill="hold">
                                          <p:stCondLst>
                                            <p:cond delay="0"/>
                                          </p:stCondLst>
                                        </p:cTn>
                                        <p:tgtEl>
                                          <p:spTgt spid="21"/>
                                        </p:tgtEl>
                                        <p:attrNameLst>
                                          <p:attrName>style.visibility</p:attrName>
                                        </p:attrNameLst>
                                      </p:cBhvr>
                                      <p:to>
                                        <p:strVal val="visible"/>
                                      </p:to>
                                    </p:set>
                                    <p:animEffect transition="in" filter="fade">
                                      <p:cBhvr>
                                        <p:cTn id="84" dur="600"/>
                                        <p:tgtEl>
                                          <p:spTgt spid="21"/>
                                        </p:tgtEl>
                                      </p:cBhvr>
                                    </p:animEffect>
                                    <p:anim calcmode="lin" valueType="num">
                                      <p:cBhvr>
                                        <p:cTn id="85" dur="600" fill="hold"/>
                                        <p:tgtEl>
                                          <p:spTgt spid="21"/>
                                        </p:tgtEl>
                                        <p:attrNameLst>
                                          <p:attrName>ppt_x</p:attrName>
                                        </p:attrNameLst>
                                      </p:cBhvr>
                                      <p:tavLst>
                                        <p:tav tm="0">
                                          <p:val>
                                            <p:strVal val="#ppt_x"/>
                                          </p:val>
                                        </p:tav>
                                        <p:tav tm="100000">
                                          <p:val>
                                            <p:strVal val="#ppt_x"/>
                                          </p:val>
                                        </p:tav>
                                      </p:tavLst>
                                    </p:anim>
                                    <p:anim calcmode="lin" valueType="num">
                                      <p:cBhvr>
                                        <p:cTn id="86" dur="600" fill="hold"/>
                                        <p:tgtEl>
                                          <p:spTgt spid="21"/>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2730"/>
                                  </p:stCondLst>
                                  <p:childTnLst>
                                    <p:set>
                                      <p:cBhvr>
                                        <p:cTn id="88" dur="1" fill="hold">
                                          <p:stCondLst>
                                            <p:cond delay="0"/>
                                          </p:stCondLst>
                                        </p:cTn>
                                        <p:tgtEl>
                                          <p:spTgt spid="22"/>
                                        </p:tgtEl>
                                        <p:attrNameLst>
                                          <p:attrName>style.visibility</p:attrName>
                                        </p:attrNameLst>
                                      </p:cBhvr>
                                      <p:to>
                                        <p:strVal val="visible"/>
                                      </p:to>
                                    </p:set>
                                    <p:animEffect transition="in" filter="fade">
                                      <p:cBhvr>
                                        <p:cTn id="89" dur="600"/>
                                        <p:tgtEl>
                                          <p:spTgt spid="22"/>
                                        </p:tgtEl>
                                      </p:cBhvr>
                                    </p:animEffect>
                                    <p:anim calcmode="lin" valueType="num">
                                      <p:cBhvr>
                                        <p:cTn id="90" dur="600" fill="hold"/>
                                        <p:tgtEl>
                                          <p:spTgt spid="22"/>
                                        </p:tgtEl>
                                        <p:attrNameLst>
                                          <p:attrName>ppt_x</p:attrName>
                                        </p:attrNameLst>
                                      </p:cBhvr>
                                      <p:tavLst>
                                        <p:tav tm="0">
                                          <p:val>
                                            <p:strVal val="#ppt_x"/>
                                          </p:val>
                                        </p:tav>
                                        <p:tav tm="100000">
                                          <p:val>
                                            <p:strVal val="#ppt_x"/>
                                          </p:val>
                                        </p:tav>
                                      </p:tavLst>
                                    </p:anim>
                                    <p:anim calcmode="lin" valueType="num">
                                      <p:cBhvr>
                                        <p:cTn id="91" dur="6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02 · THE COMPANY</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Boulangerie D.O – a French bakery</a:t>
            </a:r>
            <a:endParaRPr lang="en-US" sz="3400" dirty="0"/>
          </a:p>
        </p:txBody>
      </p:sp>
      <p:sp>
        <p:nvSpPr>
          <p:cNvPr id="4" name="a1-fade"/>
          <p:cNvSpPr txBox="1"/>
          <p:nvPr/>
        </p:nvSpPr>
        <p:spPr>
          <a:xfrm>
            <a:off x="640080" y="1645920"/>
            <a:ext cx="10881360" cy="411480"/>
          </a:xfrm>
          <a:prstGeom prst="rect">
            <a:avLst/>
          </a:prstGeom>
          <a:noFill/>
          <a:ln/>
        </p:spPr>
        <p:txBody>
          <a:bodyPr wrap="square" lIns="0" tIns="0" rIns="0" bIns="0" rtlCol="0" anchor="t"/>
          <a:lstStyle/>
          <a:p>
            <a:pPr indent="0" marL="0">
              <a:buNone/>
            </a:pPr>
            <a:r>
              <a:rPr lang="en-US" sz="1900" dirty="0">
                <a:solidFill>
                  <a:srgbClr val="5B6577"/>
                </a:solidFill>
                <a:latin typeface="Calibri" pitchFamily="34" charset="0"/>
                <a:ea typeface="Calibri" pitchFamily="34" charset="-122"/>
                <a:cs typeface="Calibri" pitchFamily="34" charset="-120"/>
              </a:rPr>
              <a:t>A local bakery in Creil. It makes fresh bread, pastries and cakes and sells them in its shop.</a:t>
            </a:r>
            <a:endParaRPr lang="en-US" sz="1900" dirty="0"/>
          </a:p>
        </p:txBody>
      </p:sp>
      <p:sp>
        <p:nvSpPr>
          <p:cNvPr id="5" name="a1-fade"/>
          <p:cNvSpPr txBox="1"/>
          <p:nvPr/>
        </p:nvSpPr>
        <p:spPr>
          <a:xfrm>
            <a:off x="640080" y="2194560"/>
            <a:ext cx="2514600" cy="384048"/>
          </a:xfrm>
          <a:prstGeom prst="roundRect">
            <a:avLst>
              <a:gd name="adj" fmla="val 50000"/>
            </a:avLst>
          </a:prstGeom>
          <a:solidFill>
            <a:srgbClr val="F3F5F9"/>
          </a:solid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Small business (SME)</a:t>
            </a:r>
            <a:endParaRPr lang="en-US" sz="1300" dirty="0"/>
          </a:p>
        </p:txBody>
      </p:sp>
      <p:sp>
        <p:nvSpPr>
          <p:cNvPr id="6" name="a1-fade"/>
          <p:cNvSpPr txBox="1"/>
          <p:nvPr/>
        </p:nvSpPr>
        <p:spPr>
          <a:xfrm>
            <a:off x="3337560" y="2194560"/>
            <a:ext cx="2514600" cy="384048"/>
          </a:xfrm>
          <a:prstGeom prst="roundRect">
            <a:avLst>
              <a:gd name="adj" fmla="val 50000"/>
            </a:avLst>
          </a:prstGeom>
          <a:solidFill>
            <a:srgbClr val="F3F5F9"/>
          </a:solid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SIREN 903 956 977</a:t>
            </a:r>
            <a:endParaRPr lang="en-US" sz="1300" dirty="0"/>
          </a:p>
        </p:txBody>
      </p:sp>
      <p:sp>
        <p:nvSpPr>
          <p:cNvPr id="7" name="a1-fade"/>
          <p:cNvSpPr txBox="1"/>
          <p:nvPr/>
        </p:nvSpPr>
        <p:spPr>
          <a:xfrm>
            <a:off x="6035040" y="2194560"/>
            <a:ext cx="2514600" cy="384048"/>
          </a:xfrm>
          <a:prstGeom prst="roundRect">
            <a:avLst>
              <a:gd name="adj" fmla="val 50000"/>
            </a:avLst>
          </a:prstGeom>
          <a:solidFill>
            <a:srgbClr val="F3F5F9"/>
          </a:solid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Sector: bakery &amp; pastry</a:t>
            </a:r>
            <a:endParaRPr lang="en-US" sz="1300" dirty="0"/>
          </a:p>
        </p:txBody>
      </p:sp>
      <p:sp>
        <p:nvSpPr>
          <p:cNvPr id="8" name="a2-wipe"/>
          <p:cNvSpPr/>
          <p:nvPr/>
        </p:nvSpPr>
        <p:spPr>
          <a:xfrm>
            <a:off x="1600200" y="3703320"/>
            <a:ext cx="8988552" cy="0"/>
          </a:xfrm>
          <a:prstGeom prst="line">
            <a:avLst/>
          </a:prstGeom>
          <a:noFill/>
          <a:ln w="38100">
            <a:solidFill>
              <a:srgbClr val="D9973A"/>
            </a:solidFill>
            <a:prstDash val="solid"/>
          </a:ln>
        </p:spPr>
      </p:sp>
      <p:sp>
        <p:nvSpPr>
          <p:cNvPr id="9" name="a3-zoom"/>
          <p:cNvSpPr/>
          <p:nvPr/>
        </p:nvSpPr>
        <p:spPr>
          <a:xfrm>
            <a:off x="1005840" y="3108960"/>
            <a:ext cx="1188720" cy="1188720"/>
          </a:xfrm>
          <a:prstGeom prst="ellipse">
            <a:avLst/>
          </a:prstGeom>
          <a:solidFill>
            <a:srgbClr val="1B2A4A"/>
          </a:solidFill>
          <a:ln w="12700">
            <a:solidFill>
              <a:srgbClr val="1B2A4A"/>
            </a:solidFill>
            <a:prstDash val="solid"/>
          </a:ln>
        </p:spPr>
      </p:sp>
      <p:pic>
        <p:nvPicPr>
          <p:cNvPr id="10" name="a3-zoom" descr="">    </p:cNvPr>
          <p:cNvPicPr>
            <a:picLocks noChangeAspect="1"/>
          </p:cNvPicPr>
          <p:nvPr/>
        </p:nvPicPr>
        <p:blipFill>
          <a:blip r:embed="rId1"/>
          <a:stretch>
            <a:fillRect/>
          </a:stretch>
        </p:blipFill>
        <p:spPr>
          <a:xfrm>
            <a:off x="1291133" y="3394253"/>
            <a:ext cx="618134" cy="618134"/>
          </a:xfrm>
          <a:prstGeom prst="rect">
            <a:avLst/>
          </a:prstGeom>
        </p:spPr>
      </p:pic>
      <p:sp>
        <p:nvSpPr>
          <p:cNvPr id="11" name="a3-zoom"/>
          <p:cNvSpPr txBox="1"/>
          <p:nvPr/>
        </p:nvSpPr>
        <p:spPr>
          <a:xfrm>
            <a:off x="1837944" y="2971800"/>
            <a:ext cx="402336" cy="402336"/>
          </a:xfrm>
          <a:prstGeom prst="ellipse">
            <a:avLst/>
          </a:prstGeom>
          <a:solidFill>
            <a:srgbClr val="D9973A"/>
          </a:solidFill>
          <a:ln w="25400">
            <a:solidFill>
              <a:srgbClr val="FFFFF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a3-zoom"/>
          <p:cNvSpPr txBox="1"/>
          <p:nvPr/>
        </p:nvSpPr>
        <p:spPr>
          <a:xfrm>
            <a:off x="548640" y="4480560"/>
            <a:ext cx="2103120" cy="411480"/>
          </a:xfrm>
          <a:prstGeom prst="rect">
            <a:avLst/>
          </a:prstGeom>
          <a:noFill/>
          <a:ln/>
        </p:spPr>
        <p:txBody>
          <a:bodyPr wrap="square" lIns="0" tIns="0" rIns="0" bIns="0" rtlCol="0" anchor="t"/>
          <a:lstStyle/>
          <a:p>
            <a:pPr algn="ctr" indent="0" marL="0">
              <a:buNone/>
            </a:pPr>
            <a:r>
              <a:rPr lang="en-US" sz="2000" b="1" dirty="0">
                <a:solidFill>
                  <a:srgbClr val="1B2A4A"/>
                </a:solidFill>
                <a:latin typeface="Cambria" pitchFamily="34" charset="0"/>
                <a:ea typeface="Cambria" pitchFamily="34" charset="-122"/>
                <a:cs typeface="Cambria" pitchFamily="34" charset="-120"/>
              </a:rPr>
              <a:t>Plan</a:t>
            </a:r>
            <a:endParaRPr lang="en-US" sz="2000" dirty="0"/>
          </a:p>
        </p:txBody>
      </p:sp>
      <p:sp>
        <p:nvSpPr>
          <p:cNvPr id="13" name="a3-zoom"/>
          <p:cNvSpPr txBox="1"/>
          <p:nvPr/>
        </p:nvSpPr>
        <p:spPr>
          <a:xfrm>
            <a:off x="594360" y="4910328"/>
            <a:ext cx="2011680" cy="914400"/>
          </a:xfrm>
          <a:prstGeom prst="rect">
            <a:avLst/>
          </a:prstGeom>
          <a:noFill/>
          <a:ln/>
        </p:spPr>
        <p:txBody>
          <a:bodyPr wrap="square" lIns="0" tIns="0" rIns="0" bIns="0" rtlCol="0" anchor="t"/>
          <a:lstStyle/>
          <a:p>
            <a:pPr algn="ctr" indent="0" marL="0">
              <a:buNone/>
            </a:pPr>
            <a:r>
              <a:rPr lang="en-US" sz="1400" dirty="0">
                <a:solidFill>
                  <a:srgbClr val="5B6577"/>
                </a:solidFill>
                <a:latin typeface="Calibri" pitchFamily="34" charset="0"/>
                <a:ea typeface="Calibri" pitchFamily="34" charset="-122"/>
                <a:cs typeface="Calibri" pitchFamily="34" charset="-120"/>
              </a:rPr>
              <a:t>The director plans the day and the team.</a:t>
            </a:r>
            <a:endParaRPr lang="en-US" sz="1400" dirty="0"/>
          </a:p>
        </p:txBody>
      </p:sp>
      <p:sp>
        <p:nvSpPr>
          <p:cNvPr id="14" name="a4-zoom"/>
          <p:cNvSpPr/>
          <p:nvPr/>
        </p:nvSpPr>
        <p:spPr>
          <a:xfrm>
            <a:off x="3252978" y="3108960"/>
            <a:ext cx="1188720" cy="1188720"/>
          </a:xfrm>
          <a:prstGeom prst="ellipse">
            <a:avLst/>
          </a:prstGeom>
          <a:solidFill>
            <a:srgbClr val="1B2A4A"/>
          </a:solidFill>
          <a:ln w="12700">
            <a:solidFill>
              <a:srgbClr val="1B2A4A"/>
            </a:solidFill>
            <a:prstDash val="solid"/>
          </a:ln>
        </p:spPr>
      </p:sp>
      <p:pic>
        <p:nvPicPr>
          <p:cNvPr id="15" name="a4-zoom" descr="">    </p:cNvPr>
          <p:cNvPicPr>
            <a:picLocks noChangeAspect="1"/>
          </p:cNvPicPr>
          <p:nvPr/>
        </p:nvPicPr>
        <p:blipFill>
          <a:blip r:embed="rId2"/>
          <a:stretch>
            <a:fillRect/>
          </a:stretch>
        </p:blipFill>
        <p:spPr>
          <a:xfrm>
            <a:off x="3538271" y="3394253"/>
            <a:ext cx="618134" cy="618134"/>
          </a:xfrm>
          <a:prstGeom prst="rect">
            <a:avLst/>
          </a:prstGeom>
        </p:spPr>
      </p:pic>
      <p:sp>
        <p:nvSpPr>
          <p:cNvPr id="16" name="a4-zoom"/>
          <p:cNvSpPr txBox="1"/>
          <p:nvPr/>
        </p:nvSpPr>
        <p:spPr>
          <a:xfrm>
            <a:off x="4085082" y="2971800"/>
            <a:ext cx="402336" cy="402336"/>
          </a:xfrm>
          <a:prstGeom prst="ellipse">
            <a:avLst/>
          </a:prstGeom>
          <a:solidFill>
            <a:srgbClr val="D9973A"/>
          </a:solidFill>
          <a:ln w="25400">
            <a:solidFill>
              <a:srgbClr val="FFFFF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a4-zoom"/>
          <p:cNvSpPr txBox="1"/>
          <p:nvPr/>
        </p:nvSpPr>
        <p:spPr>
          <a:xfrm>
            <a:off x="2795778" y="4480560"/>
            <a:ext cx="2103120" cy="411480"/>
          </a:xfrm>
          <a:prstGeom prst="rect">
            <a:avLst/>
          </a:prstGeom>
          <a:noFill/>
          <a:ln/>
        </p:spPr>
        <p:txBody>
          <a:bodyPr wrap="square" lIns="0" tIns="0" rIns="0" bIns="0" rtlCol="0" anchor="t"/>
          <a:lstStyle/>
          <a:p>
            <a:pPr algn="ctr" indent="0" marL="0">
              <a:buNone/>
            </a:pPr>
            <a:r>
              <a:rPr lang="en-US" sz="2000" b="1" dirty="0">
                <a:solidFill>
                  <a:srgbClr val="1B2A4A"/>
                </a:solidFill>
                <a:latin typeface="Cambria" pitchFamily="34" charset="0"/>
                <a:ea typeface="Cambria" pitchFamily="34" charset="-122"/>
                <a:cs typeface="Cambria" pitchFamily="34" charset="-120"/>
              </a:rPr>
              <a:t>Make</a:t>
            </a:r>
            <a:endParaRPr lang="en-US" sz="2000" dirty="0"/>
          </a:p>
        </p:txBody>
      </p:sp>
      <p:sp>
        <p:nvSpPr>
          <p:cNvPr id="18" name="a4-zoom"/>
          <p:cNvSpPr txBox="1"/>
          <p:nvPr/>
        </p:nvSpPr>
        <p:spPr>
          <a:xfrm>
            <a:off x="2841498" y="4910328"/>
            <a:ext cx="2011680" cy="914400"/>
          </a:xfrm>
          <a:prstGeom prst="rect">
            <a:avLst/>
          </a:prstGeom>
          <a:noFill/>
          <a:ln/>
        </p:spPr>
        <p:txBody>
          <a:bodyPr wrap="square" lIns="0" tIns="0" rIns="0" bIns="0" rtlCol="0" anchor="t"/>
          <a:lstStyle/>
          <a:p>
            <a:pPr algn="ctr" indent="0" marL="0">
              <a:buNone/>
            </a:pPr>
            <a:r>
              <a:rPr lang="en-US" sz="1400" dirty="0">
                <a:solidFill>
                  <a:srgbClr val="5B6577"/>
                </a:solidFill>
                <a:latin typeface="Calibri" pitchFamily="34" charset="0"/>
                <a:ea typeface="Calibri" pitchFamily="34" charset="-122"/>
                <a:cs typeface="Calibri" pitchFamily="34" charset="-120"/>
              </a:rPr>
              <a:t>The pastry chef bakes fresh products.</a:t>
            </a:r>
            <a:endParaRPr lang="en-US" sz="1400" dirty="0"/>
          </a:p>
        </p:txBody>
      </p:sp>
      <p:sp>
        <p:nvSpPr>
          <p:cNvPr id="19" name="a5-zoom"/>
          <p:cNvSpPr/>
          <p:nvPr/>
        </p:nvSpPr>
        <p:spPr>
          <a:xfrm>
            <a:off x="5500116" y="3108960"/>
            <a:ext cx="1188720" cy="1188720"/>
          </a:xfrm>
          <a:prstGeom prst="ellipse">
            <a:avLst/>
          </a:prstGeom>
          <a:solidFill>
            <a:srgbClr val="1B2A4A"/>
          </a:solidFill>
          <a:ln w="12700">
            <a:solidFill>
              <a:srgbClr val="1B2A4A"/>
            </a:solidFill>
            <a:prstDash val="solid"/>
          </a:ln>
        </p:spPr>
      </p:sp>
      <p:pic>
        <p:nvPicPr>
          <p:cNvPr id="20" name="a5-zoom" descr="">    </p:cNvPr>
          <p:cNvPicPr>
            <a:picLocks noChangeAspect="1"/>
          </p:cNvPicPr>
          <p:nvPr/>
        </p:nvPicPr>
        <p:blipFill>
          <a:blip r:embed="rId3"/>
          <a:stretch>
            <a:fillRect/>
          </a:stretch>
        </p:blipFill>
        <p:spPr>
          <a:xfrm>
            <a:off x="5785409" y="3394253"/>
            <a:ext cx="618134" cy="618134"/>
          </a:xfrm>
          <a:prstGeom prst="rect">
            <a:avLst/>
          </a:prstGeom>
        </p:spPr>
      </p:pic>
      <p:sp>
        <p:nvSpPr>
          <p:cNvPr id="21" name="a5-zoom"/>
          <p:cNvSpPr txBox="1"/>
          <p:nvPr/>
        </p:nvSpPr>
        <p:spPr>
          <a:xfrm>
            <a:off x="6332220" y="2971800"/>
            <a:ext cx="402336" cy="402336"/>
          </a:xfrm>
          <a:prstGeom prst="ellipse">
            <a:avLst/>
          </a:prstGeom>
          <a:solidFill>
            <a:srgbClr val="D9973A"/>
          </a:solidFill>
          <a:ln w="25400">
            <a:solidFill>
              <a:srgbClr val="FFFFF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a5-zoom"/>
          <p:cNvSpPr txBox="1"/>
          <p:nvPr/>
        </p:nvSpPr>
        <p:spPr>
          <a:xfrm>
            <a:off x="5042916" y="4480560"/>
            <a:ext cx="2103120" cy="411480"/>
          </a:xfrm>
          <a:prstGeom prst="rect">
            <a:avLst/>
          </a:prstGeom>
          <a:noFill/>
          <a:ln/>
        </p:spPr>
        <p:txBody>
          <a:bodyPr wrap="square" lIns="0" tIns="0" rIns="0" bIns="0" rtlCol="0" anchor="t"/>
          <a:lstStyle/>
          <a:p>
            <a:pPr algn="ctr" indent="0" marL="0">
              <a:buNone/>
            </a:pPr>
            <a:r>
              <a:rPr lang="en-US" sz="2000" b="1" dirty="0">
                <a:solidFill>
                  <a:srgbClr val="1B2A4A"/>
                </a:solidFill>
                <a:latin typeface="Cambria" pitchFamily="34" charset="0"/>
                <a:ea typeface="Cambria" pitchFamily="34" charset="-122"/>
                <a:cs typeface="Cambria" pitchFamily="34" charset="-120"/>
              </a:rPr>
              <a:t>Sell</a:t>
            </a:r>
            <a:endParaRPr lang="en-US" sz="2000" dirty="0"/>
          </a:p>
        </p:txBody>
      </p:sp>
      <p:sp>
        <p:nvSpPr>
          <p:cNvPr id="23" name="a5-zoom"/>
          <p:cNvSpPr txBox="1"/>
          <p:nvPr/>
        </p:nvSpPr>
        <p:spPr>
          <a:xfrm>
            <a:off x="5088636" y="4910328"/>
            <a:ext cx="2011680" cy="914400"/>
          </a:xfrm>
          <a:prstGeom prst="rect">
            <a:avLst/>
          </a:prstGeom>
          <a:noFill/>
          <a:ln/>
        </p:spPr>
        <p:txBody>
          <a:bodyPr wrap="square" lIns="0" tIns="0" rIns="0" bIns="0" rtlCol="0" anchor="t"/>
          <a:lstStyle/>
          <a:p>
            <a:pPr algn="ctr" indent="0" marL="0">
              <a:buNone/>
            </a:pPr>
            <a:r>
              <a:rPr lang="en-US" sz="1400" dirty="0">
                <a:solidFill>
                  <a:srgbClr val="5B6577"/>
                </a:solidFill>
                <a:latin typeface="Calibri" pitchFamily="34" charset="0"/>
                <a:ea typeface="Calibri" pitchFamily="34" charset="-122"/>
                <a:cs typeface="Calibri" pitchFamily="34" charset="-120"/>
              </a:rPr>
              <a:t>The shop team serves customers and takes payments.</a:t>
            </a:r>
            <a:endParaRPr lang="en-US" sz="1400" dirty="0"/>
          </a:p>
        </p:txBody>
      </p:sp>
      <p:sp>
        <p:nvSpPr>
          <p:cNvPr id="24" name="a6-zoom"/>
          <p:cNvSpPr/>
          <p:nvPr/>
        </p:nvSpPr>
        <p:spPr>
          <a:xfrm>
            <a:off x="7747254" y="3108960"/>
            <a:ext cx="1188720" cy="1188720"/>
          </a:xfrm>
          <a:prstGeom prst="ellipse">
            <a:avLst/>
          </a:prstGeom>
          <a:solidFill>
            <a:srgbClr val="1B2A4A"/>
          </a:solidFill>
          <a:ln w="12700">
            <a:solidFill>
              <a:srgbClr val="1B2A4A"/>
            </a:solidFill>
            <a:prstDash val="solid"/>
          </a:ln>
        </p:spPr>
      </p:sp>
      <p:pic>
        <p:nvPicPr>
          <p:cNvPr id="25" name="a6-zoom" descr="">    </p:cNvPr>
          <p:cNvPicPr>
            <a:picLocks noChangeAspect="1"/>
          </p:cNvPicPr>
          <p:nvPr/>
        </p:nvPicPr>
        <p:blipFill>
          <a:blip r:embed="rId4"/>
          <a:stretch>
            <a:fillRect/>
          </a:stretch>
        </p:blipFill>
        <p:spPr>
          <a:xfrm>
            <a:off x="8032547" y="3394253"/>
            <a:ext cx="618134" cy="618134"/>
          </a:xfrm>
          <a:prstGeom prst="rect">
            <a:avLst/>
          </a:prstGeom>
        </p:spPr>
      </p:pic>
      <p:sp>
        <p:nvSpPr>
          <p:cNvPr id="26" name="a6-zoom"/>
          <p:cNvSpPr txBox="1"/>
          <p:nvPr/>
        </p:nvSpPr>
        <p:spPr>
          <a:xfrm>
            <a:off x="8579358" y="2971800"/>
            <a:ext cx="402336" cy="402336"/>
          </a:xfrm>
          <a:prstGeom prst="ellipse">
            <a:avLst/>
          </a:prstGeom>
          <a:solidFill>
            <a:srgbClr val="D9973A"/>
          </a:solidFill>
          <a:ln w="25400">
            <a:solidFill>
              <a:srgbClr val="FFFFF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a6-zoom"/>
          <p:cNvSpPr txBox="1"/>
          <p:nvPr/>
        </p:nvSpPr>
        <p:spPr>
          <a:xfrm>
            <a:off x="7290054" y="4480560"/>
            <a:ext cx="2103120" cy="411480"/>
          </a:xfrm>
          <a:prstGeom prst="rect">
            <a:avLst/>
          </a:prstGeom>
          <a:noFill/>
          <a:ln/>
        </p:spPr>
        <p:txBody>
          <a:bodyPr wrap="square" lIns="0" tIns="0" rIns="0" bIns="0" rtlCol="0" anchor="t"/>
          <a:lstStyle/>
          <a:p>
            <a:pPr algn="ctr" indent="0" marL="0">
              <a:buNone/>
            </a:pPr>
            <a:r>
              <a:rPr lang="en-US" sz="2000" b="1" dirty="0">
                <a:solidFill>
                  <a:srgbClr val="1B2A4A"/>
                </a:solidFill>
                <a:latin typeface="Cambria" pitchFamily="34" charset="0"/>
                <a:ea typeface="Cambria" pitchFamily="34" charset="-122"/>
                <a:cs typeface="Cambria" pitchFamily="34" charset="-120"/>
              </a:rPr>
              <a:t>Count</a:t>
            </a:r>
            <a:endParaRPr lang="en-US" sz="2000" dirty="0"/>
          </a:p>
        </p:txBody>
      </p:sp>
      <p:sp>
        <p:nvSpPr>
          <p:cNvPr id="28" name="a6-zoom"/>
          <p:cNvSpPr txBox="1"/>
          <p:nvPr/>
        </p:nvSpPr>
        <p:spPr>
          <a:xfrm>
            <a:off x="7335774" y="4910328"/>
            <a:ext cx="2011680" cy="914400"/>
          </a:xfrm>
          <a:prstGeom prst="rect">
            <a:avLst/>
          </a:prstGeom>
          <a:noFill/>
          <a:ln/>
        </p:spPr>
        <p:txBody>
          <a:bodyPr wrap="square" lIns="0" tIns="0" rIns="0" bIns="0" rtlCol="0" anchor="t"/>
          <a:lstStyle/>
          <a:p>
            <a:pPr algn="ctr" indent="0" marL="0">
              <a:buNone/>
            </a:pPr>
            <a:r>
              <a:rPr lang="en-US" sz="1400" dirty="0">
                <a:solidFill>
                  <a:srgbClr val="5B6577"/>
                </a:solidFill>
                <a:latin typeface="Calibri" pitchFamily="34" charset="0"/>
                <a:ea typeface="Calibri" pitchFamily="34" charset="-122"/>
                <a:cs typeface="Calibri" pitchFamily="34" charset="-120"/>
              </a:rPr>
              <a:t>Sales and costs go to accounting.</a:t>
            </a:r>
            <a:endParaRPr lang="en-US" sz="1400" dirty="0"/>
          </a:p>
        </p:txBody>
      </p:sp>
      <p:sp>
        <p:nvSpPr>
          <p:cNvPr id="29" name="a7-zoom"/>
          <p:cNvSpPr/>
          <p:nvPr/>
        </p:nvSpPr>
        <p:spPr>
          <a:xfrm>
            <a:off x="9994392" y="3108960"/>
            <a:ext cx="1188720" cy="1188720"/>
          </a:xfrm>
          <a:prstGeom prst="ellipse">
            <a:avLst/>
          </a:prstGeom>
          <a:solidFill>
            <a:srgbClr val="1B2A4A"/>
          </a:solidFill>
          <a:ln w="12700">
            <a:solidFill>
              <a:srgbClr val="1B2A4A"/>
            </a:solidFill>
            <a:prstDash val="solid"/>
          </a:ln>
        </p:spPr>
      </p:sp>
      <p:pic>
        <p:nvPicPr>
          <p:cNvPr id="30" name="a7-zoom" descr="">    </p:cNvPr>
          <p:cNvPicPr>
            <a:picLocks noChangeAspect="1"/>
          </p:cNvPicPr>
          <p:nvPr/>
        </p:nvPicPr>
        <p:blipFill>
          <a:blip r:embed="rId5"/>
          <a:stretch>
            <a:fillRect/>
          </a:stretch>
        </p:blipFill>
        <p:spPr>
          <a:xfrm>
            <a:off x="10279685" y="3394253"/>
            <a:ext cx="618134" cy="618134"/>
          </a:xfrm>
          <a:prstGeom prst="rect">
            <a:avLst/>
          </a:prstGeom>
        </p:spPr>
      </p:pic>
      <p:sp>
        <p:nvSpPr>
          <p:cNvPr id="31" name="a7-zoom"/>
          <p:cNvSpPr txBox="1"/>
          <p:nvPr/>
        </p:nvSpPr>
        <p:spPr>
          <a:xfrm>
            <a:off x="10826496" y="2971800"/>
            <a:ext cx="402336" cy="402336"/>
          </a:xfrm>
          <a:prstGeom prst="ellipse">
            <a:avLst/>
          </a:prstGeom>
          <a:solidFill>
            <a:srgbClr val="D9973A"/>
          </a:solidFill>
          <a:ln w="25400">
            <a:solidFill>
              <a:srgbClr val="FFFFF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a7-zoom"/>
          <p:cNvSpPr txBox="1"/>
          <p:nvPr/>
        </p:nvSpPr>
        <p:spPr>
          <a:xfrm>
            <a:off x="9537192" y="4480560"/>
            <a:ext cx="2103120" cy="411480"/>
          </a:xfrm>
          <a:prstGeom prst="rect">
            <a:avLst/>
          </a:prstGeom>
          <a:noFill/>
          <a:ln/>
        </p:spPr>
        <p:txBody>
          <a:bodyPr wrap="square" lIns="0" tIns="0" rIns="0" bIns="0" rtlCol="0" anchor="t"/>
          <a:lstStyle/>
          <a:p>
            <a:pPr algn="ctr" indent="0" marL="0">
              <a:buNone/>
            </a:pPr>
            <a:r>
              <a:rPr lang="en-US" sz="2000" b="1" dirty="0">
                <a:solidFill>
                  <a:srgbClr val="1B2A4A"/>
                </a:solidFill>
                <a:latin typeface="Cambria" pitchFamily="34" charset="0"/>
                <a:ea typeface="Cambria" pitchFamily="34" charset="-122"/>
                <a:cs typeface="Cambria" pitchFamily="34" charset="-120"/>
              </a:rPr>
              <a:t>Improve</a:t>
            </a:r>
            <a:endParaRPr lang="en-US" sz="2000" dirty="0"/>
          </a:p>
        </p:txBody>
      </p:sp>
      <p:sp>
        <p:nvSpPr>
          <p:cNvPr id="33" name="a7-zoom"/>
          <p:cNvSpPr txBox="1"/>
          <p:nvPr/>
        </p:nvSpPr>
        <p:spPr>
          <a:xfrm>
            <a:off x="9582912" y="4910328"/>
            <a:ext cx="2011680" cy="914400"/>
          </a:xfrm>
          <a:prstGeom prst="rect">
            <a:avLst/>
          </a:prstGeom>
          <a:noFill/>
          <a:ln/>
        </p:spPr>
        <p:txBody>
          <a:bodyPr wrap="square" lIns="0" tIns="0" rIns="0" bIns="0" rtlCol="0" anchor="t"/>
          <a:lstStyle/>
          <a:p>
            <a:pPr algn="ctr" indent="0" marL="0">
              <a:buNone/>
            </a:pPr>
            <a:r>
              <a:rPr lang="en-US" sz="1400" dirty="0">
                <a:solidFill>
                  <a:srgbClr val="5B6577"/>
                </a:solidFill>
                <a:latin typeface="Calibri" pitchFamily="34" charset="0"/>
                <a:ea typeface="Calibri" pitchFamily="34" charset="-122"/>
                <a:cs typeface="Calibri" pitchFamily="34" charset="-120"/>
              </a:rPr>
              <a:t>We check the results and find better ways.</a:t>
            </a:r>
            <a:endParaRPr lang="en-US" sz="1400" dirty="0"/>
          </a:p>
        </p:txBody>
      </p:sp>
      <p:sp>
        <p:nvSpPr>
          <p:cNvPr id="34" name="Text 27"/>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35" name="Text 28"/>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7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22" presetClass="entr" presetSubtype="8" fill="hold" grpId="0" nodeType="withEffect">
                                  <p:stCondLst>
                                    <p:cond delay="35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50"/>
                                        <p:tgtEl>
                                          <p:spTgt spid="8"/>
                                        </p:tgtEl>
                                      </p:cBhvr>
                                    </p:animEffect>
                                  </p:childTnLst>
                                </p:cTn>
                              </p:par>
                              <p:par>
                                <p:cTn id="20" presetID="53" presetClass="entr" presetSubtype="16" fill="hold" grpId="0" nodeType="withEffect">
                                  <p:stCondLst>
                                    <p:cond delay="735"/>
                                  </p:stCondLst>
                                  <p:childTnLst>
                                    <p:set>
                                      <p:cBhvr>
                                        <p:cTn id="21" dur="1" fill="hold">
                                          <p:stCondLst>
                                            <p:cond delay="0"/>
                                          </p:stCondLst>
                                        </p:cTn>
                                        <p:tgtEl>
                                          <p:spTgt spid="9"/>
                                        </p:tgtEl>
                                        <p:attrNameLst>
                                          <p:attrName>style.visibility</p:attrName>
                                        </p:attrNameLst>
                                      </p:cBhvr>
                                      <p:to>
                                        <p:strVal val="visible"/>
                                      </p:to>
                                    </p:set>
                                    <p:anim calcmode="lin" valueType="num">
                                      <p:cBhvr>
                                        <p:cTn id="22" dur="450" fill="hold"/>
                                        <p:tgtEl>
                                          <p:spTgt spid="9"/>
                                        </p:tgtEl>
                                        <p:attrNameLst>
                                          <p:attrName>ppt_w</p:attrName>
                                        </p:attrNameLst>
                                      </p:cBhvr>
                                      <p:tavLst>
                                        <p:tav tm="0">
                                          <p:val>
                                            <p:fltVal val="0"/>
                                          </p:val>
                                        </p:tav>
                                        <p:tav tm="100000">
                                          <p:val>
                                            <p:strVal val="#ppt_w"/>
                                          </p:val>
                                        </p:tav>
                                      </p:tavLst>
                                    </p:anim>
                                    <p:anim calcmode="lin" valueType="num">
                                      <p:cBhvr>
                                        <p:cTn id="23" dur="450" fill="hold"/>
                                        <p:tgtEl>
                                          <p:spTgt spid="9"/>
                                        </p:tgtEl>
                                        <p:attrNameLst>
                                          <p:attrName>ppt_h</p:attrName>
                                        </p:attrNameLst>
                                      </p:cBhvr>
                                      <p:tavLst>
                                        <p:tav tm="0">
                                          <p:val>
                                            <p:fltVal val="0"/>
                                          </p:val>
                                        </p:tav>
                                        <p:tav tm="100000">
                                          <p:val>
                                            <p:strVal val="#ppt_h"/>
                                          </p:val>
                                        </p:tav>
                                      </p:tavLst>
                                    </p:anim>
                                    <p:animEffect transition="in" filter="fade">
                                      <p:cBhvr>
                                        <p:cTn id="24" dur="450"/>
                                        <p:tgtEl>
                                          <p:spTgt spid="9"/>
                                        </p:tgtEl>
                                      </p:cBhvr>
                                    </p:animEffect>
                                  </p:childTnLst>
                                </p:cTn>
                              </p:par>
                              <p:par>
                                <p:cTn id="25" presetID="53" presetClass="entr" presetSubtype="16" fill="hold" grpId="0" nodeType="withEffect">
                                  <p:stCondLst>
                                    <p:cond delay="735"/>
                                  </p:stCondLst>
                                  <p:childTnLst>
                                    <p:set>
                                      <p:cBhvr>
                                        <p:cTn id="26" dur="1" fill="hold">
                                          <p:stCondLst>
                                            <p:cond delay="0"/>
                                          </p:stCondLst>
                                        </p:cTn>
                                        <p:tgtEl>
                                          <p:spTgt spid="10"/>
                                        </p:tgtEl>
                                        <p:attrNameLst>
                                          <p:attrName>style.visibility</p:attrName>
                                        </p:attrNameLst>
                                      </p:cBhvr>
                                      <p:to>
                                        <p:strVal val="visible"/>
                                      </p:to>
                                    </p:set>
                                    <p:anim calcmode="lin" valueType="num">
                                      <p:cBhvr>
                                        <p:cTn id="27" dur="450" fill="hold"/>
                                        <p:tgtEl>
                                          <p:spTgt spid="10"/>
                                        </p:tgtEl>
                                        <p:attrNameLst>
                                          <p:attrName>ppt_w</p:attrName>
                                        </p:attrNameLst>
                                      </p:cBhvr>
                                      <p:tavLst>
                                        <p:tav tm="0">
                                          <p:val>
                                            <p:fltVal val="0"/>
                                          </p:val>
                                        </p:tav>
                                        <p:tav tm="100000">
                                          <p:val>
                                            <p:strVal val="#ppt_w"/>
                                          </p:val>
                                        </p:tav>
                                      </p:tavLst>
                                    </p:anim>
                                    <p:anim calcmode="lin" valueType="num">
                                      <p:cBhvr>
                                        <p:cTn id="28" dur="450" fill="hold"/>
                                        <p:tgtEl>
                                          <p:spTgt spid="10"/>
                                        </p:tgtEl>
                                        <p:attrNameLst>
                                          <p:attrName>ppt_h</p:attrName>
                                        </p:attrNameLst>
                                      </p:cBhvr>
                                      <p:tavLst>
                                        <p:tav tm="0">
                                          <p:val>
                                            <p:fltVal val="0"/>
                                          </p:val>
                                        </p:tav>
                                        <p:tav tm="100000">
                                          <p:val>
                                            <p:strVal val="#ppt_h"/>
                                          </p:val>
                                        </p:tav>
                                      </p:tavLst>
                                    </p:anim>
                                    <p:animEffect transition="in" filter="fade">
                                      <p:cBhvr>
                                        <p:cTn id="29" dur="450"/>
                                        <p:tgtEl>
                                          <p:spTgt spid="10"/>
                                        </p:tgtEl>
                                      </p:cBhvr>
                                    </p:animEffect>
                                  </p:childTnLst>
                                </p:cTn>
                              </p:par>
                              <p:par>
                                <p:cTn id="30" presetID="53" presetClass="entr" presetSubtype="16" fill="hold" grpId="0" nodeType="withEffect">
                                  <p:stCondLst>
                                    <p:cond delay="735"/>
                                  </p:stCondLst>
                                  <p:childTnLst>
                                    <p:set>
                                      <p:cBhvr>
                                        <p:cTn id="31" dur="1" fill="hold">
                                          <p:stCondLst>
                                            <p:cond delay="0"/>
                                          </p:stCondLst>
                                        </p:cTn>
                                        <p:tgtEl>
                                          <p:spTgt spid="11"/>
                                        </p:tgtEl>
                                        <p:attrNameLst>
                                          <p:attrName>style.visibility</p:attrName>
                                        </p:attrNameLst>
                                      </p:cBhvr>
                                      <p:to>
                                        <p:strVal val="visible"/>
                                      </p:to>
                                    </p:set>
                                    <p:anim calcmode="lin" valueType="num">
                                      <p:cBhvr>
                                        <p:cTn id="32" dur="450" fill="hold"/>
                                        <p:tgtEl>
                                          <p:spTgt spid="11"/>
                                        </p:tgtEl>
                                        <p:attrNameLst>
                                          <p:attrName>ppt_w</p:attrName>
                                        </p:attrNameLst>
                                      </p:cBhvr>
                                      <p:tavLst>
                                        <p:tav tm="0">
                                          <p:val>
                                            <p:fltVal val="0"/>
                                          </p:val>
                                        </p:tav>
                                        <p:tav tm="100000">
                                          <p:val>
                                            <p:strVal val="#ppt_w"/>
                                          </p:val>
                                        </p:tav>
                                      </p:tavLst>
                                    </p:anim>
                                    <p:anim calcmode="lin" valueType="num">
                                      <p:cBhvr>
                                        <p:cTn id="33" dur="450" fill="hold"/>
                                        <p:tgtEl>
                                          <p:spTgt spid="11"/>
                                        </p:tgtEl>
                                        <p:attrNameLst>
                                          <p:attrName>ppt_h</p:attrName>
                                        </p:attrNameLst>
                                      </p:cBhvr>
                                      <p:tavLst>
                                        <p:tav tm="0">
                                          <p:val>
                                            <p:fltVal val="0"/>
                                          </p:val>
                                        </p:tav>
                                        <p:tav tm="100000">
                                          <p:val>
                                            <p:strVal val="#ppt_h"/>
                                          </p:val>
                                        </p:tav>
                                      </p:tavLst>
                                    </p:anim>
                                    <p:animEffect transition="in" filter="fade">
                                      <p:cBhvr>
                                        <p:cTn id="34" dur="450"/>
                                        <p:tgtEl>
                                          <p:spTgt spid="11"/>
                                        </p:tgtEl>
                                      </p:cBhvr>
                                    </p:animEffect>
                                  </p:childTnLst>
                                </p:cTn>
                              </p:par>
                              <p:par>
                                <p:cTn id="35" presetID="53" presetClass="entr" presetSubtype="16" fill="hold" grpId="0" nodeType="withEffect">
                                  <p:stCondLst>
                                    <p:cond delay="735"/>
                                  </p:stCondLst>
                                  <p:childTnLst>
                                    <p:set>
                                      <p:cBhvr>
                                        <p:cTn id="36" dur="1" fill="hold">
                                          <p:stCondLst>
                                            <p:cond delay="0"/>
                                          </p:stCondLst>
                                        </p:cTn>
                                        <p:tgtEl>
                                          <p:spTgt spid="12"/>
                                        </p:tgtEl>
                                        <p:attrNameLst>
                                          <p:attrName>style.visibility</p:attrName>
                                        </p:attrNameLst>
                                      </p:cBhvr>
                                      <p:to>
                                        <p:strVal val="visible"/>
                                      </p:to>
                                    </p:set>
                                    <p:anim calcmode="lin" valueType="num">
                                      <p:cBhvr>
                                        <p:cTn id="37" dur="450" fill="hold"/>
                                        <p:tgtEl>
                                          <p:spTgt spid="12"/>
                                        </p:tgtEl>
                                        <p:attrNameLst>
                                          <p:attrName>ppt_w</p:attrName>
                                        </p:attrNameLst>
                                      </p:cBhvr>
                                      <p:tavLst>
                                        <p:tav tm="0">
                                          <p:val>
                                            <p:fltVal val="0"/>
                                          </p:val>
                                        </p:tav>
                                        <p:tav tm="100000">
                                          <p:val>
                                            <p:strVal val="#ppt_w"/>
                                          </p:val>
                                        </p:tav>
                                      </p:tavLst>
                                    </p:anim>
                                    <p:anim calcmode="lin" valueType="num">
                                      <p:cBhvr>
                                        <p:cTn id="38" dur="450" fill="hold"/>
                                        <p:tgtEl>
                                          <p:spTgt spid="12"/>
                                        </p:tgtEl>
                                        <p:attrNameLst>
                                          <p:attrName>ppt_h</p:attrName>
                                        </p:attrNameLst>
                                      </p:cBhvr>
                                      <p:tavLst>
                                        <p:tav tm="0">
                                          <p:val>
                                            <p:fltVal val="0"/>
                                          </p:val>
                                        </p:tav>
                                        <p:tav tm="100000">
                                          <p:val>
                                            <p:strVal val="#ppt_h"/>
                                          </p:val>
                                        </p:tav>
                                      </p:tavLst>
                                    </p:anim>
                                    <p:animEffect transition="in" filter="fade">
                                      <p:cBhvr>
                                        <p:cTn id="39" dur="450"/>
                                        <p:tgtEl>
                                          <p:spTgt spid="12"/>
                                        </p:tgtEl>
                                      </p:cBhvr>
                                    </p:animEffect>
                                  </p:childTnLst>
                                </p:cTn>
                              </p:par>
                              <p:par>
                                <p:cTn id="40" presetID="53" presetClass="entr" presetSubtype="16" fill="hold" grpId="0" nodeType="withEffect">
                                  <p:stCondLst>
                                    <p:cond delay="735"/>
                                  </p:stCondLst>
                                  <p:childTnLst>
                                    <p:set>
                                      <p:cBhvr>
                                        <p:cTn id="41" dur="1" fill="hold">
                                          <p:stCondLst>
                                            <p:cond delay="0"/>
                                          </p:stCondLst>
                                        </p:cTn>
                                        <p:tgtEl>
                                          <p:spTgt spid="13"/>
                                        </p:tgtEl>
                                        <p:attrNameLst>
                                          <p:attrName>style.visibility</p:attrName>
                                        </p:attrNameLst>
                                      </p:cBhvr>
                                      <p:to>
                                        <p:strVal val="visible"/>
                                      </p:to>
                                    </p:set>
                                    <p:anim calcmode="lin" valueType="num">
                                      <p:cBhvr>
                                        <p:cTn id="42" dur="450" fill="hold"/>
                                        <p:tgtEl>
                                          <p:spTgt spid="13"/>
                                        </p:tgtEl>
                                        <p:attrNameLst>
                                          <p:attrName>ppt_w</p:attrName>
                                        </p:attrNameLst>
                                      </p:cBhvr>
                                      <p:tavLst>
                                        <p:tav tm="0">
                                          <p:val>
                                            <p:fltVal val="0"/>
                                          </p:val>
                                        </p:tav>
                                        <p:tav tm="100000">
                                          <p:val>
                                            <p:strVal val="#ppt_w"/>
                                          </p:val>
                                        </p:tav>
                                      </p:tavLst>
                                    </p:anim>
                                    <p:anim calcmode="lin" valueType="num">
                                      <p:cBhvr>
                                        <p:cTn id="43" dur="450" fill="hold"/>
                                        <p:tgtEl>
                                          <p:spTgt spid="13"/>
                                        </p:tgtEl>
                                        <p:attrNameLst>
                                          <p:attrName>ppt_h</p:attrName>
                                        </p:attrNameLst>
                                      </p:cBhvr>
                                      <p:tavLst>
                                        <p:tav tm="0">
                                          <p:val>
                                            <p:fltVal val="0"/>
                                          </p:val>
                                        </p:tav>
                                        <p:tav tm="100000">
                                          <p:val>
                                            <p:strVal val="#ppt_h"/>
                                          </p:val>
                                        </p:tav>
                                      </p:tavLst>
                                    </p:anim>
                                    <p:animEffect transition="in" filter="fade">
                                      <p:cBhvr>
                                        <p:cTn id="44" dur="450"/>
                                        <p:tgtEl>
                                          <p:spTgt spid="13"/>
                                        </p:tgtEl>
                                      </p:cBhvr>
                                    </p:animEffect>
                                  </p:childTnLst>
                                </p:cTn>
                              </p:par>
                              <p:par>
                                <p:cTn id="45" presetID="53" presetClass="entr" presetSubtype="16" fill="hold" grpId="0" nodeType="withEffect">
                                  <p:stCondLst>
                                    <p:cond delay="1050"/>
                                  </p:stCondLst>
                                  <p:childTnLst>
                                    <p:set>
                                      <p:cBhvr>
                                        <p:cTn id="46" dur="1" fill="hold">
                                          <p:stCondLst>
                                            <p:cond delay="0"/>
                                          </p:stCondLst>
                                        </p:cTn>
                                        <p:tgtEl>
                                          <p:spTgt spid="14"/>
                                        </p:tgtEl>
                                        <p:attrNameLst>
                                          <p:attrName>style.visibility</p:attrName>
                                        </p:attrNameLst>
                                      </p:cBhvr>
                                      <p:to>
                                        <p:strVal val="visible"/>
                                      </p:to>
                                    </p:set>
                                    <p:anim calcmode="lin" valueType="num">
                                      <p:cBhvr>
                                        <p:cTn id="47" dur="450" fill="hold"/>
                                        <p:tgtEl>
                                          <p:spTgt spid="14"/>
                                        </p:tgtEl>
                                        <p:attrNameLst>
                                          <p:attrName>ppt_w</p:attrName>
                                        </p:attrNameLst>
                                      </p:cBhvr>
                                      <p:tavLst>
                                        <p:tav tm="0">
                                          <p:val>
                                            <p:fltVal val="0"/>
                                          </p:val>
                                        </p:tav>
                                        <p:tav tm="100000">
                                          <p:val>
                                            <p:strVal val="#ppt_w"/>
                                          </p:val>
                                        </p:tav>
                                      </p:tavLst>
                                    </p:anim>
                                    <p:anim calcmode="lin" valueType="num">
                                      <p:cBhvr>
                                        <p:cTn id="48" dur="450" fill="hold"/>
                                        <p:tgtEl>
                                          <p:spTgt spid="14"/>
                                        </p:tgtEl>
                                        <p:attrNameLst>
                                          <p:attrName>ppt_h</p:attrName>
                                        </p:attrNameLst>
                                      </p:cBhvr>
                                      <p:tavLst>
                                        <p:tav tm="0">
                                          <p:val>
                                            <p:fltVal val="0"/>
                                          </p:val>
                                        </p:tav>
                                        <p:tav tm="100000">
                                          <p:val>
                                            <p:strVal val="#ppt_h"/>
                                          </p:val>
                                        </p:tav>
                                      </p:tavLst>
                                    </p:anim>
                                    <p:animEffect transition="in" filter="fade">
                                      <p:cBhvr>
                                        <p:cTn id="49" dur="450"/>
                                        <p:tgtEl>
                                          <p:spTgt spid="14"/>
                                        </p:tgtEl>
                                      </p:cBhvr>
                                    </p:animEffect>
                                  </p:childTnLst>
                                </p:cTn>
                              </p:par>
                              <p:par>
                                <p:cTn id="50" presetID="53" presetClass="entr" presetSubtype="16" fill="hold" grpId="0" nodeType="withEffect">
                                  <p:stCondLst>
                                    <p:cond delay="1050"/>
                                  </p:stCondLst>
                                  <p:childTnLst>
                                    <p:set>
                                      <p:cBhvr>
                                        <p:cTn id="51" dur="1" fill="hold">
                                          <p:stCondLst>
                                            <p:cond delay="0"/>
                                          </p:stCondLst>
                                        </p:cTn>
                                        <p:tgtEl>
                                          <p:spTgt spid="15"/>
                                        </p:tgtEl>
                                        <p:attrNameLst>
                                          <p:attrName>style.visibility</p:attrName>
                                        </p:attrNameLst>
                                      </p:cBhvr>
                                      <p:to>
                                        <p:strVal val="visible"/>
                                      </p:to>
                                    </p:set>
                                    <p:anim calcmode="lin" valueType="num">
                                      <p:cBhvr>
                                        <p:cTn id="52" dur="450" fill="hold"/>
                                        <p:tgtEl>
                                          <p:spTgt spid="15"/>
                                        </p:tgtEl>
                                        <p:attrNameLst>
                                          <p:attrName>ppt_w</p:attrName>
                                        </p:attrNameLst>
                                      </p:cBhvr>
                                      <p:tavLst>
                                        <p:tav tm="0">
                                          <p:val>
                                            <p:fltVal val="0"/>
                                          </p:val>
                                        </p:tav>
                                        <p:tav tm="100000">
                                          <p:val>
                                            <p:strVal val="#ppt_w"/>
                                          </p:val>
                                        </p:tav>
                                      </p:tavLst>
                                    </p:anim>
                                    <p:anim calcmode="lin" valueType="num">
                                      <p:cBhvr>
                                        <p:cTn id="53" dur="450" fill="hold"/>
                                        <p:tgtEl>
                                          <p:spTgt spid="15"/>
                                        </p:tgtEl>
                                        <p:attrNameLst>
                                          <p:attrName>ppt_h</p:attrName>
                                        </p:attrNameLst>
                                      </p:cBhvr>
                                      <p:tavLst>
                                        <p:tav tm="0">
                                          <p:val>
                                            <p:fltVal val="0"/>
                                          </p:val>
                                        </p:tav>
                                        <p:tav tm="100000">
                                          <p:val>
                                            <p:strVal val="#ppt_h"/>
                                          </p:val>
                                        </p:tav>
                                      </p:tavLst>
                                    </p:anim>
                                    <p:animEffect transition="in" filter="fade">
                                      <p:cBhvr>
                                        <p:cTn id="54" dur="450"/>
                                        <p:tgtEl>
                                          <p:spTgt spid="15"/>
                                        </p:tgtEl>
                                      </p:cBhvr>
                                    </p:animEffect>
                                  </p:childTnLst>
                                </p:cTn>
                              </p:par>
                              <p:par>
                                <p:cTn id="55" presetID="53" presetClass="entr" presetSubtype="16" fill="hold" grpId="0" nodeType="withEffect">
                                  <p:stCondLst>
                                    <p:cond delay="1050"/>
                                  </p:stCondLst>
                                  <p:childTnLst>
                                    <p:set>
                                      <p:cBhvr>
                                        <p:cTn id="56" dur="1" fill="hold">
                                          <p:stCondLst>
                                            <p:cond delay="0"/>
                                          </p:stCondLst>
                                        </p:cTn>
                                        <p:tgtEl>
                                          <p:spTgt spid="16"/>
                                        </p:tgtEl>
                                        <p:attrNameLst>
                                          <p:attrName>style.visibility</p:attrName>
                                        </p:attrNameLst>
                                      </p:cBhvr>
                                      <p:to>
                                        <p:strVal val="visible"/>
                                      </p:to>
                                    </p:set>
                                    <p:anim calcmode="lin" valueType="num">
                                      <p:cBhvr>
                                        <p:cTn id="57" dur="450" fill="hold"/>
                                        <p:tgtEl>
                                          <p:spTgt spid="16"/>
                                        </p:tgtEl>
                                        <p:attrNameLst>
                                          <p:attrName>ppt_w</p:attrName>
                                        </p:attrNameLst>
                                      </p:cBhvr>
                                      <p:tavLst>
                                        <p:tav tm="0">
                                          <p:val>
                                            <p:fltVal val="0"/>
                                          </p:val>
                                        </p:tav>
                                        <p:tav tm="100000">
                                          <p:val>
                                            <p:strVal val="#ppt_w"/>
                                          </p:val>
                                        </p:tav>
                                      </p:tavLst>
                                    </p:anim>
                                    <p:anim calcmode="lin" valueType="num">
                                      <p:cBhvr>
                                        <p:cTn id="58" dur="450" fill="hold"/>
                                        <p:tgtEl>
                                          <p:spTgt spid="16"/>
                                        </p:tgtEl>
                                        <p:attrNameLst>
                                          <p:attrName>ppt_h</p:attrName>
                                        </p:attrNameLst>
                                      </p:cBhvr>
                                      <p:tavLst>
                                        <p:tav tm="0">
                                          <p:val>
                                            <p:fltVal val="0"/>
                                          </p:val>
                                        </p:tav>
                                        <p:tav tm="100000">
                                          <p:val>
                                            <p:strVal val="#ppt_h"/>
                                          </p:val>
                                        </p:tav>
                                      </p:tavLst>
                                    </p:anim>
                                    <p:animEffect transition="in" filter="fade">
                                      <p:cBhvr>
                                        <p:cTn id="59" dur="450"/>
                                        <p:tgtEl>
                                          <p:spTgt spid="16"/>
                                        </p:tgtEl>
                                      </p:cBhvr>
                                    </p:animEffect>
                                  </p:childTnLst>
                                </p:cTn>
                              </p:par>
                              <p:par>
                                <p:cTn id="60" presetID="53" presetClass="entr" presetSubtype="16" fill="hold" grpId="0" nodeType="withEffect">
                                  <p:stCondLst>
                                    <p:cond delay="105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fltVal val="0"/>
                                          </p:val>
                                        </p:tav>
                                        <p:tav tm="100000">
                                          <p:val>
                                            <p:strVal val="#ppt_w"/>
                                          </p:val>
                                        </p:tav>
                                      </p:tavLst>
                                    </p:anim>
                                    <p:anim calcmode="lin" valueType="num">
                                      <p:cBhvr>
                                        <p:cTn id="63" dur="450" fill="hold"/>
                                        <p:tgtEl>
                                          <p:spTgt spid="17"/>
                                        </p:tgtEl>
                                        <p:attrNameLst>
                                          <p:attrName>ppt_h</p:attrName>
                                        </p:attrNameLst>
                                      </p:cBhvr>
                                      <p:tavLst>
                                        <p:tav tm="0">
                                          <p:val>
                                            <p:fltVal val="0"/>
                                          </p:val>
                                        </p:tav>
                                        <p:tav tm="100000">
                                          <p:val>
                                            <p:strVal val="#ppt_h"/>
                                          </p:val>
                                        </p:tav>
                                      </p:tavLst>
                                    </p:anim>
                                    <p:animEffect transition="in" filter="fade">
                                      <p:cBhvr>
                                        <p:cTn id="64" dur="450"/>
                                        <p:tgtEl>
                                          <p:spTgt spid="17"/>
                                        </p:tgtEl>
                                      </p:cBhvr>
                                    </p:animEffect>
                                  </p:childTnLst>
                                </p:cTn>
                              </p:par>
                              <p:par>
                                <p:cTn id="65" presetID="53" presetClass="entr" presetSubtype="16" fill="hold" grpId="0" nodeType="withEffect">
                                  <p:stCondLst>
                                    <p:cond delay="1050"/>
                                  </p:stCondLst>
                                  <p:childTnLst>
                                    <p:set>
                                      <p:cBhvr>
                                        <p:cTn id="66" dur="1" fill="hold">
                                          <p:stCondLst>
                                            <p:cond delay="0"/>
                                          </p:stCondLst>
                                        </p:cTn>
                                        <p:tgtEl>
                                          <p:spTgt spid="18"/>
                                        </p:tgtEl>
                                        <p:attrNameLst>
                                          <p:attrName>style.visibility</p:attrName>
                                        </p:attrNameLst>
                                      </p:cBhvr>
                                      <p:to>
                                        <p:strVal val="visible"/>
                                      </p:to>
                                    </p:set>
                                    <p:anim calcmode="lin" valueType="num">
                                      <p:cBhvr>
                                        <p:cTn id="67" dur="450" fill="hold"/>
                                        <p:tgtEl>
                                          <p:spTgt spid="18"/>
                                        </p:tgtEl>
                                        <p:attrNameLst>
                                          <p:attrName>ppt_w</p:attrName>
                                        </p:attrNameLst>
                                      </p:cBhvr>
                                      <p:tavLst>
                                        <p:tav tm="0">
                                          <p:val>
                                            <p:fltVal val="0"/>
                                          </p:val>
                                        </p:tav>
                                        <p:tav tm="100000">
                                          <p:val>
                                            <p:strVal val="#ppt_w"/>
                                          </p:val>
                                        </p:tav>
                                      </p:tavLst>
                                    </p:anim>
                                    <p:anim calcmode="lin" valueType="num">
                                      <p:cBhvr>
                                        <p:cTn id="68" dur="450" fill="hold"/>
                                        <p:tgtEl>
                                          <p:spTgt spid="18"/>
                                        </p:tgtEl>
                                        <p:attrNameLst>
                                          <p:attrName>ppt_h</p:attrName>
                                        </p:attrNameLst>
                                      </p:cBhvr>
                                      <p:tavLst>
                                        <p:tav tm="0">
                                          <p:val>
                                            <p:fltVal val="0"/>
                                          </p:val>
                                        </p:tav>
                                        <p:tav tm="100000">
                                          <p:val>
                                            <p:strVal val="#ppt_h"/>
                                          </p:val>
                                        </p:tav>
                                      </p:tavLst>
                                    </p:anim>
                                    <p:animEffect transition="in" filter="fade">
                                      <p:cBhvr>
                                        <p:cTn id="69" dur="450"/>
                                        <p:tgtEl>
                                          <p:spTgt spid="18"/>
                                        </p:tgtEl>
                                      </p:cBhvr>
                                    </p:animEffect>
                                  </p:childTnLst>
                                </p:cTn>
                              </p:par>
                              <p:par>
                                <p:cTn id="70" presetID="53" presetClass="entr" presetSubtype="16" fill="hold" grpId="0" nodeType="withEffect">
                                  <p:stCondLst>
                                    <p:cond delay="1365"/>
                                  </p:stCondLst>
                                  <p:childTnLst>
                                    <p:set>
                                      <p:cBhvr>
                                        <p:cTn id="71" dur="1" fill="hold">
                                          <p:stCondLst>
                                            <p:cond delay="0"/>
                                          </p:stCondLst>
                                        </p:cTn>
                                        <p:tgtEl>
                                          <p:spTgt spid="19"/>
                                        </p:tgtEl>
                                        <p:attrNameLst>
                                          <p:attrName>style.visibility</p:attrName>
                                        </p:attrNameLst>
                                      </p:cBhvr>
                                      <p:to>
                                        <p:strVal val="visible"/>
                                      </p:to>
                                    </p:set>
                                    <p:anim calcmode="lin" valueType="num">
                                      <p:cBhvr>
                                        <p:cTn id="72" dur="450" fill="hold"/>
                                        <p:tgtEl>
                                          <p:spTgt spid="19"/>
                                        </p:tgtEl>
                                        <p:attrNameLst>
                                          <p:attrName>ppt_w</p:attrName>
                                        </p:attrNameLst>
                                      </p:cBhvr>
                                      <p:tavLst>
                                        <p:tav tm="0">
                                          <p:val>
                                            <p:fltVal val="0"/>
                                          </p:val>
                                        </p:tav>
                                        <p:tav tm="100000">
                                          <p:val>
                                            <p:strVal val="#ppt_w"/>
                                          </p:val>
                                        </p:tav>
                                      </p:tavLst>
                                    </p:anim>
                                    <p:anim calcmode="lin" valueType="num">
                                      <p:cBhvr>
                                        <p:cTn id="73" dur="450" fill="hold"/>
                                        <p:tgtEl>
                                          <p:spTgt spid="19"/>
                                        </p:tgtEl>
                                        <p:attrNameLst>
                                          <p:attrName>ppt_h</p:attrName>
                                        </p:attrNameLst>
                                      </p:cBhvr>
                                      <p:tavLst>
                                        <p:tav tm="0">
                                          <p:val>
                                            <p:fltVal val="0"/>
                                          </p:val>
                                        </p:tav>
                                        <p:tav tm="100000">
                                          <p:val>
                                            <p:strVal val="#ppt_h"/>
                                          </p:val>
                                        </p:tav>
                                      </p:tavLst>
                                    </p:anim>
                                    <p:animEffect transition="in" filter="fade">
                                      <p:cBhvr>
                                        <p:cTn id="74" dur="450"/>
                                        <p:tgtEl>
                                          <p:spTgt spid="19"/>
                                        </p:tgtEl>
                                      </p:cBhvr>
                                    </p:animEffect>
                                  </p:childTnLst>
                                </p:cTn>
                              </p:par>
                              <p:par>
                                <p:cTn id="75" presetID="53" presetClass="entr" presetSubtype="16" fill="hold" grpId="0" nodeType="withEffect">
                                  <p:stCondLst>
                                    <p:cond delay="1365"/>
                                  </p:stCondLst>
                                  <p:childTnLst>
                                    <p:set>
                                      <p:cBhvr>
                                        <p:cTn id="76" dur="1" fill="hold">
                                          <p:stCondLst>
                                            <p:cond delay="0"/>
                                          </p:stCondLst>
                                        </p:cTn>
                                        <p:tgtEl>
                                          <p:spTgt spid="20"/>
                                        </p:tgtEl>
                                        <p:attrNameLst>
                                          <p:attrName>style.visibility</p:attrName>
                                        </p:attrNameLst>
                                      </p:cBhvr>
                                      <p:to>
                                        <p:strVal val="visible"/>
                                      </p:to>
                                    </p:set>
                                    <p:anim calcmode="lin" valueType="num">
                                      <p:cBhvr>
                                        <p:cTn id="77" dur="450" fill="hold"/>
                                        <p:tgtEl>
                                          <p:spTgt spid="20"/>
                                        </p:tgtEl>
                                        <p:attrNameLst>
                                          <p:attrName>ppt_w</p:attrName>
                                        </p:attrNameLst>
                                      </p:cBhvr>
                                      <p:tavLst>
                                        <p:tav tm="0">
                                          <p:val>
                                            <p:fltVal val="0"/>
                                          </p:val>
                                        </p:tav>
                                        <p:tav tm="100000">
                                          <p:val>
                                            <p:strVal val="#ppt_w"/>
                                          </p:val>
                                        </p:tav>
                                      </p:tavLst>
                                    </p:anim>
                                    <p:anim calcmode="lin" valueType="num">
                                      <p:cBhvr>
                                        <p:cTn id="78" dur="450" fill="hold"/>
                                        <p:tgtEl>
                                          <p:spTgt spid="20"/>
                                        </p:tgtEl>
                                        <p:attrNameLst>
                                          <p:attrName>ppt_h</p:attrName>
                                        </p:attrNameLst>
                                      </p:cBhvr>
                                      <p:tavLst>
                                        <p:tav tm="0">
                                          <p:val>
                                            <p:fltVal val="0"/>
                                          </p:val>
                                        </p:tav>
                                        <p:tav tm="100000">
                                          <p:val>
                                            <p:strVal val="#ppt_h"/>
                                          </p:val>
                                        </p:tav>
                                      </p:tavLst>
                                    </p:anim>
                                    <p:animEffect transition="in" filter="fade">
                                      <p:cBhvr>
                                        <p:cTn id="79" dur="450"/>
                                        <p:tgtEl>
                                          <p:spTgt spid="20"/>
                                        </p:tgtEl>
                                      </p:cBhvr>
                                    </p:animEffect>
                                  </p:childTnLst>
                                </p:cTn>
                              </p:par>
                              <p:par>
                                <p:cTn id="80" presetID="53" presetClass="entr" presetSubtype="16" fill="hold" grpId="0" nodeType="withEffect">
                                  <p:stCondLst>
                                    <p:cond delay="1365"/>
                                  </p:stCondLst>
                                  <p:childTnLst>
                                    <p:set>
                                      <p:cBhvr>
                                        <p:cTn id="81" dur="1" fill="hold">
                                          <p:stCondLst>
                                            <p:cond delay="0"/>
                                          </p:stCondLst>
                                        </p:cTn>
                                        <p:tgtEl>
                                          <p:spTgt spid="21"/>
                                        </p:tgtEl>
                                        <p:attrNameLst>
                                          <p:attrName>style.visibility</p:attrName>
                                        </p:attrNameLst>
                                      </p:cBhvr>
                                      <p:to>
                                        <p:strVal val="visible"/>
                                      </p:to>
                                    </p:set>
                                    <p:anim calcmode="lin" valueType="num">
                                      <p:cBhvr>
                                        <p:cTn id="82" dur="450" fill="hold"/>
                                        <p:tgtEl>
                                          <p:spTgt spid="21"/>
                                        </p:tgtEl>
                                        <p:attrNameLst>
                                          <p:attrName>ppt_w</p:attrName>
                                        </p:attrNameLst>
                                      </p:cBhvr>
                                      <p:tavLst>
                                        <p:tav tm="0">
                                          <p:val>
                                            <p:fltVal val="0"/>
                                          </p:val>
                                        </p:tav>
                                        <p:tav tm="100000">
                                          <p:val>
                                            <p:strVal val="#ppt_w"/>
                                          </p:val>
                                        </p:tav>
                                      </p:tavLst>
                                    </p:anim>
                                    <p:anim calcmode="lin" valueType="num">
                                      <p:cBhvr>
                                        <p:cTn id="83" dur="450" fill="hold"/>
                                        <p:tgtEl>
                                          <p:spTgt spid="21"/>
                                        </p:tgtEl>
                                        <p:attrNameLst>
                                          <p:attrName>ppt_h</p:attrName>
                                        </p:attrNameLst>
                                      </p:cBhvr>
                                      <p:tavLst>
                                        <p:tav tm="0">
                                          <p:val>
                                            <p:fltVal val="0"/>
                                          </p:val>
                                        </p:tav>
                                        <p:tav tm="100000">
                                          <p:val>
                                            <p:strVal val="#ppt_h"/>
                                          </p:val>
                                        </p:tav>
                                      </p:tavLst>
                                    </p:anim>
                                    <p:animEffect transition="in" filter="fade">
                                      <p:cBhvr>
                                        <p:cTn id="84" dur="450"/>
                                        <p:tgtEl>
                                          <p:spTgt spid="21"/>
                                        </p:tgtEl>
                                      </p:cBhvr>
                                    </p:animEffect>
                                  </p:childTnLst>
                                </p:cTn>
                              </p:par>
                              <p:par>
                                <p:cTn id="85" presetID="53" presetClass="entr" presetSubtype="16" fill="hold" grpId="0" nodeType="withEffect">
                                  <p:stCondLst>
                                    <p:cond delay="1365"/>
                                  </p:stCondLst>
                                  <p:childTnLst>
                                    <p:set>
                                      <p:cBhvr>
                                        <p:cTn id="86" dur="1" fill="hold">
                                          <p:stCondLst>
                                            <p:cond delay="0"/>
                                          </p:stCondLst>
                                        </p:cTn>
                                        <p:tgtEl>
                                          <p:spTgt spid="22"/>
                                        </p:tgtEl>
                                        <p:attrNameLst>
                                          <p:attrName>style.visibility</p:attrName>
                                        </p:attrNameLst>
                                      </p:cBhvr>
                                      <p:to>
                                        <p:strVal val="visible"/>
                                      </p:to>
                                    </p:set>
                                    <p:anim calcmode="lin" valueType="num">
                                      <p:cBhvr>
                                        <p:cTn id="87" dur="450" fill="hold"/>
                                        <p:tgtEl>
                                          <p:spTgt spid="22"/>
                                        </p:tgtEl>
                                        <p:attrNameLst>
                                          <p:attrName>ppt_w</p:attrName>
                                        </p:attrNameLst>
                                      </p:cBhvr>
                                      <p:tavLst>
                                        <p:tav tm="0">
                                          <p:val>
                                            <p:fltVal val="0"/>
                                          </p:val>
                                        </p:tav>
                                        <p:tav tm="100000">
                                          <p:val>
                                            <p:strVal val="#ppt_w"/>
                                          </p:val>
                                        </p:tav>
                                      </p:tavLst>
                                    </p:anim>
                                    <p:anim calcmode="lin" valueType="num">
                                      <p:cBhvr>
                                        <p:cTn id="88" dur="450" fill="hold"/>
                                        <p:tgtEl>
                                          <p:spTgt spid="22"/>
                                        </p:tgtEl>
                                        <p:attrNameLst>
                                          <p:attrName>ppt_h</p:attrName>
                                        </p:attrNameLst>
                                      </p:cBhvr>
                                      <p:tavLst>
                                        <p:tav tm="0">
                                          <p:val>
                                            <p:fltVal val="0"/>
                                          </p:val>
                                        </p:tav>
                                        <p:tav tm="100000">
                                          <p:val>
                                            <p:strVal val="#ppt_h"/>
                                          </p:val>
                                        </p:tav>
                                      </p:tavLst>
                                    </p:anim>
                                    <p:animEffect transition="in" filter="fade">
                                      <p:cBhvr>
                                        <p:cTn id="89" dur="450"/>
                                        <p:tgtEl>
                                          <p:spTgt spid="22"/>
                                        </p:tgtEl>
                                      </p:cBhvr>
                                    </p:animEffect>
                                  </p:childTnLst>
                                </p:cTn>
                              </p:par>
                              <p:par>
                                <p:cTn id="90" presetID="53" presetClass="entr" presetSubtype="16" fill="hold" grpId="0" nodeType="withEffect">
                                  <p:stCondLst>
                                    <p:cond delay="1365"/>
                                  </p:stCondLst>
                                  <p:childTnLst>
                                    <p:set>
                                      <p:cBhvr>
                                        <p:cTn id="91" dur="1" fill="hold">
                                          <p:stCondLst>
                                            <p:cond delay="0"/>
                                          </p:stCondLst>
                                        </p:cTn>
                                        <p:tgtEl>
                                          <p:spTgt spid="23"/>
                                        </p:tgtEl>
                                        <p:attrNameLst>
                                          <p:attrName>style.visibility</p:attrName>
                                        </p:attrNameLst>
                                      </p:cBhvr>
                                      <p:to>
                                        <p:strVal val="visible"/>
                                      </p:to>
                                    </p:set>
                                    <p:anim calcmode="lin" valueType="num">
                                      <p:cBhvr>
                                        <p:cTn id="92" dur="450" fill="hold"/>
                                        <p:tgtEl>
                                          <p:spTgt spid="23"/>
                                        </p:tgtEl>
                                        <p:attrNameLst>
                                          <p:attrName>ppt_w</p:attrName>
                                        </p:attrNameLst>
                                      </p:cBhvr>
                                      <p:tavLst>
                                        <p:tav tm="0">
                                          <p:val>
                                            <p:fltVal val="0"/>
                                          </p:val>
                                        </p:tav>
                                        <p:tav tm="100000">
                                          <p:val>
                                            <p:strVal val="#ppt_w"/>
                                          </p:val>
                                        </p:tav>
                                      </p:tavLst>
                                    </p:anim>
                                    <p:anim calcmode="lin" valueType="num">
                                      <p:cBhvr>
                                        <p:cTn id="93" dur="450" fill="hold"/>
                                        <p:tgtEl>
                                          <p:spTgt spid="23"/>
                                        </p:tgtEl>
                                        <p:attrNameLst>
                                          <p:attrName>ppt_h</p:attrName>
                                        </p:attrNameLst>
                                      </p:cBhvr>
                                      <p:tavLst>
                                        <p:tav tm="0">
                                          <p:val>
                                            <p:fltVal val="0"/>
                                          </p:val>
                                        </p:tav>
                                        <p:tav tm="100000">
                                          <p:val>
                                            <p:strVal val="#ppt_h"/>
                                          </p:val>
                                        </p:tav>
                                      </p:tavLst>
                                    </p:anim>
                                    <p:animEffect transition="in" filter="fade">
                                      <p:cBhvr>
                                        <p:cTn id="94" dur="450"/>
                                        <p:tgtEl>
                                          <p:spTgt spid="23"/>
                                        </p:tgtEl>
                                      </p:cBhvr>
                                    </p:animEffect>
                                  </p:childTnLst>
                                </p:cTn>
                              </p:par>
                              <p:par>
                                <p:cTn id="95" presetID="53" presetClass="entr" presetSubtype="16" fill="hold" grpId="0" nodeType="withEffect">
                                  <p:stCondLst>
                                    <p:cond delay="1680"/>
                                  </p:stCondLst>
                                  <p:childTnLst>
                                    <p:set>
                                      <p:cBhvr>
                                        <p:cTn id="96" dur="1" fill="hold">
                                          <p:stCondLst>
                                            <p:cond delay="0"/>
                                          </p:stCondLst>
                                        </p:cTn>
                                        <p:tgtEl>
                                          <p:spTgt spid="24"/>
                                        </p:tgtEl>
                                        <p:attrNameLst>
                                          <p:attrName>style.visibility</p:attrName>
                                        </p:attrNameLst>
                                      </p:cBhvr>
                                      <p:to>
                                        <p:strVal val="visible"/>
                                      </p:to>
                                    </p:set>
                                    <p:anim calcmode="lin" valueType="num">
                                      <p:cBhvr>
                                        <p:cTn id="97" dur="450" fill="hold"/>
                                        <p:tgtEl>
                                          <p:spTgt spid="24"/>
                                        </p:tgtEl>
                                        <p:attrNameLst>
                                          <p:attrName>ppt_w</p:attrName>
                                        </p:attrNameLst>
                                      </p:cBhvr>
                                      <p:tavLst>
                                        <p:tav tm="0">
                                          <p:val>
                                            <p:fltVal val="0"/>
                                          </p:val>
                                        </p:tav>
                                        <p:tav tm="100000">
                                          <p:val>
                                            <p:strVal val="#ppt_w"/>
                                          </p:val>
                                        </p:tav>
                                      </p:tavLst>
                                    </p:anim>
                                    <p:anim calcmode="lin" valueType="num">
                                      <p:cBhvr>
                                        <p:cTn id="98" dur="450" fill="hold"/>
                                        <p:tgtEl>
                                          <p:spTgt spid="24"/>
                                        </p:tgtEl>
                                        <p:attrNameLst>
                                          <p:attrName>ppt_h</p:attrName>
                                        </p:attrNameLst>
                                      </p:cBhvr>
                                      <p:tavLst>
                                        <p:tav tm="0">
                                          <p:val>
                                            <p:fltVal val="0"/>
                                          </p:val>
                                        </p:tav>
                                        <p:tav tm="100000">
                                          <p:val>
                                            <p:strVal val="#ppt_h"/>
                                          </p:val>
                                        </p:tav>
                                      </p:tavLst>
                                    </p:anim>
                                    <p:animEffect transition="in" filter="fade">
                                      <p:cBhvr>
                                        <p:cTn id="99" dur="450"/>
                                        <p:tgtEl>
                                          <p:spTgt spid="24"/>
                                        </p:tgtEl>
                                      </p:cBhvr>
                                    </p:animEffect>
                                  </p:childTnLst>
                                </p:cTn>
                              </p:par>
                              <p:par>
                                <p:cTn id="100" presetID="53" presetClass="entr" presetSubtype="16" fill="hold" grpId="0" nodeType="withEffect">
                                  <p:stCondLst>
                                    <p:cond delay="1680"/>
                                  </p:stCondLst>
                                  <p:childTnLst>
                                    <p:set>
                                      <p:cBhvr>
                                        <p:cTn id="101" dur="1" fill="hold">
                                          <p:stCondLst>
                                            <p:cond delay="0"/>
                                          </p:stCondLst>
                                        </p:cTn>
                                        <p:tgtEl>
                                          <p:spTgt spid="25"/>
                                        </p:tgtEl>
                                        <p:attrNameLst>
                                          <p:attrName>style.visibility</p:attrName>
                                        </p:attrNameLst>
                                      </p:cBhvr>
                                      <p:to>
                                        <p:strVal val="visible"/>
                                      </p:to>
                                    </p:set>
                                    <p:anim calcmode="lin" valueType="num">
                                      <p:cBhvr>
                                        <p:cTn id="102" dur="450" fill="hold"/>
                                        <p:tgtEl>
                                          <p:spTgt spid="25"/>
                                        </p:tgtEl>
                                        <p:attrNameLst>
                                          <p:attrName>ppt_w</p:attrName>
                                        </p:attrNameLst>
                                      </p:cBhvr>
                                      <p:tavLst>
                                        <p:tav tm="0">
                                          <p:val>
                                            <p:fltVal val="0"/>
                                          </p:val>
                                        </p:tav>
                                        <p:tav tm="100000">
                                          <p:val>
                                            <p:strVal val="#ppt_w"/>
                                          </p:val>
                                        </p:tav>
                                      </p:tavLst>
                                    </p:anim>
                                    <p:anim calcmode="lin" valueType="num">
                                      <p:cBhvr>
                                        <p:cTn id="103" dur="450" fill="hold"/>
                                        <p:tgtEl>
                                          <p:spTgt spid="25"/>
                                        </p:tgtEl>
                                        <p:attrNameLst>
                                          <p:attrName>ppt_h</p:attrName>
                                        </p:attrNameLst>
                                      </p:cBhvr>
                                      <p:tavLst>
                                        <p:tav tm="0">
                                          <p:val>
                                            <p:fltVal val="0"/>
                                          </p:val>
                                        </p:tav>
                                        <p:tav tm="100000">
                                          <p:val>
                                            <p:strVal val="#ppt_h"/>
                                          </p:val>
                                        </p:tav>
                                      </p:tavLst>
                                    </p:anim>
                                    <p:animEffect transition="in" filter="fade">
                                      <p:cBhvr>
                                        <p:cTn id="104" dur="450"/>
                                        <p:tgtEl>
                                          <p:spTgt spid="25"/>
                                        </p:tgtEl>
                                      </p:cBhvr>
                                    </p:animEffect>
                                  </p:childTnLst>
                                </p:cTn>
                              </p:par>
                              <p:par>
                                <p:cTn id="105" presetID="53" presetClass="entr" presetSubtype="16" fill="hold" grpId="0" nodeType="withEffect">
                                  <p:stCondLst>
                                    <p:cond delay="168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450" fill="hold"/>
                                        <p:tgtEl>
                                          <p:spTgt spid="26"/>
                                        </p:tgtEl>
                                        <p:attrNameLst>
                                          <p:attrName>ppt_w</p:attrName>
                                        </p:attrNameLst>
                                      </p:cBhvr>
                                      <p:tavLst>
                                        <p:tav tm="0">
                                          <p:val>
                                            <p:fltVal val="0"/>
                                          </p:val>
                                        </p:tav>
                                        <p:tav tm="100000">
                                          <p:val>
                                            <p:strVal val="#ppt_w"/>
                                          </p:val>
                                        </p:tav>
                                      </p:tavLst>
                                    </p:anim>
                                    <p:anim calcmode="lin" valueType="num">
                                      <p:cBhvr>
                                        <p:cTn id="108" dur="450" fill="hold"/>
                                        <p:tgtEl>
                                          <p:spTgt spid="26"/>
                                        </p:tgtEl>
                                        <p:attrNameLst>
                                          <p:attrName>ppt_h</p:attrName>
                                        </p:attrNameLst>
                                      </p:cBhvr>
                                      <p:tavLst>
                                        <p:tav tm="0">
                                          <p:val>
                                            <p:fltVal val="0"/>
                                          </p:val>
                                        </p:tav>
                                        <p:tav tm="100000">
                                          <p:val>
                                            <p:strVal val="#ppt_h"/>
                                          </p:val>
                                        </p:tav>
                                      </p:tavLst>
                                    </p:anim>
                                    <p:animEffect transition="in" filter="fade">
                                      <p:cBhvr>
                                        <p:cTn id="109" dur="450"/>
                                        <p:tgtEl>
                                          <p:spTgt spid="26"/>
                                        </p:tgtEl>
                                      </p:cBhvr>
                                    </p:animEffect>
                                  </p:childTnLst>
                                </p:cTn>
                              </p:par>
                              <p:par>
                                <p:cTn id="110" presetID="53" presetClass="entr" presetSubtype="16" fill="hold" grpId="0" nodeType="withEffect">
                                  <p:stCondLst>
                                    <p:cond delay="1680"/>
                                  </p:stCondLst>
                                  <p:childTnLst>
                                    <p:set>
                                      <p:cBhvr>
                                        <p:cTn id="111" dur="1" fill="hold">
                                          <p:stCondLst>
                                            <p:cond delay="0"/>
                                          </p:stCondLst>
                                        </p:cTn>
                                        <p:tgtEl>
                                          <p:spTgt spid="27"/>
                                        </p:tgtEl>
                                        <p:attrNameLst>
                                          <p:attrName>style.visibility</p:attrName>
                                        </p:attrNameLst>
                                      </p:cBhvr>
                                      <p:to>
                                        <p:strVal val="visible"/>
                                      </p:to>
                                    </p:set>
                                    <p:anim calcmode="lin" valueType="num">
                                      <p:cBhvr>
                                        <p:cTn id="112" dur="450" fill="hold"/>
                                        <p:tgtEl>
                                          <p:spTgt spid="27"/>
                                        </p:tgtEl>
                                        <p:attrNameLst>
                                          <p:attrName>ppt_w</p:attrName>
                                        </p:attrNameLst>
                                      </p:cBhvr>
                                      <p:tavLst>
                                        <p:tav tm="0">
                                          <p:val>
                                            <p:fltVal val="0"/>
                                          </p:val>
                                        </p:tav>
                                        <p:tav tm="100000">
                                          <p:val>
                                            <p:strVal val="#ppt_w"/>
                                          </p:val>
                                        </p:tav>
                                      </p:tavLst>
                                    </p:anim>
                                    <p:anim calcmode="lin" valueType="num">
                                      <p:cBhvr>
                                        <p:cTn id="113" dur="450" fill="hold"/>
                                        <p:tgtEl>
                                          <p:spTgt spid="27"/>
                                        </p:tgtEl>
                                        <p:attrNameLst>
                                          <p:attrName>ppt_h</p:attrName>
                                        </p:attrNameLst>
                                      </p:cBhvr>
                                      <p:tavLst>
                                        <p:tav tm="0">
                                          <p:val>
                                            <p:fltVal val="0"/>
                                          </p:val>
                                        </p:tav>
                                        <p:tav tm="100000">
                                          <p:val>
                                            <p:strVal val="#ppt_h"/>
                                          </p:val>
                                        </p:tav>
                                      </p:tavLst>
                                    </p:anim>
                                    <p:animEffect transition="in" filter="fade">
                                      <p:cBhvr>
                                        <p:cTn id="114" dur="450"/>
                                        <p:tgtEl>
                                          <p:spTgt spid="27"/>
                                        </p:tgtEl>
                                      </p:cBhvr>
                                    </p:animEffect>
                                  </p:childTnLst>
                                </p:cTn>
                              </p:par>
                              <p:par>
                                <p:cTn id="115" presetID="53" presetClass="entr" presetSubtype="16" fill="hold" grpId="0" nodeType="withEffect">
                                  <p:stCondLst>
                                    <p:cond delay="168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450" fill="hold"/>
                                        <p:tgtEl>
                                          <p:spTgt spid="28"/>
                                        </p:tgtEl>
                                        <p:attrNameLst>
                                          <p:attrName>ppt_w</p:attrName>
                                        </p:attrNameLst>
                                      </p:cBhvr>
                                      <p:tavLst>
                                        <p:tav tm="0">
                                          <p:val>
                                            <p:fltVal val="0"/>
                                          </p:val>
                                        </p:tav>
                                        <p:tav tm="100000">
                                          <p:val>
                                            <p:strVal val="#ppt_w"/>
                                          </p:val>
                                        </p:tav>
                                      </p:tavLst>
                                    </p:anim>
                                    <p:anim calcmode="lin" valueType="num">
                                      <p:cBhvr>
                                        <p:cTn id="118" dur="450" fill="hold"/>
                                        <p:tgtEl>
                                          <p:spTgt spid="28"/>
                                        </p:tgtEl>
                                        <p:attrNameLst>
                                          <p:attrName>ppt_h</p:attrName>
                                        </p:attrNameLst>
                                      </p:cBhvr>
                                      <p:tavLst>
                                        <p:tav tm="0">
                                          <p:val>
                                            <p:fltVal val="0"/>
                                          </p:val>
                                        </p:tav>
                                        <p:tav tm="100000">
                                          <p:val>
                                            <p:strVal val="#ppt_h"/>
                                          </p:val>
                                        </p:tav>
                                      </p:tavLst>
                                    </p:anim>
                                    <p:animEffect transition="in" filter="fade">
                                      <p:cBhvr>
                                        <p:cTn id="119" dur="450"/>
                                        <p:tgtEl>
                                          <p:spTgt spid="28"/>
                                        </p:tgtEl>
                                      </p:cBhvr>
                                    </p:animEffect>
                                  </p:childTnLst>
                                </p:cTn>
                              </p:par>
                              <p:par>
                                <p:cTn id="120" presetID="53" presetClass="entr" presetSubtype="16" fill="hold" grpId="0" nodeType="withEffect">
                                  <p:stCondLst>
                                    <p:cond delay="1995"/>
                                  </p:stCondLst>
                                  <p:childTnLst>
                                    <p:set>
                                      <p:cBhvr>
                                        <p:cTn id="121" dur="1" fill="hold">
                                          <p:stCondLst>
                                            <p:cond delay="0"/>
                                          </p:stCondLst>
                                        </p:cTn>
                                        <p:tgtEl>
                                          <p:spTgt spid="29"/>
                                        </p:tgtEl>
                                        <p:attrNameLst>
                                          <p:attrName>style.visibility</p:attrName>
                                        </p:attrNameLst>
                                      </p:cBhvr>
                                      <p:to>
                                        <p:strVal val="visible"/>
                                      </p:to>
                                    </p:set>
                                    <p:anim calcmode="lin" valueType="num">
                                      <p:cBhvr>
                                        <p:cTn id="122" dur="450" fill="hold"/>
                                        <p:tgtEl>
                                          <p:spTgt spid="29"/>
                                        </p:tgtEl>
                                        <p:attrNameLst>
                                          <p:attrName>ppt_w</p:attrName>
                                        </p:attrNameLst>
                                      </p:cBhvr>
                                      <p:tavLst>
                                        <p:tav tm="0">
                                          <p:val>
                                            <p:fltVal val="0"/>
                                          </p:val>
                                        </p:tav>
                                        <p:tav tm="100000">
                                          <p:val>
                                            <p:strVal val="#ppt_w"/>
                                          </p:val>
                                        </p:tav>
                                      </p:tavLst>
                                    </p:anim>
                                    <p:anim calcmode="lin" valueType="num">
                                      <p:cBhvr>
                                        <p:cTn id="123" dur="450" fill="hold"/>
                                        <p:tgtEl>
                                          <p:spTgt spid="29"/>
                                        </p:tgtEl>
                                        <p:attrNameLst>
                                          <p:attrName>ppt_h</p:attrName>
                                        </p:attrNameLst>
                                      </p:cBhvr>
                                      <p:tavLst>
                                        <p:tav tm="0">
                                          <p:val>
                                            <p:fltVal val="0"/>
                                          </p:val>
                                        </p:tav>
                                        <p:tav tm="100000">
                                          <p:val>
                                            <p:strVal val="#ppt_h"/>
                                          </p:val>
                                        </p:tav>
                                      </p:tavLst>
                                    </p:anim>
                                    <p:animEffect transition="in" filter="fade">
                                      <p:cBhvr>
                                        <p:cTn id="124" dur="450"/>
                                        <p:tgtEl>
                                          <p:spTgt spid="29"/>
                                        </p:tgtEl>
                                      </p:cBhvr>
                                    </p:animEffect>
                                  </p:childTnLst>
                                </p:cTn>
                              </p:par>
                              <p:par>
                                <p:cTn id="125" presetID="53" presetClass="entr" presetSubtype="16" fill="hold" grpId="0" nodeType="withEffect">
                                  <p:stCondLst>
                                    <p:cond delay="1995"/>
                                  </p:stCondLst>
                                  <p:childTnLst>
                                    <p:set>
                                      <p:cBhvr>
                                        <p:cTn id="126" dur="1" fill="hold">
                                          <p:stCondLst>
                                            <p:cond delay="0"/>
                                          </p:stCondLst>
                                        </p:cTn>
                                        <p:tgtEl>
                                          <p:spTgt spid="30"/>
                                        </p:tgtEl>
                                        <p:attrNameLst>
                                          <p:attrName>style.visibility</p:attrName>
                                        </p:attrNameLst>
                                      </p:cBhvr>
                                      <p:to>
                                        <p:strVal val="visible"/>
                                      </p:to>
                                    </p:set>
                                    <p:anim calcmode="lin" valueType="num">
                                      <p:cBhvr>
                                        <p:cTn id="127" dur="450" fill="hold"/>
                                        <p:tgtEl>
                                          <p:spTgt spid="30"/>
                                        </p:tgtEl>
                                        <p:attrNameLst>
                                          <p:attrName>ppt_w</p:attrName>
                                        </p:attrNameLst>
                                      </p:cBhvr>
                                      <p:tavLst>
                                        <p:tav tm="0">
                                          <p:val>
                                            <p:fltVal val="0"/>
                                          </p:val>
                                        </p:tav>
                                        <p:tav tm="100000">
                                          <p:val>
                                            <p:strVal val="#ppt_w"/>
                                          </p:val>
                                        </p:tav>
                                      </p:tavLst>
                                    </p:anim>
                                    <p:anim calcmode="lin" valueType="num">
                                      <p:cBhvr>
                                        <p:cTn id="128" dur="450" fill="hold"/>
                                        <p:tgtEl>
                                          <p:spTgt spid="30"/>
                                        </p:tgtEl>
                                        <p:attrNameLst>
                                          <p:attrName>ppt_h</p:attrName>
                                        </p:attrNameLst>
                                      </p:cBhvr>
                                      <p:tavLst>
                                        <p:tav tm="0">
                                          <p:val>
                                            <p:fltVal val="0"/>
                                          </p:val>
                                        </p:tav>
                                        <p:tav tm="100000">
                                          <p:val>
                                            <p:strVal val="#ppt_h"/>
                                          </p:val>
                                        </p:tav>
                                      </p:tavLst>
                                    </p:anim>
                                    <p:animEffect transition="in" filter="fade">
                                      <p:cBhvr>
                                        <p:cTn id="129" dur="450"/>
                                        <p:tgtEl>
                                          <p:spTgt spid="30"/>
                                        </p:tgtEl>
                                      </p:cBhvr>
                                    </p:animEffect>
                                  </p:childTnLst>
                                </p:cTn>
                              </p:par>
                              <p:par>
                                <p:cTn id="130" presetID="53" presetClass="entr" presetSubtype="16" fill="hold" grpId="0" nodeType="withEffect">
                                  <p:stCondLst>
                                    <p:cond delay="1995"/>
                                  </p:stCondLst>
                                  <p:childTnLst>
                                    <p:set>
                                      <p:cBhvr>
                                        <p:cTn id="131" dur="1" fill="hold">
                                          <p:stCondLst>
                                            <p:cond delay="0"/>
                                          </p:stCondLst>
                                        </p:cTn>
                                        <p:tgtEl>
                                          <p:spTgt spid="31"/>
                                        </p:tgtEl>
                                        <p:attrNameLst>
                                          <p:attrName>style.visibility</p:attrName>
                                        </p:attrNameLst>
                                      </p:cBhvr>
                                      <p:to>
                                        <p:strVal val="visible"/>
                                      </p:to>
                                    </p:set>
                                    <p:anim calcmode="lin" valueType="num">
                                      <p:cBhvr>
                                        <p:cTn id="132" dur="450" fill="hold"/>
                                        <p:tgtEl>
                                          <p:spTgt spid="31"/>
                                        </p:tgtEl>
                                        <p:attrNameLst>
                                          <p:attrName>ppt_w</p:attrName>
                                        </p:attrNameLst>
                                      </p:cBhvr>
                                      <p:tavLst>
                                        <p:tav tm="0">
                                          <p:val>
                                            <p:fltVal val="0"/>
                                          </p:val>
                                        </p:tav>
                                        <p:tav tm="100000">
                                          <p:val>
                                            <p:strVal val="#ppt_w"/>
                                          </p:val>
                                        </p:tav>
                                      </p:tavLst>
                                    </p:anim>
                                    <p:anim calcmode="lin" valueType="num">
                                      <p:cBhvr>
                                        <p:cTn id="133" dur="450" fill="hold"/>
                                        <p:tgtEl>
                                          <p:spTgt spid="31"/>
                                        </p:tgtEl>
                                        <p:attrNameLst>
                                          <p:attrName>ppt_h</p:attrName>
                                        </p:attrNameLst>
                                      </p:cBhvr>
                                      <p:tavLst>
                                        <p:tav tm="0">
                                          <p:val>
                                            <p:fltVal val="0"/>
                                          </p:val>
                                        </p:tav>
                                        <p:tav tm="100000">
                                          <p:val>
                                            <p:strVal val="#ppt_h"/>
                                          </p:val>
                                        </p:tav>
                                      </p:tavLst>
                                    </p:anim>
                                    <p:animEffect transition="in" filter="fade">
                                      <p:cBhvr>
                                        <p:cTn id="134" dur="450"/>
                                        <p:tgtEl>
                                          <p:spTgt spid="31"/>
                                        </p:tgtEl>
                                      </p:cBhvr>
                                    </p:animEffect>
                                  </p:childTnLst>
                                </p:cTn>
                              </p:par>
                              <p:par>
                                <p:cTn id="135" presetID="53" presetClass="entr" presetSubtype="16" fill="hold" grpId="0" nodeType="withEffect">
                                  <p:stCondLst>
                                    <p:cond delay="1995"/>
                                  </p:stCondLst>
                                  <p:childTnLst>
                                    <p:set>
                                      <p:cBhvr>
                                        <p:cTn id="136" dur="1" fill="hold">
                                          <p:stCondLst>
                                            <p:cond delay="0"/>
                                          </p:stCondLst>
                                        </p:cTn>
                                        <p:tgtEl>
                                          <p:spTgt spid="32"/>
                                        </p:tgtEl>
                                        <p:attrNameLst>
                                          <p:attrName>style.visibility</p:attrName>
                                        </p:attrNameLst>
                                      </p:cBhvr>
                                      <p:to>
                                        <p:strVal val="visible"/>
                                      </p:to>
                                    </p:set>
                                    <p:anim calcmode="lin" valueType="num">
                                      <p:cBhvr>
                                        <p:cTn id="137" dur="450" fill="hold"/>
                                        <p:tgtEl>
                                          <p:spTgt spid="32"/>
                                        </p:tgtEl>
                                        <p:attrNameLst>
                                          <p:attrName>ppt_w</p:attrName>
                                        </p:attrNameLst>
                                      </p:cBhvr>
                                      <p:tavLst>
                                        <p:tav tm="0">
                                          <p:val>
                                            <p:fltVal val="0"/>
                                          </p:val>
                                        </p:tav>
                                        <p:tav tm="100000">
                                          <p:val>
                                            <p:strVal val="#ppt_w"/>
                                          </p:val>
                                        </p:tav>
                                      </p:tavLst>
                                    </p:anim>
                                    <p:anim calcmode="lin" valueType="num">
                                      <p:cBhvr>
                                        <p:cTn id="138" dur="450" fill="hold"/>
                                        <p:tgtEl>
                                          <p:spTgt spid="32"/>
                                        </p:tgtEl>
                                        <p:attrNameLst>
                                          <p:attrName>ppt_h</p:attrName>
                                        </p:attrNameLst>
                                      </p:cBhvr>
                                      <p:tavLst>
                                        <p:tav tm="0">
                                          <p:val>
                                            <p:fltVal val="0"/>
                                          </p:val>
                                        </p:tav>
                                        <p:tav tm="100000">
                                          <p:val>
                                            <p:strVal val="#ppt_h"/>
                                          </p:val>
                                        </p:tav>
                                      </p:tavLst>
                                    </p:anim>
                                    <p:animEffect transition="in" filter="fade">
                                      <p:cBhvr>
                                        <p:cTn id="139" dur="450"/>
                                        <p:tgtEl>
                                          <p:spTgt spid="32"/>
                                        </p:tgtEl>
                                      </p:cBhvr>
                                    </p:animEffect>
                                  </p:childTnLst>
                                </p:cTn>
                              </p:par>
                              <p:par>
                                <p:cTn id="140" presetID="53" presetClass="entr" presetSubtype="16" fill="hold" grpId="0" nodeType="withEffect">
                                  <p:stCondLst>
                                    <p:cond delay="1995"/>
                                  </p:stCondLst>
                                  <p:childTnLst>
                                    <p:set>
                                      <p:cBhvr>
                                        <p:cTn id="141" dur="1" fill="hold">
                                          <p:stCondLst>
                                            <p:cond delay="0"/>
                                          </p:stCondLst>
                                        </p:cTn>
                                        <p:tgtEl>
                                          <p:spTgt spid="33"/>
                                        </p:tgtEl>
                                        <p:attrNameLst>
                                          <p:attrName>style.visibility</p:attrName>
                                        </p:attrNameLst>
                                      </p:cBhvr>
                                      <p:to>
                                        <p:strVal val="visible"/>
                                      </p:to>
                                    </p:set>
                                    <p:anim calcmode="lin" valueType="num">
                                      <p:cBhvr>
                                        <p:cTn id="142" dur="450" fill="hold"/>
                                        <p:tgtEl>
                                          <p:spTgt spid="33"/>
                                        </p:tgtEl>
                                        <p:attrNameLst>
                                          <p:attrName>ppt_w</p:attrName>
                                        </p:attrNameLst>
                                      </p:cBhvr>
                                      <p:tavLst>
                                        <p:tav tm="0">
                                          <p:val>
                                            <p:fltVal val="0"/>
                                          </p:val>
                                        </p:tav>
                                        <p:tav tm="100000">
                                          <p:val>
                                            <p:strVal val="#ppt_w"/>
                                          </p:val>
                                        </p:tav>
                                      </p:tavLst>
                                    </p:anim>
                                    <p:anim calcmode="lin" valueType="num">
                                      <p:cBhvr>
                                        <p:cTn id="143" dur="450" fill="hold"/>
                                        <p:tgtEl>
                                          <p:spTgt spid="33"/>
                                        </p:tgtEl>
                                        <p:attrNameLst>
                                          <p:attrName>ppt_h</p:attrName>
                                        </p:attrNameLst>
                                      </p:cBhvr>
                                      <p:tavLst>
                                        <p:tav tm="0">
                                          <p:val>
                                            <p:fltVal val="0"/>
                                          </p:val>
                                        </p:tav>
                                        <p:tav tm="100000">
                                          <p:val>
                                            <p:strVal val="#ppt_h"/>
                                          </p:val>
                                        </p:tav>
                                      </p:tavLst>
                                    </p:anim>
                                    <p:animEffect transition="in" filter="fade">
                                      <p:cBhvr>
                                        <p:cTn id="144"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P spid="3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02 · STRUCTURE</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How the bakery is organised</a:t>
            </a:r>
            <a:endParaRPr lang="en-US" sz="3400" dirty="0"/>
          </a:p>
        </p:txBody>
      </p:sp>
      <p:sp>
        <p:nvSpPr>
          <p:cNvPr id="4" name="a1-zoom"/>
          <p:cNvSpPr/>
          <p:nvPr/>
        </p:nvSpPr>
        <p:spPr>
          <a:xfrm>
            <a:off x="4498848" y="1783080"/>
            <a:ext cx="3200400" cy="868680"/>
          </a:xfrm>
          <a:prstGeom prst="roundRect">
            <a:avLst>
              <a:gd name="adj" fmla="val 12632"/>
            </a:avLst>
          </a:prstGeom>
          <a:solidFill>
            <a:srgbClr val="1B2A4A"/>
          </a:solidFill>
          <a:ln w="12700">
            <a:solidFill>
              <a:srgbClr val="1B2A4A"/>
            </a:solidFill>
            <a:prstDash val="solid"/>
          </a:ln>
        </p:spPr>
      </p:sp>
      <p:pic>
        <p:nvPicPr>
          <p:cNvPr id="5" name="a1-zoom" descr="">    </p:cNvPr>
          <p:cNvPicPr>
            <a:picLocks noChangeAspect="1"/>
          </p:cNvPicPr>
          <p:nvPr/>
        </p:nvPicPr>
        <p:blipFill>
          <a:blip r:embed="rId1"/>
          <a:stretch>
            <a:fillRect/>
          </a:stretch>
        </p:blipFill>
        <p:spPr>
          <a:xfrm>
            <a:off x="4754880" y="1993392"/>
            <a:ext cx="457200" cy="457200"/>
          </a:xfrm>
          <a:prstGeom prst="rect">
            <a:avLst/>
          </a:prstGeom>
        </p:spPr>
      </p:pic>
      <p:sp>
        <p:nvSpPr>
          <p:cNvPr id="6" name="a1-zoom"/>
          <p:cNvSpPr txBox="1"/>
          <p:nvPr/>
        </p:nvSpPr>
        <p:spPr>
          <a:xfrm>
            <a:off x="5394960" y="1783080"/>
            <a:ext cx="2194560" cy="8686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Director</a:t>
            </a:r>
            <a:endParaRPr lang="en-US" sz="1800" dirty="0"/>
          </a:p>
          <a:p>
            <a:pPr indent="0" marL="0">
              <a:buNone/>
            </a:pPr>
            <a:r>
              <a:rPr lang="en-US" sz="1300" dirty="0">
                <a:solidFill>
                  <a:srgbClr val="C9D3E6"/>
                </a:solidFill>
                <a:latin typeface="Calibri" pitchFamily="34" charset="0"/>
                <a:ea typeface="Calibri" pitchFamily="34" charset="-122"/>
                <a:cs typeface="Calibri" pitchFamily="34" charset="-120"/>
              </a:rPr>
              <a:t>Djamel Ounnadi</a:t>
            </a:r>
            <a:endParaRPr lang="en-US" sz="1800" dirty="0"/>
          </a:p>
        </p:txBody>
      </p:sp>
      <p:sp>
        <p:nvSpPr>
          <p:cNvPr id="7" name="a2-fade"/>
          <p:cNvSpPr/>
          <p:nvPr/>
        </p:nvSpPr>
        <p:spPr>
          <a:xfrm>
            <a:off x="7699248" y="2212848"/>
            <a:ext cx="868680" cy="0"/>
          </a:xfrm>
          <a:prstGeom prst="line">
            <a:avLst/>
          </a:prstGeom>
          <a:noFill/>
          <a:ln w="22225">
            <a:solidFill>
              <a:srgbClr val="D9973A"/>
            </a:solidFill>
            <a:prstDash val="dash"/>
          </a:ln>
        </p:spPr>
      </p:sp>
      <p:sp>
        <p:nvSpPr>
          <p:cNvPr id="8" name="a2-fade"/>
          <p:cNvSpPr/>
          <p:nvPr/>
        </p:nvSpPr>
        <p:spPr>
          <a:xfrm>
            <a:off x="8567928" y="1828800"/>
            <a:ext cx="2980944" cy="777240"/>
          </a:xfrm>
          <a:prstGeom prst="roundRect">
            <a:avLst>
              <a:gd name="adj" fmla="val 14118"/>
            </a:avLst>
          </a:prstGeom>
          <a:solidFill>
            <a:srgbClr val="FBF1E2"/>
          </a:solidFill>
          <a:ln w="15875">
            <a:solidFill>
              <a:srgbClr val="D9973A"/>
            </a:solidFill>
            <a:prstDash val="dash"/>
          </a:ln>
        </p:spPr>
      </p:sp>
      <p:pic>
        <p:nvPicPr>
          <p:cNvPr id="9" name="a2-fade" descr="">    </p:cNvPr>
          <p:cNvPicPr>
            <a:picLocks noChangeAspect="1"/>
          </p:cNvPicPr>
          <p:nvPr/>
        </p:nvPicPr>
        <p:blipFill>
          <a:blip r:embed="rId2"/>
          <a:stretch>
            <a:fillRect/>
          </a:stretch>
        </p:blipFill>
        <p:spPr>
          <a:xfrm>
            <a:off x="8778240" y="2011680"/>
            <a:ext cx="411480" cy="411480"/>
          </a:xfrm>
          <a:prstGeom prst="rect">
            <a:avLst/>
          </a:prstGeom>
        </p:spPr>
      </p:pic>
      <p:sp>
        <p:nvSpPr>
          <p:cNvPr id="10" name="a2-fade"/>
          <p:cNvSpPr txBox="1"/>
          <p:nvPr/>
        </p:nvSpPr>
        <p:spPr>
          <a:xfrm>
            <a:off x="9326880" y="1828800"/>
            <a:ext cx="214884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Me – trainee</a:t>
            </a:r>
            <a:endParaRPr lang="en-US" sz="1500" dirty="0"/>
          </a:p>
          <a:p>
            <a:pPr indent="0" marL="0">
              <a:buNone/>
            </a:pPr>
            <a:r>
              <a:rPr lang="en-US" sz="1200" dirty="0">
                <a:solidFill>
                  <a:srgbClr val="5B6577"/>
                </a:solidFill>
                <a:latin typeface="Calibri" pitchFamily="34" charset="0"/>
                <a:ea typeface="Calibri" pitchFamily="34" charset="-122"/>
                <a:cs typeface="Calibri" pitchFamily="34" charset="-120"/>
              </a:rPr>
              <a:t>I helped in all three areas</a:t>
            </a:r>
            <a:endParaRPr lang="en-US" sz="1500" dirty="0"/>
          </a:p>
        </p:txBody>
      </p:sp>
      <p:sp>
        <p:nvSpPr>
          <p:cNvPr id="11" name="a3-fade"/>
          <p:cNvSpPr/>
          <p:nvPr/>
        </p:nvSpPr>
        <p:spPr>
          <a:xfrm>
            <a:off x="6099048" y="2651760"/>
            <a:ext cx="0" cy="411480"/>
          </a:xfrm>
          <a:prstGeom prst="line">
            <a:avLst/>
          </a:prstGeom>
          <a:noFill/>
          <a:ln w="19050">
            <a:solidFill>
              <a:srgbClr val="AAB4C5"/>
            </a:solidFill>
            <a:prstDash val="solid"/>
          </a:ln>
        </p:spPr>
      </p:sp>
      <p:sp>
        <p:nvSpPr>
          <p:cNvPr id="12" name="a3-fade"/>
          <p:cNvSpPr/>
          <p:nvPr/>
        </p:nvSpPr>
        <p:spPr>
          <a:xfrm>
            <a:off x="2331720" y="3063240"/>
            <a:ext cx="7525512" cy="0"/>
          </a:xfrm>
          <a:prstGeom prst="line">
            <a:avLst/>
          </a:prstGeom>
          <a:noFill/>
          <a:ln w="19050">
            <a:solidFill>
              <a:srgbClr val="AAB4C5"/>
            </a:solidFill>
            <a:prstDash val="solid"/>
          </a:ln>
        </p:spPr>
      </p:sp>
      <p:sp>
        <p:nvSpPr>
          <p:cNvPr id="13" name="a3-fade"/>
          <p:cNvSpPr/>
          <p:nvPr/>
        </p:nvSpPr>
        <p:spPr>
          <a:xfrm>
            <a:off x="2331720" y="3063240"/>
            <a:ext cx="0" cy="365760"/>
          </a:xfrm>
          <a:prstGeom prst="line">
            <a:avLst/>
          </a:prstGeom>
          <a:noFill/>
          <a:ln w="19050">
            <a:solidFill>
              <a:srgbClr val="AAB4C5"/>
            </a:solidFill>
            <a:prstDash val="solid"/>
          </a:ln>
        </p:spPr>
      </p:sp>
      <p:sp>
        <p:nvSpPr>
          <p:cNvPr id="14" name="a3-fade"/>
          <p:cNvSpPr/>
          <p:nvPr/>
        </p:nvSpPr>
        <p:spPr>
          <a:xfrm>
            <a:off x="6099048" y="3063240"/>
            <a:ext cx="0" cy="365760"/>
          </a:xfrm>
          <a:prstGeom prst="line">
            <a:avLst/>
          </a:prstGeom>
          <a:noFill/>
          <a:ln w="19050">
            <a:solidFill>
              <a:srgbClr val="AAB4C5"/>
            </a:solidFill>
            <a:prstDash val="solid"/>
          </a:ln>
        </p:spPr>
      </p:sp>
      <p:sp>
        <p:nvSpPr>
          <p:cNvPr id="15" name="a3-fade"/>
          <p:cNvSpPr/>
          <p:nvPr/>
        </p:nvSpPr>
        <p:spPr>
          <a:xfrm>
            <a:off x="9857232" y="3063240"/>
            <a:ext cx="0" cy="365760"/>
          </a:xfrm>
          <a:prstGeom prst="line">
            <a:avLst/>
          </a:prstGeom>
          <a:noFill/>
          <a:ln w="19050">
            <a:solidFill>
              <a:srgbClr val="AAB4C5"/>
            </a:solidFill>
            <a:prstDash val="solid"/>
          </a:ln>
        </p:spPr>
      </p:sp>
      <p:sp>
        <p:nvSpPr>
          <p:cNvPr id="16" name="a4-zoom"/>
          <p:cNvSpPr/>
          <p:nvPr/>
        </p:nvSpPr>
        <p:spPr>
          <a:xfrm>
            <a:off x="731520" y="3429000"/>
            <a:ext cx="3200400" cy="1600200"/>
          </a:xfrm>
          <a:prstGeom prst="roundRect">
            <a:avLst>
              <a:gd name="adj" fmla="val 8571"/>
            </a:avLst>
          </a:prstGeom>
          <a:solidFill>
            <a:srgbClr val="F3F5F9"/>
          </a:solidFill>
          <a:ln w="12700">
            <a:solidFill>
              <a:srgbClr val="F3F5F9"/>
            </a:solidFill>
            <a:prstDash val="solid"/>
          </a:ln>
        </p:spPr>
      </p:sp>
      <p:sp>
        <p:nvSpPr>
          <p:cNvPr id="17" name="a4-zoom"/>
          <p:cNvSpPr/>
          <p:nvPr/>
        </p:nvSpPr>
        <p:spPr>
          <a:xfrm>
            <a:off x="1005840" y="3703320"/>
            <a:ext cx="658368" cy="658368"/>
          </a:xfrm>
          <a:prstGeom prst="ellipse">
            <a:avLst/>
          </a:prstGeom>
          <a:solidFill>
            <a:srgbClr val="D9973A"/>
          </a:solidFill>
          <a:ln w="12700">
            <a:solidFill>
              <a:srgbClr val="D9973A"/>
            </a:solidFill>
            <a:prstDash val="solid"/>
          </a:ln>
        </p:spPr>
      </p:sp>
      <p:pic>
        <p:nvPicPr>
          <p:cNvPr id="18" name="a4-zoom" descr="">    </p:cNvPr>
          <p:cNvPicPr>
            <a:picLocks noChangeAspect="1"/>
          </p:cNvPicPr>
          <p:nvPr/>
        </p:nvPicPr>
        <p:blipFill>
          <a:blip r:embed="rId3"/>
          <a:stretch>
            <a:fillRect/>
          </a:stretch>
        </p:blipFill>
        <p:spPr>
          <a:xfrm>
            <a:off x="1163848" y="3861328"/>
            <a:ext cx="342351" cy="342351"/>
          </a:xfrm>
          <a:prstGeom prst="rect">
            <a:avLst/>
          </a:prstGeom>
        </p:spPr>
      </p:pic>
      <p:sp>
        <p:nvSpPr>
          <p:cNvPr id="19" name="a4-zoom"/>
          <p:cNvSpPr txBox="1"/>
          <p:nvPr/>
        </p:nvSpPr>
        <p:spPr>
          <a:xfrm>
            <a:off x="1828800" y="3703320"/>
            <a:ext cx="2011680" cy="658368"/>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Production</a:t>
            </a:r>
            <a:endParaRPr lang="en-US" sz="1900" dirty="0"/>
          </a:p>
        </p:txBody>
      </p:sp>
      <p:sp>
        <p:nvSpPr>
          <p:cNvPr id="20" name="a4-zoom"/>
          <p:cNvSpPr txBox="1"/>
          <p:nvPr/>
        </p:nvSpPr>
        <p:spPr>
          <a:xfrm>
            <a:off x="1005840" y="4453128"/>
            <a:ext cx="2697480" cy="50292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Pastry chef: bread, pastries and cakes</a:t>
            </a:r>
            <a:endParaRPr lang="en-US" sz="1400" dirty="0"/>
          </a:p>
        </p:txBody>
      </p:sp>
      <p:sp>
        <p:nvSpPr>
          <p:cNvPr id="21" name="a5-zoom"/>
          <p:cNvSpPr/>
          <p:nvPr/>
        </p:nvSpPr>
        <p:spPr>
          <a:xfrm>
            <a:off x="4498848" y="3429000"/>
            <a:ext cx="3200400" cy="1600200"/>
          </a:xfrm>
          <a:prstGeom prst="roundRect">
            <a:avLst>
              <a:gd name="adj" fmla="val 8571"/>
            </a:avLst>
          </a:prstGeom>
          <a:solidFill>
            <a:srgbClr val="F3F5F9"/>
          </a:solidFill>
          <a:ln w="12700">
            <a:solidFill>
              <a:srgbClr val="F3F5F9"/>
            </a:solidFill>
            <a:prstDash val="solid"/>
          </a:ln>
        </p:spPr>
      </p:sp>
      <p:sp>
        <p:nvSpPr>
          <p:cNvPr id="22" name="a5-zoom"/>
          <p:cNvSpPr/>
          <p:nvPr/>
        </p:nvSpPr>
        <p:spPr>
          <a:xfrm>
            <a:off x="4773168" y="3703320"/>
            <a:ext cx="658368" cy="658368"/>
          </a:xfrm>
          <a:prstGeom prst="ellipse">
            <a:avLst/>
          </a:prstGeom>
          <a:solidFill>
            <a:srgbClr val="D9973A"/>
          </a:solidFill>
          <a:ln w="12700">
            <a:solidFill>
              <a:srgbClr val="D9973A"/>
            </a:solidFill>
            <a:prstDash val="solid"/>
          </a:ln>
        </p:spPr>
      </p:sp>
      <p:pic>
        <p:nvPicPr>
          <p:cNvPr id="23" name="a5-zoom" descr="">    </p:cNvPr>
          <p:cNvPicPr>
            <a:picLocks noChangeAspect="1"/>
          </p:cNvPicPr>
          <p:nvPr/>
        </p:nvPicPr>
        <p:blipFill>
          <a:blip r:embed="rId4"/>
          <a:stretch>
            <a:fillRect/>
          </a:stretch>
        </p:blipFill>
        <p:spPr>
          <a:xfrm>
            <a:off x="4931176" y="3861328"/>
            <a:ext cx="342351" cy="342351"/>
          </a:xfrm>
          <a:prstGeom prst="rect">
            <a:avLst/>
          </a:prstGeom>
        </p:spPr>
      </p:pic>
      <p:sp>
        <p:nvSpPr>
          <p:cNvPr id="24" name="a5-zoom"/>
          <p:cNvSpPr txBox="1"/>
          <p:nvPr/>
        </p:nvSpPr>
        <p:spPr>
          <a:xfrm>
            <a:off x="5596128" y="3703320"/>
            <a:ext cx="2011680" cy="658368"/>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Sales</a:t>
            </a:r>
            <a:endParaRPr lang="en-US" sz="1900" dirty="0"/>
          </a:p>
        </p:txBody>
      </p:sp>
      <p:sp>
        <p:nvSpPr>
          <p:cNvPr id="25" name="a5-zoom"/>
          <p:cNvSpPr txBox="1"/>
          <p:nvPr/>
        </p:nvSpPr>
        <p:spPr>
          <a:xfrm>
            <a:off x="4773168" y="4453128"/>
            <a:ext cx="2697480" cy="50292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Shop team: customers and cash register</a:t>
            </a:r>
            <a:endParaRPr lang="en-US" sz="1400" dirty="0"/>
          </a:p>
        </p:txBody>
      </p:sp>
      <p:sp>
        <p:nvSpPr>
          <p:cNvPr id="26" name="a6-zoom"/>
          <p:cNvSpPr/>
          <p:nvPr/>
        </p:nvSpPr>
        <p:spPr>
          <a:xfrm>
            <a:off x="8257032" y="3429000"/>
            <a:ext cx="3200400" cy="1600200"/>
          </a:xfrm>
          <a:prstGeom prst="roundRect">
            <a:avLst>
              <a:gd name="adj" fmla="val 8571"/>
            </a:avLst>
          </a:prstGeom>
          <a:solidFill>
            <a:srgbClr val="F3F5F9"/>
          </a:solidFill>
          <a:ln w="12700">
            <a:solidFill>
              <a:srgbClr val="F3F5F9"/>
            </a:solidFill>
            <a:prstDash val="solid"/>
          </a:ln>
        </p:spPr>
      </p:sp>
      <p:sp>
        <p:nvSpPr>
          <p:cNvPr id="27" name="a6-zoom"/>
          <p:cNvSpPr/>
          <p:nvPr/>
        </p:nvSpPr>
        <p:spPr>
          <a:xfrm>
            <a:off x="8531352" y="3703320"/>
            <a:ext cx="658368" cy="658368"/>
          </a:xfrm>
          <a:prstGeom prst="ellipse">
            <a:avLst/>
          </a:prstGeom>
          <a:solidFill>
            <a:srgbClr val="D9973A"/>
          </a:solidFill>
          <a:ln w="12700">
            <a:solidFill>
              <a:srgbClr val="D9973A"/>
            </a:solidFill>
            <a:prstDash val="solid"/>
          </a:ln>
        </p:spPr>
      </p:sp>
      <p:pic>
        <p:nvPicPr>
          <p:cNvPr id="28" name="a6-zoom" descr="">    </p:cNvPr>
          <p:cNvPicPr>
            <a:picLocks noChangeAspect="1"/>
          </p:cNvPicPr>
          <p:nvPr/>
        </p:nvPicPr>
        <p:blipFill>
          <a:blip r:embed="rId5"/>
          <a:stretch>
            <a:fillRect/>
          </a:stretch>
        </p:blipFill>
        <p:spPr>
          <a:xfrm>
            <a:off x="8689360" y="3861328"/>
            <a:ext cx="342351" cy="342351"/>
          </a:xfrm>
          <a:prstGeom prst="rect">
            <a:avLst/>
          </a:prstGeom>
        </p:spPr>
      </p:pic>
      <p:sp>
        <p:nvSpPr>
          <p:cNvPr id="29" name="a6-zoom"/>
          <p:cNvSpPr txBox="1"/>
          <p:nvPr/>
        </p:nvSpPr>
        <p:spPr>
          <a:xfrm>
            <a:off x="9354312" y="3703320"/>
            <a:ext cx="2011680" cy="658368"/>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Administration</a:t>
            </a:r>
            <a:endParaRPr lang="en-US" sz="1900" dirty="0"/>
          </a:p>
        </p:txBody>
      </p:sp>
      <p:sp>
        <p:nvSpPr>
          <p:cNvPr id="30" name="a6-zoom"/>
          <p:cNvSpPr txBox="1"/>
          <p:nvPr/>
        </p:nvSpPr>
        <p:spPr>
          <a:xfrm>
            <a:off x="8531352" y="4453128"/>
            <a:ext cx="2697480" cy="50292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Documents, planning and accounting</a:t>
            </a:r>
            <a:endParaRPr lang="en-US" sz="1400" dirty="0"/>
          </a:p>
        </p:txBody>
      </p:sp>
      <p:sp>
        <p:nvSpPr>
          <p:cNvPr id="31" name="a7-fade"/>
          <p:cNvSpPr txBox="1"/>
          <p:nvPr/>
        </p:nvSpPr>
        <p:spPr>
          <a:xfrm>
            <a:off x="731520" y="5349240"/>
            <a:ext cx="10725912" cy="640080"/>
          </a:xfrm>
          <a:prstGeom prst="roundRect">
            <a:avLst>
              <a:gd name="adj" fmla="val 17143"/>
            </a:avLst>
          </a:prstGeom>
          <a:solidFill>
            <a:srgbClr val="FBF1E2"/>
          </a:solidFill>
          <a:ln/>
        </p:spPr>
        <p:txBody>
          <a:bodyPr wrap="square" lIns="0" tIns="0" rIns="0" bIns="0" rtlCol="0" anchor="ctr"/>
          <a:lstStyle/>
          <a:p>
            <a:pPr algn="ctr" indent="0" marL="0">
              <a:buNone/>
            </a:pPr>
            <a:r>
              <a:rPr lang="en-US" sz="1700" b="1" dirty="0">
                <a:solidFill>
                  <a:srgbClr val="D9973A"/>
                </a:solidFill>
                <a:latin typeface="Calibri" pitchFamily="34" charset="0"/>
                <a:ea typeface="Calibri" pitchFamily="34" charset="-122"/>
                <a:cs typeface="Calibri" pitchFamily="34" charset="-120"/>
              </a:rPr>
              <a:t>Simple structure: </a:t>
            </a:r>
            <a:pPr algn="ctr" indent="0" marL="0">
              <a:buNone/>
            </a:pPr>
            <a:r>
              <a:rPr lang="en-US" sz="1700" dirty="0">
                <a:solidFill>
                  <a:srgbClr val="1B2A4A"/>
                </a:solidFill>
                <a:latin typeface="Calibri" pitchFamily="34" charset="0"/>
                <a:ea typeface="Calibri" pitchFamily="34" charset="-122"/>
                <a:cs typeface="Calibri" pitchFamily="34" charset="-120"/>
              </a:rPr>
              <a:t>few levels, so decisions are quick and communication is direct.</a:t>
            </a:r>
            <a:endParaRPr lang="en-US" sz="1700" dirty="0"/>
          </a:p>
        </p:txBody>
      </p:sp>
      <p:sp>
        <p:nvSpPr>
          <p:cNvPr id="32" name="Text 25"/>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33" name="Text 26"/>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8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450" fill="hold"/>
                                        <p:tgtEl>
                                          <p:spTgt spid="5"/>
                                        </p:tgtEl>
                                        <p:attrNameLst>
                                          <p:attrName>ppt_w</p:attrName>
                                        </p:attrNameLst>
                                      </p:cBhvr>
                                      <p:tavLst>
                                        <p:tav tm="0">
                                          <p:val>
                                            <p:fltVal val="0"/>
                                          </p:val>
                                        </p:tav>
                                        <p:tav tm="100000">
                                          <p:val>
                                            <p:strVal val="#ppt_w"/>
                                          </p:val>
                                        </p:tav>
                                      </p:tavLst>
                                    </p:anim>
                                    <p:anim calcmode="lin" valueType="num">
                                      <p:cBhvr>
                                        <p:cTn id="13" dur="450" fill="hold"/>
                                        <p:tgtEl>
                                          <p:spTgt spid="5"/>
                                        </p:tgtEl>
                                        <p:attrNameLst>
                                          <p:attrName>ppt_h</p:attrName>
                                        </p:attrNameLst>
                                      </p:cBhvr>
                                      <p:tavLst>
                                        <p:tav tm="0">
                                          <p:val>
                                            <p:fltVal val="0"/>
                                          </p:val>
                                        </p:tav>
                                        <p:tav tm="100000">
                                          <p:val>
                                            <p:strVal val="#ppt_h"/>
                                          </p:val>
                                        </p:tav>
                                      </p:tavLst>
                                    </p:anim>
                                    <p:animEffect transition="in" filter="fade">
                                      <p:cBhvr>
                                        <p:cTn id="14" dur="450"/>
                                        <p:tgtEl>
                                          <p:spTgt spid="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450" fill="hold"/>
                                        <p:tgtEl>
                                          <p:spTgt spid="6"/>
                                        </p:tgtEl>
                                        <p:attrNameLst>
                                          <p:attrName>ppt_w</p:attrName>
                                        </p:attrNameLst>
                                      </p:cBhvr>
                                      <p:tavLst>
                                        <p:tav tm="0">
                                          <p:val>
                                            <p:fltVal val="0"/>
                                          </p:val>
                                        </p:tav>
                                        <p:tav tm="100000">
                                          <p:val>
                                            <p:strVal val="#ppt_w"/>
                                          </p:val>
                                        </p:tav>
                                      </p:tavLst>
                                    </p:anim>
                                    <p:anim calcmode="lin" valueType="num">
                                      <p:cBhvr>
                                        <p:cTn id="18" dur="450" fill="hold"/>
                                        <p:tgtEl>
                                          <p:spTgt spid="6"/>
                                        </p:tgtEl>
                                        <p:attrNameLst>
                                          <p:attrName>ppt_h</p:attrName>
                                        </p:attrNameLst>
                                      </p:cBhvr>
                                      <p:tavLst>
                                        <p:tav tm="0">
                                          <p:val>
                                            <p:fltVal val="0"/>
                                          </p:val>
                                        </p:tav>
                                        <p:tav tm="100000">
                                          <p:val>
                                            <p:strVal val="#ppt_h"/>
                                          </p:val>
                                        </p:tav>
                                      </p:tavLst>
                                    </p:anim>
                                    <p:animEffect transition="in" filter="fade">
                                      <p:cBhvr>
                                        <p:cTn id="19" dur="450"/>
                                        <p:tgtEl>
                                          <p:spTgt spid="6"/>
                                        </p:tgtEl>
                                      </p:cBhvr>
                                    </p:animEffect>
                                  </p:childTnLst>
                                </p:cTn>
                              </p:par>
                              <p:par>
                                <p:cTn id="20" presetID="10" presetClass="entr" presetSubtype="0" fill="hold" grpId="0" nodeType="withEffect">
                                  <p:stCondLst>
                                    <p:cond delay="31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315"/>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315"/>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315"/>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665"/>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665"/>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665"/>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665"/>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665"/>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53" presetClass="entr" presetSubtype="16" fill="hold" grpId="0" nodeType="withEffect">
                                  <p:stCondLst>
                                    <p:cond delay="1015"/>
                                  </p:stCondLst>
                                  <p:childTnLst>
                                    <p:set>
                                      <p:cBhvr>
                                        <p:cTn id="48" dur="1" fill="hold">
                                          <p:stCondLst>
                                            <p:cond delay="0"/>
                                          </p:stCondLst>
                                        </p:cTn>
                                        <p:tgtEl>
                                          <p:spTgt spid="16"/>
                                        </p:tgtEl>
                                        <p:attrNameLst>
                                          <p:attrName>style.visibility</p:attrName>
                                        </p:attrNameLst>
                                      </p:cBhvr>
                                      <p:to>
                                        <p:strVal val="visible"/>
                                      </p:to>
                                    </p:set>
                                    <p:anim calcmode="lin" valueType="num">
                                      <p:cBhvr>
                                        <p:cTn id="49" dur="450" fill="hold"/>
                                        <p:tgtEl>
                                          <p:spTgt spid="16"/>
                                        </p:tgtEl>
                                        <p:attrNameLst>
                                          <p:attrName>ppt_w</p:attrName>
                                        </p:attrNameLst>
                                      </p:cBhvr>
                                      <p:tavLst>
                                        <p:tav tm="0">
                                          <p:val>
                                            <p:fltVal val="0"/>
                                          </p:val>
                                        </p:tav>
                                        <p:tav tm="100000">
                                          <p:val>
                                            <p:strVal val="#ppt_w"/>
                                          </p:val>
                                        </p:tav>
                                      </p:tavLst>
                                    </p:anim>
                                    <p:anim calcmode="lin" valueType="num">
                                      <p:cBhvr>
                                        <p:cTn id="50" dur="450" fill="hold"/>
                                        <p:tgtEl>
                                          <p:spTgt spid="16"/>
                                        </p:tgtEl>
                                        <p:attrNameLst>
                                          <p:attrName>ppt_h</p:attrName>
                                        </p:attrNameLst>
                                      </p:cBhvr>
                                      <p:tavLst>
                                        <p:tav tm="0">
                                          <p:val>
                                            <p:fltVal val="0"/>
                                          </p:val>
                                        </p:tav>
                                        <p:tav tm="100000">
                                          <p:val>
                                            <p:strVal val="#ppt_h"/>
                                          </p:val>
                                        </p:tav>
                                      </p:tavLst>
                                    </p:anim>
                                    <p:animEffect transition="in" filter="fade">
                                      <p:cBhvr>
                                        <p:cTn id="51" dur="450"/>
                                        <p:tgtEl>
                                          <p:spTgt spid="16"/>
                                        </p:tgtEl>
                                      </p:cBhvr>
                                    </p:animEffect>
                                  </p:childTnLst>
                                </p:cTn>
                              </p:par>
                              <p:par>
                                <p:cTn id="52" presetID="53" presetClass="entr" presetSubtype="16" fill="hold" grpId="0" nodeType="withEffect">
                                  <p:stCondLst>
                                    <p:cond delay="1015"/>
                                  </p:stCondLst>
                                  <p:childTnLst>
                                    <p:set>
                                      <p:cBhvr>
                                        <p:cTn id="53" dur="1" fill="hold">
                                          <p:stCondLst>
                                            <p:cond delay="0"/>
                                          </p:stCondLst>
                                        </p:cTn>
                                        <p:tgtEl>
                                          <p:spTgt spid="17"/>
                                        </p:tgtEl>
                                        <p:attrNameLst>
                                          <p:attrName>style.visibility</p:attrName>
                                        </p:attrNameLst>
                                      </p:cBhvr>
                                      <p:to>
                                        <p:strVal val="visible"/>
                                      </p:to>
                                    </p:set>
                                    <p:anim calcmode="lin" valueType="num">
                                      <p:cBhvr>
                                        <p:cTn id="54" dur="450" fill="hold"/>
                                        <p:tgtEl>
                                          <p:spTgt spid="17"/>
                                        </p:tgtEl>
                                        <p:attrNameLst>
                                          <p:attrName>ppt_w</p:attrName>
                                        </p:attrNameLst>
                                      </p:cBhvr>
                                      <p:tavLst>
                                        <p:tav tm="0">
                                          <p:val>
                                            <p:fltVal val="0"/>
                                          </p:val>
                                        </p:tav>
                                        <p:tav tm="100000">
                                          <p:val>
                                            <p:strVal val="#ppt_w"/>
                                          </p:val>
                                        </p:tav>
                                      </p:tavLst>
                                    </p:anim>
                                    <p:anim calcmode="lin" valueType="num">
                                      <p:cBhvr>
                                        <p:cTn id="55" dur="450" fill="hold"/>
                                        <p:tgtEl>
                                          <p:spTgt spid="17"/>
                                        </p:tgtEl>
                                        <p:attrNameLst>
                                          <p:attrName>ppt_h</p:attrName>
                                        </p:attrNameLst>
                                      </p:cBhvr>
                                      <p:tavLst>
                                        <p:tav tm="0">
                                          <p:val>
                                            <p:fltVal val="0"/>
                                          </p:val>
                                        </p:tav>
                                        <p:tav tm="100000">
                                          <p:val>
                                            <p:strVal val="#ppt_h"/>
                                          </p:val>
                                        </p:tav>
                                      </p:tavLst>
                                    </p:anim>
                                    <p:animEffect transition="in" filter="fade">
                                      <p:cBhvr>
                                        <p:cTn id="56" dur="450"/>
                                        <p:tgtEl>
                                          <p:spTgt spid="17"/>
                                        </p:tgtEl>
                                      </p:cBhvr>
                                    </p:animEffect>
                                  </p:childTnLst>
                                </p:cTn>
                              </p:par>
                              <p:par>
                                <p:cTn id="57" presetID="53" presetClass="entr" presetSubtype="16" fill="hold" grpId="0" nodeType="withEffect">
                                  <p:stCondLst>
                                    <p:cond delay="1015"/>
                                  </p:stCondLst>
                                  <p:childTnLst>
                                    <p:set>
                                      <p:cBhvr>
                                        <p:cTn id="58" dur="1" fill="hold">
                                          <p:stCondLst>
                                            <p:cond delay="0"/>
                                          </p:stCondLst>
                                        </p:cTn>
                                        <p:tgtEl>
                                          <p:spTgt spid="18"/>
                                        </p:tgtEl>
                                        <p:attrNameLst>
                                          <p:attrName>style.visibility</p:attrName>
                                        </p:attrNameLst>
                                      </p:cBhvr>
                                      <p:to>
                                        <p:strVal val="visible"/>
                                      </p:to>
                                    </p:set>
                                    <p:anim calcmode="lin" valueType="num">
                                      <p:cBhvr>
                                        <p:cTn id="59" dur="450" fill="hold"/>
                                        <p:tgtEl>
                                          <p:spTgt spid="18"/>
                                        </p:tgtEl>
                                        <p:attrNameLst>
                                          <p:attrName>ppt_w</p:attrName>
                                        </p:attrNameLst>
                                      </p:cBhvr>
                                      <p:tavLst>
                                        <p:tav tm="0">
                                          <p:val>
                                            <p:fltVal val="0"/>
                                          </p:val>
                                        </p:tav>
                                        <p:tav tm="100000">
                                          <p:val>
                                            <p:strVal val="#ppt_w"/>
                                          </p:val>
                                        </p:tav>
                                      </p:tavLst>
                                    </p:anim>
                                    <p:anim calcmode="lin" valueType="num">
                                      <p:cBhvr>
                                        <p:cTn id="60" dur="450" fill="hold"/>
                                        <p:tgtEl>
                                          <p:spTgt spid="18"/>
                                        </p:tgtEl>
                                        <p:attrNameLst>
                                          <p:attrName>ppt_h</p:attrName>
                                        </p:attrNameLst>
                                      </p:cBhvr>
                                      <p:tavLst>
                                        <p:tav tm="0">
                                          <p:val>
                                            <p:fltVal val="0"/>
                                          </p:val>
                                        </p:tav>
                                        <p:tav tm="100000">
                                          <p:val>
                                            <p:strVal val="#ppt_h"/>
                                          </p:val>
                                        </p:tav>
                                      </p:tavLst>
                                    </p:anim>
                                    <p:animEffect transition="in" filter="fade">
                                      <p:cBhvr>
                                        <p:cTn id="61" dur="450"/>
                                        <p:tgtEl>
                                          <p:spTgt spid="18"/>
                                        </p:tgtEl>
                                      </p:cBhvr>
                                    </p:animEffect>
                                  </p:childTnLst>
                                </p:cTn>
                              </p:par>
                              <p:par>
                                <p:cTn id="62" presetID="53" presetClass="entr" presetSubtype="16" fill="hold" grpId="0" nodeType="withEffect">
                                  <p:stCondLst>
                                    <p:cond delay="1015"/>
                                  </p:stCondLst>
                                  <p:childTnLst>
                                    <p:set>
                                      <p:cBhvr>
                                        <p:cTn id="63" dur="1" fill="hold">
                                          <p:stCondLst>
                                            <p:cond delay="0"/>
                                          </p:stCondLst>
                                        </p:cTn>
                                        <p:tgtEl>
                                          <p:spTgt spid="19"/>
                                        </p:tgtEl>
                                        <p:attrNameLst>
                                          <p:attrName>style.visibility</p:attrName>
                                        </p:attrNameLst>
                                      </p:cBhvr>
                                      <p:to>
                                        <p:strVal val="visible"/>
                                      </p:to>
                                    </p:set>
                                    <p:anim calcmode="lin" valueType="num">
                                      <p:cBhvr>
                                        <p:cTn id="64" dur="450" fill="hold"/>
                                        <p:tgtEl>
                                          <p:spTgt spid="19"/>
                                        </p:tgtEl>
                                        <p:attrNameLst>
                                          <p:attrName>ppt_w</p:attrName>
                                        </p:attrNameLst>
                                      </p:cBhvr>
                                      <p:tavLst>
                                        <p:tav tm="0">
                                          <p:val>
                                            <p:fltVal val="0"/>
                                          </p:val>
                                        </p:tav>
                                        <p:tav tm="100000">
                                          <p:val>
                                            <p:strVal val="#ppt_w"/>
                                          </p:val>
                                        </p:tav>
                                      </p:tavLst>
                                    </p:anim>
                                    <p:anim calcmode="lin" valueType="num">
                                      <p:cBhvr>
                                        <p:cTn id="65" dur="450" fill="hold"/>
                                        <p:tgtEl>
                                          <p:spTgt spid="19"/>
                                        </p:tgtEl>
                                        <p:attrNameLst>
                                          <p:attrName>ppt_h</p:attrName>
                                        </p:attrNameLst>
                                      </p:cBhvr>
                                      <p:tavLst>
                                        <p:tav tm="0">
                                          <p:val>
                                            <p:fltVal val="0"/>
                                          </p:val>
                                        </p:tav>
                                        <p:tav tm="100000">
                                          <p:val>
                                            <p:strVal val="#ppt_h"/>
                                          </p:val>
                                        </p:tav>
                                      </p:tavLst>
                                    </p:anim>
                                    <p:animEffect transition="in" filter="fade">
                                      <p:cBhvr>
                                        <p:cTn id="66" dur="450"/>
                                        <p:tgtEl>
                                          <p:spTgt spid="19"/>
                                        </p:tgtEl>
                                      </p:cBhvr>
                                    </p:animEffect>
                                  </p:childTnLst>
                                </p:cTn>
                              </p:par>
                              <p:par>
                                <p:cTn id="67" presetID="53" presetClass="entr" presetSubtype="16" fill="hold" grpId="0" nodeType="withEffect">
                                  <p:stCondLst>
                                    <p:cond delay="1015"/>
                                  </p:stCondLst>
                                  <p:childTnLst>
                                    <p:set>
                                      <p:cBhvr>
                                        <p:cTn id="68" dur="1" fill="hold">
                                          <p:stCondLst>
                                            <p:cond delay="0"/>
                                          </p:stCondLst>
                                        </p:cTn>
                                        <p:tgtEl>
                                          <p:spTgt spid="20"/>
                                        </p:tgtEl>
                                        <p:attrNameLst>
                                          <p:attrName>style.visibility</p:attrName>
                                        </p:attrNameLst>
                                      </p:cBhvr>
                                      <p:to>
                                        <p:strVal val="visible"/>
                                      </p:to>
                                    </p:set>
                                    <p:anim calcmode="lin" valueType="num">
                                      <p:cBhvr>
                                        <p:cTn id="69" dur="450" fill="hold"/>
                                        <p:tgtEl>
                                          <p:spTgt spid="20"/>
                                        </p:tgtEl>
                                        <p:attrNameLst>
                                          <p:attrName>ppt_w</p:attrName>
                                        </p:attrNameLst>
                                      </p:cBhvr>
                                      <p:tavLst>
                                        <p:tav tm="0">
                                          <p:val>
                                            <p:fltVal val="0"/>
                                          </p:val>
                                        </p:tav>
                                        <p:tav tm="100000">
                                          <p:val>
                                            <p:strVal val="#ppt_w"/>
                                          </p:val>
                                        </p:tav>
                                      </p:tavLst>
                                    </p:anim>
                                    <p:anim calcmode="lin" valueType="num">
                                      <p:cBhvr>
                                        <p:cTn id="70" dur="450" fill="hold"/>
                                        <p:tgtEl>
                                          <p:spTgt spid="20"/>
                                        </p:tgtEl>
                                        <p:attrNameLst>
                                          <p:attrName>ppt_h</p:attrName>
                                        </p:attrNameLst>
                                      </p:cBhvr>
                                      <p:tavLst>
                                        <p:tav tm="0">
                                          <p:val>
                                            <p:fltVal val="0"/>
                                          </p:val>
                                        </p:tav>
                                        <p:tav tm="100000">
                                          <p:val>
                                            <p:strVal val="#ppt_h"/>
                                          </p:val>
                                        </p:tav>
                                      </p:tavLst>
                                    </p:anim>
                                    <p:animEffect transition="in" filter="fade">
                                      <p:cBhvr>
                                        <p:cTn id="71" dur="450"/>
                                        <p:tgtEl>
                                          <p:spTgt spid="20"/>
                                        </p:tgtEl>
                                      </p:cBhvr>
                                    </p:animEffect>
                                  </p:childTnLst>
                                </p:cTn>
                              </p:par>
                              <p:par>
                                <p:cTn id="72" presetID="53" presetClass="entr" presetSubtype="16" fill="hold" grpId="0" nodeType="withEffect">
                                  <p:stCondLst>
                                    <p:cond delay="1330"/>
                                  </p:stCondLst>
                                  <p:childTnLst>
                                    <p:set>
                                      <p:cBhvr>
                                        <p:cTn id="73" dur="1" fill="hold">
                                          <p:stCondLst>
                                            <p:cond delay="0"/>
                                          </p:stCondLst>
                                        </p:cTn>
                                        <p:tgtEl>
                                          <p:spTgt spid="21"/>
                                        </p:tgtEl>
                                        <p:attrNameLst>
                                          <p:attrName>style.visibility</p:attrName>
                                        </p:attrNameLst>
                                      </p:cBhvr>
                                      <p:to>
                                        <p:strVal val="visible"/>
                                      </p:to>
                                    </p:set>
                                    <p:anim calcmode="lin" valueType="num">
                                      <p:cBhvr>
                                        <p:cTn id="74" dur="450" fill="hold"/>
                                        <p:tgtEl>
                                          <p:spTgt spid="21"/>
                                        </p:tgtEl>
                                        <p:attrNameLst>
                                          <p:attrName>ppt_w</p:attrName>
                                        </p:attrNameLst>
                                      </p:cBhvr>
                                      <p:tavLst>
                                        <p:tav tm="0">
                                          <p:val>
                                            <p:fltVal val="0"/>
                                          </p:val>
                                        </p:tav>
                                        <p:tav tm="100000">
                                          <p:val>
                                            <p:strVal val="#ppt_w"/>
                                          </p:val>
                                        </p:tav>
                                      </p:tavLst>
                                    </p:anim>
                                    <p:anim calcmode="lin" valueType="num">
                                      <p:cBhvr>
                                        <p:cTn id="75" dur="450" fill="hold"/>
                                        <p:tgtEl>
                                          <p:spTgt spid="21"/>
                                        </p:tgtEl>
                                        <p:attrNameLst>
                                          <p:attrName>ppt_h</p:attrName>
                                        </p:attrNameLst>
                                      </p:cBhvr>
                                      <p:tavLst>
                                        <p:tav tm="0">
                                          <p:val>
                                            <p:fltVal val="0"/>
                                          </p:val>
                                        </p:tav>
                                        <p:tav tm="100000">
                                          <p:val>
                                            <p:strVal val="#ppt_h"/>
                                          </p:val>
                                        </p:tav>
                                      </p:tavLst>
                                    </p:anim>
                                    <p:animEffect transition="in" filter="fade">
                                      <p:cBhvr>
                                        <p:cTn id="76" dur="450"/>
                                        <p:tgtEl>
                                          <p:spTgt spid="21"/>
                                        </p:tgtEl>
                                      </p:cBhvr>
                                    </p:animEffect>
                                  </p:childTnLst>
                                </p:cTn>
                              </p:par>
                              <p:par>
                                <p:cTn id="77" presetID="53" presetClass="entr" presetSubtype="16" fill="hold" grpId="0" nodeType="withEffect">
                                  <p:stCondLst>
                                    <p:cond delay="1330"/>
                                  </p:stCondLst>
                                  <p:childTnLst>
                                    <p:set>
                                      <p:cBhvr>
                                        <p:cTn id="78" dur="1" fill="hold">
                                          <p:stCondLst>
                                            <p:cond delay="0"/>
                                          </p:stCondLst>
                                        </p:cTn>
                                        <p:tgtEl>
                                          <p:spTgt spid="22"/>
                                        </p:tgtEl>
                                        <p:attrNameLst>
                                          <p:attrName>style.visibility</p:attrName>
                                        </p:attrNameLst>
                                      </p:cBhvr>
                                      <p:to>
                                        <p:strVal val="visible"/>
                                      </p:to>
                                    </p:set>
                                    <p:anim calcmode="lin" valueType="num">
                                      <p:cBhvr>
                                        <p:cTn id="79" dur="450" fill="hold"/>
                                        <p:tgtEl>
                                          <p:spTgt spid="22"/>
                                        </p:tgtEl>
                                        <p:attrNameLst>
                                          <p:attrName>ppt_w</p:attrName>
                                        </p:attrNameLst>
                                      </p:cBhvr>
                                      <p:tavLst>
                                        <p:tav tm="0">
                                          <p:val>
                                            <p:fltVal val="0"/>
                                          </p:val>
                                        </p:tav>
                                        <p:tav tm="100000">
                                          <p:val>
                                            <p:strVal val="#ppt_w"/>
                                          </p:val>
                                        </p:tav>
                                      </p:tavLst>
                                    </p:anim>
                                    <p:anim calcmode="lin" valueType="num">
                                      <p:cBhvr>
                                        <p:cTn id="80" dur="450" fill="hold"/>
                                        <p:tgtEl>
                                          <p:spTgt spid="22"/>
                                        </p:tgtEl>
                                        <p:attrNameLst>
                                          <p:attrName>ppt_h</p:attrName>
                                        </p:attrNameLst>
                                      </p:cBhvr>
                                      <p:tavLst>
                                        <p:tav tm="0">
                                          <p:val>
                                            <p:fltVal val="0"/>
                                          </p:val>
                                        </p:tav>
                                        <p:tav tm="100000">
                                          <p:val>
                                            <p:strVal val="#ppt_h"/>
                                          </p:val>
                                        </p:tav>
                                      </p:tavLst>
                                    </p:anim>
                                    <p:animEffect transition="in" filter="fade">
                                      <p:cBhvr>
                                        <p:cTn id="81" dur="450"/>
                                        <p:tgtEl>
                                          <p:spTgt spid="22"/>
                                        </p:tgtEl>
                                      </p:cBhvr>
                                    </p:animEffect>
                                  </p:childTnLst>
                                </p:cTn>
                              </p:par>
                              <p:par>
                                <p:cTn id="82" presetID="53" presetClass="entr" presetSubtype="16" fill="hold" grpId="0" nodeType="withEffect">
                                  <p:stCondLst>
                                    <p:cond delay="1330"/>
                                  </p:stCondLst>
                                  <p:childTnLst>
                                    <p:set>
                                      <p:cBhvr>
                                        <p:cTn id="83" dur="1" fill="hold">
                                          <p:stCondLst>
                                            <p:cond delay="0"/>
                                          </p:stCondLst>
                                        </p:cTn>
                                        <p:tgtEl>
                                          <p:spTgt spid="23"/>
                                        </p:tgtEl>
                                        <p:attrNameLst>
                                          <p:attrName>style.visibility</p:attrName>
                                        </p:attrNameLst>
                                      </p:cBhvr>
                                      <p:to>
                                        <p:strVal val="visible"/>
                                      </p:to>
                                    </p:set>
                                    <p:anim calcmode="lin" valueType="num">
                                      <p:cBhvr>
                                        <p:cTn id="84" dur="450" fill="hold"/>
                                        <p:tgtEl>
                                          <p:spTgt spid="23"/>
                                        </p:tgtEl>
                                        <p:attrNameLst>
                                          <p:attrName>ppt_w</p:attrName>
                                        </p:attrNameLst>
                                      </p:cBhvr>
                                      <p:tavLst>
                                        <p:tav tm="0">
                                          <p:val>
                                            <p:fltVal val="0"/>
                                          </p:val>
                                        </p:tav>
                                        <p:tav tm="100000">
                                          <p:val>
                                            <p:strVal val="#ppt_w"/>
                                          </p:val>
                                        </p:tav>
                                      </p:tavLst>
                                    </p:anim>
                                    <p:anim calcmode="lin" valueType="num">
                                      <p:cBhvr>
                                        <p:cTn id="85" dur="450" fill="hold"/>
                                        <p:tgtEl>
                                          <p:spTgt spid="23"/>
                                        </p:tgtEl>
                                        <p:attrNameLst>
                                          <p:attrName>ppt_h</p:attrName>
                                        </p:attrNameLst>
                                      </p:cBhvr>
                                      <p:tavLst>
                                        <p:tav tm="0">
                                          <p:val>
                                            <p:fltVal val="0"/>
                                          </p:val>
                                        </p:tav>
                                        <p:tav tm="100000">
                                          <p:val>
                                            <p:strVal val="#ppt_h"/>
                                          </p:val>
                                        </p:tav>
                                      </p:tavLst>
                                    </p:anim>
                                    <p:animEffect transition="in" filter="fade">
                                      <p:cBhvr>
                                        <p:cTn id="86" dur="450"/>
                                        <p:tgtEl>
                                          <p:spTgt spid="23"/>
                                        </p:tgtEl>
                                      </p:cBhvr>
                                    </p:animEffect>
                                  </p:childTnLst>
                                </p:cTn>
                              </p:par>
                              <p:par>
                                <p:cTn id="87" presetID="53" presetClass="entr" presetSubtype="16" fill="hold" grpId="0" nodeType="withEffect">
                                  <p:stCondLst>
                                    <p:cond delay="1330"/>
                                  </p:stCondLst>
                                  <p:childTnLst>
                                    <p:set>
                                      <p:cBhvr>
                                        <p:cTn id="88" dur="1" fill="hold">
                                          <p:stCondLst>
                                            <p:cond delay="0"/>
                                          </p:stCondLst>
                                        </p:cTn>
                                        <p:tgtEl>
                                          <p:spTgt spid="24"/>
                                        </p:tgtEl>
                                        <p:attrNameLst>
                                          <p:attrName>style.visibility</p:attrName>
                                        </p:attrNameLst>
                                      </p:cBhvr>
                                      <p:to>
                                        <p:strVal val="visible"/>
                                      </p:to>
                                    </p:set>
                                    <p:anim calcmode="lin" valueType="num">
                                      <p:cBhvr>
                                        <p:cTn id="89" dur="450" fill="hold"/>
                                        <p:tgtEl>
                                          <p:spTgt spid="24"/>
                                        </p:tgtEl>
                                        <p:attrNameLst>
                                          <p:attrName>ppt_w</p:attrName>
                                        </p:attrNameLst>
                                      </p:cBhvr>
                                      <p:tavLst>
                                        <p:tav tm="0">
                                          <p:val>
                                            <p:fltVal val="0"/>
                                          </p:val>
                                        </p:tav>
                                        <p:tav tm="100000">
                                          <p:val>
                                            <p:strVal val="#ppt_w"/>
                                          </p:val>
                                        </p:tav>
                                      </p:tavLst>
                                    </p:anim>
                                    <p:anim calcmode="lin" valueType="num">
                                      <p:cBhvr>
                                        <p:cTn id="90" dur="450" fill="hold"/>
                                        <p:tgtEl>
                                          <p:spTgt spid="24"/>
                                        </p:tgtEl>
                                        <p:attrNameLst>
                                          <p:attrName>ppt_h</p:attrName>
                                        </p:attrNameLst>
                                      </p:cBhvr>
                                      <p:tavLst>
                                        <p:tav tm="0">
                                          <p:val>
                                            <p:fltVal val="0"/>
                                          </p:val>
                                        </p:tav>
                                        <p:tav tm="100000">
                                          <p:val>
                                            <p:strVal val="#ppt_h"/>
                                          </p:val>
                                        </p:tav>
                                      </p:tavLst>
                                    </p:anim>
                                    <p:animEffect transition="in" filter="fade">
                                      <p:cBhvr>
                                        <p:cTn id="91" dur="450"/>
                                        <p:tgtEl>
                                          <p:spTgt spid="24"/>
                                        </p:tgtEl>
                                      </p:cBhvr>
                                    </p:animEffect>
                                  </p:childTnLst>
                                </p:cTn>
                              </p:par>
                              <p:par>
                                <p:cTn id="92" presetID="53" presetClass="entr" presetSubtype="16" fill="hold" grpId="0" nodeType="withEffect">
                                  <p:stCondLst>
                                    <p:cond delay="133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fltVal val="0"/>
                                          </p:val>
                                        </p:tav>
                                        <p:tav tm="100000">
                                          <p:val>
                                            <p:strVal val="#ppt_w"/>
                                          </p:val>
                                        </p:tav>
                                      </p:tavLst>
                                    </p:anim>
                                    <p:anim calcmode="lin" valueType="num">
                                      <p:cBhvr>
                                        <p:cTn id="95" dur="450" fill="hold"/>
                                        <p:tgtEl>
                                          <p:spTgt spid="25"/>
                                        </p:tgtEl>
                                        <p:attrNameLst>
                                          <p:attrName>ppt_h</p:attrName>
                                        </p:attrNameLst>
                                      </p:cBhvr>
                                      <p:tavLst>
                                        <p:tav tm="0">
                                          <p:val>
                                            <p:fltVal val="0"/>
                                          </p:val>
                                        </p:tav>
                                        <p:tav tm="100000">
                                          <p:val>
                                            <p:strVal val="#ppt_h"/>
                                          </p:val>
                                        </p:tav>
                                      </p:tavLst>
                                    </p:anim>
                                    <p:animEffect transition="in" filter="fade">
                                      <p:cBhvr>
                                        <p:cTn id="96" dur="450"/>
                                        <p:tgtEl>
                                          <p:spTgt spid="25"/>
                                        </p:tgtEl>
                                      </p:cBhvr>
                                    </p:animEffect>
                                  </p:childTnLst>
                                </p:cTn>
                              </p:par>
                              <p:par>
                                <p:cTn id="97" presetID="53" presetClass="entr" presetSubtype="16" fill="hold" grpId="0" nodeType="withEffect">
                                  <p:stCondLst>
                                    <p:cond delay="1645"/>
                                  </p:stCondLst>
                                  <p:childTnLst>
                                    <p:set>
                                      <p:cBhvr>
                                        <p:cTn id="98" dur="1" fill="hold">
                                          <p:stCondLst>
                                            <p:cond delay="0"/>
                                          </p:stCondLst>
                                        </p:cTn>
                                        <p:tgtEl>
                                          <p:spTgt spid="26"/>
                                        </p:tgtEl>
                                        <p:attrNameLst>
                                          <p:attrName>style.visibility</p:attrName>
                                        </p:attrNameLst>
                                      </p:cBhvr>
                                      <p:to>
                                        <p:strVal val="visible"/>
                                      </p:to>
                                    </p:set>
                                    <p:anim calcmode="lin" valueType="num">
                                      <p:cBhvr>
                                        <p:cTn id="99" dur="450" fill="hold"/>
                                        <p:tgtEl>
                                          <p:spTgt spid="26"/>
                                        </p:tgtEl>
                                        <p:attrNameLst>
                                          <p:attrName>ppt_w</p:attrName>
                                        </p:attrNameLst>
                                      </p:cBhvr>
                                      <p:tavLst>
                                        <p:tav tm="0">
                                          <p:val>
                                            <p:fltVal val="0"/>
                                          </p:val>
                                        </p:tav>
                                        <p:tav tm="100000">
                                          <p:val>
                                            <p:strVal val="#ppt_w"/>
                                          </p:val>
                                        </p:tav>
                                      </p:tavLst>
                                    </p:anim>
                                    <p:anim calcmode="lin" valueType="num">
                                      <p:cBhvr>
                                        <p:cTn id="100" dur="450" fill="hold"/>
                                        <p:tgtEl>
                                          <p:spTgt spid="26"/>
                                        </p:tgtEl>
                                        <p:attrNameLst>
                                          <p:attrName>ppt_h</p:attrName>
                                        </p:attrNameLst>
                                      </p:cBhvr>
                                      <p:tavLst>
                                        <p:tav tm="0">
                                          <p:val>
                                            <p:fltVal val="0"/>
                                          </p:val>
                                        </p:tav>
                                        <p:tav tm="100000">
                                          <p:val>
                                            <p:strVal val="#ppt_h"/>
                                          </p:val>
                                        </p:tav>
                                      </p:tavLst>
                                    </p:anim>
                                    <p:animEffect transition="in" filter="fade">
                                      <p:cBhvr>
                                        <p:cTn id="101" dur="450"/>
                                        <p:tgtEl>
                                          <p:spTgt spid="26"/>
                                        </p:tgtEl>
                                      </p:cBhvr>
                                    </p:animEffect>
                                  </p:childTnLst>
                                </p:cTn>
                              </p:par>
                              <p:par>
                                <p:cTn id="102" presetID="53" presetClass="entr" presetSubtype="16" fill="hold" grpId="0" nodeType="withEffect">
                                  <p:stCondLst>
                                    <p:cond delay="1645"/>
                                  </p:stCondLst>
                                  <p:childTnLst>
                                    <p:set>
                                      <p:cBhvr>
                                        <p:cTn id="103" dur="1" fill="hold">
                                          <p:stCondLst>
                                            <p:cond delay="0"/>
                                          </p:stCondLst>
                                        </p:cTn>
                                        <p:tgtEl>
                                          <p:spTgt spid="27"/>
                                        </p:tgtEl>
                                        <p:attrNameLst>
                                          <p:attrName>style.visibility</p:attrName>
                                        </p:attrNameLst>
                                      </p:cBhvr>
                                      <p:to>
                                        <p:strVal val="visible"/>
                                      </p:to>
                                    </p:set>
                                    <p:anim calcmode="lin" valueType="num">
                                      <p:cBhvr>
                                        <p:cTn id="104" dur="450" fill="hold"/>
                                        <p:tgtEl>
                                          <p:spTgt spid="27"/>
                                        </p:tgtEl>
                                        <p:attrNameLst>
                                          <p:attrName>ppt_w</p:attrName>
                                        </p:attrNameLst>
                                      </p:cBhvr>
                                      <p:tavLst>
                                        <p:tav tm="0">
                                          <p:val>
                                            <p:fltVal val="0"/>
                                          </p:val>
                                        </p:tav>
                                        <p:tav tm="100000">
                                          <p:val>
                                            <p:strVal val="#ppt_w"/>
                                          </p:val>
                                        </p:tav>
                                      </p:tavLst>
                                    </p:anim>
                                    <p:anim calcmode="lin" valueType="num">
                                      <p:cBhvr>
                                        <p:cTn id="105" dur="450" fill="hold"/>
                                        <p:tgtEl>
                                          <p:spTgt spid="27"/>
                                        </p:tgtEl>
                                        <p:attrNameLst>
                                          <p:attrName>ppt_h</p:attrName>
                                        </p:attrNameLst>
                                      </p:cBhvr>
                                      <p:tavLst>
                                        <p:tav tm="0">
                                          <p:val>
                                            <p:fltVal val="0"/>
                                          </p:val>
                                        </p:tav>
                                        <p:tav tm="100000">
                                          <p:val>
                                            <p:strVal val="#ppt_h"/>
                                          </p:val>
                                        </p:tav>
                                      </p:tavLst>
                                    </p:anim>
                                    <p:animEffect transition="in" filter="fade">
                                      <p:cBhvr>
                                        <p:cTn id="106" dur="450"/>
                                        <p:tgtEl>
                                          <p:spTgt spid="27"/>
                                        </p:tgtEl>
                                      </p:cBhvr>
                                    </p:animEffect>
                                  </p:childTnLst>
                                </p:cTn>
                              </p:par>
                              <p:par>
                                <p:cTn id="107" presetID="53" presetClass="entr" presetSubtype="16" fill="hold" grpId="0" nodeType="withEffect">
                                  <p:stCondLst>
                                    <p:cond delay="1645"/>
                                  </p:stCondLst>
                                  <p:childTnLst>
                                    <p:set>
                                      <p:cBhvr>
                                        <p:cTn id="108" dur="1" fill="hold">
                                          <p:stCondLst>
                                            <p:cond delay="0"/>
                                          </p:stCondLst>
                                        </p:cTn>
                                        <p:tgtEl>
                                          <p:spTgt spid="28"/>
                                        </p:tgtEl>
                                        <p:attrNameLst>
                                          <p:attrName>style.visibility</p:attrName>
                                        </p:attrNameLst>
                                      </p:cBhvr>
                                      <p:to>
                                        <p:strVal val="visible"/>
                                      </p:to>
                                    </p:set>
                                    <p:anim calcmode="lin" valueType="num">
                                      <p:cBhvr>
                                        <p:cTn id="109" dur="450" fill="hold"/>
                                        <p:tgtEl>
                                          <p:spTgt spid="28"/>
                                        </p:tgtEl>
                                        <p:attrNameLst>
                                          <p:attrName>ppt_w</p:attrName>
                                        </p:attrNameLst>
                                      </p:cBhvr>
                                      <p:tavLst>
                                        <p:tav tm="0">
                                          <p:val>
                                            <p:fltVal val="0"/>
                                          </p:val>
                                        </p:tav>
                                        <p:tav tm="100000">
                                          <p:val>
                                            <p:strVal val="#ppt_w"/>
                                          </p:val>
                                        </p:tav>
                                      </p:tavLst>
                                    </p:anim>
                                    <p:anim calcmode="lin" valueType="num">
                                      <p:cBhvr>
                                        <p:cTn id="110" dur="450" fill="hold"/>
                                        <p:tgtEl>
                                          <p:spTgt spid="28"/>
                                        </p:tgtEl>
                                        <p:attrNameLst>
                                          <p:attrName>ppt_h</p:attrName>
                                        </p:attrNameLst>
                                      </p:cBhvr>
                                      <p:tavLst>
                                        <p:tav tm="0">
                                          <p:val>
                                            <p:fltVal val="0"/>
                                          </p:val>
                                        </p:tav>
                                        <p:tav tm="100000">
                                          <p:val>
                                            <p:strVal val="#ppt_h"/>
                                          </p:val>
                                        </p:tav>
                                      </p:tavLst>
                                    </p:anim>
                                    <p:animEffect transition="in" filter="fade">
                                      <p:cBhvr>
                                        <p:cTn id="111" dur="450"/>
                                        <p:tgtEl>
                                          <p:spTgt spid="28"/>
                                        </p:tgtEl>
                                      </p:cBhvr>
                                    </p:animEffect>
                                  </p:childTnLst>
                                </p:cTn>
                              </p:par>
                              <p:par>
                                <p:cTn id="112" presetID="53" presetClass="entr" presetSubtype="16" fill="hold" grpId="0" nodeType="withEffect">
                                  <p:stCondLst>
                                    <p:cond delay="1645"/>
                                  </p:stCondLst>
                                  <p:childTnLst>
                                    <p:set>
                                      <p:cBhvr>
                                        <p:cTn id="113" dur="1" fill="hold">
                                          <p:stCondLst>
                                            <p:cond delay="0"/>
                                          </p:stCondLst>
                                        </p:cTn>
                                        <p:tgtEl>
                                          <p:spTgt spid="29"/>
                                        </p:tgtEl>
                                        <p:attrNameLst>
                                          <p:attrName>style.visibility</p:attrName>
                                        </p:attrNameLst>
                                      </p:cBhvr>
                                      <p:to>
                                        <p:strVal val="visible"/>
                                      </p:to>
                                    </p:set>
                                    <p:anim calcmode="lin" valueType="num">
                                      <p:cBhvr>
                                        <p:cTn id="114" dur="450" fill="hold"/>
                                        <p:tgtEl>
                                          <p:spTgt spid="29"/>
                                        </p:tgtEl>
                                        <p:attrNameLst>
                                          <p:attrName>ppt_w</p:attrName>
                                        </p:attrNameLst>
                                      </p:cBhvr>
                                      <p:tavLst>
                                        <p:tav tm="0">
                                          <p:val>
                                            <p:fltVal val="0"/>
                                          </p:val>
                                        </p:tav>
                                        <p:tav tm="100000">
                                          <p:val>
                                            <p:strVal val="#ppt_w"/>
                                          </p:val>
                                        </p:tav>
                                      </p:tavLst>
                                    </p:anim>
                                    <p:anim calcmode="lin" valueType="num">
                                      <p:cBhvr>
                                        <p:cTn id="115" dur="450" fill="hold"/>
                                        <p:tgtEl>
                                          <p:spTgt spid="29"/>
                                        </p:tgtEl>
                                        <p:attrNameLst>
                                          <p:attrName>ppt_h</p:attrName>
                                        </p:attrNameLst>
                                      </p:cBhvr>
                                      <p:tavLst>
                                        <p:tav tm="0">
                                          <p:val>
                                            <p:fltVal val="0"/>
                                          </p:val>
                                        </p:tav>
                                        <p:tav tm="100000">
                                          <p:val>
                                            <p:strVal val="#ppt_h"/>
                                          </p:val>
                                        </p:tav>
                                      </p:tavLst>
                                    </p:anim>
                                    <p:animEffect transition="in" filter="fade">
                                      <p:cBhvr>
                                        <p:cTn id="116" dur="450"/>
                                        <p:tgtEl>
                                          <p:spTgt spid="29"/>
                                        </p:tgtEl>
                                      </p:cBhvr>
                                    </p:animEffect>
                                  </p:childTnLst>
                                </p:cTn>
                              </p:par>
                              <p:par>
                                <p:cTn id="117" presetID="53" presetClass="entr" presetSubtype="16" fill="hold" grpId="0" nodeType="withEffect">
                                  <p:stCondLst>
                                    <p:cond delay="1645"/>
                                  </p:stCondLst>
                                  <p:childTnLst>
                                    <p:set>
                                      <p:cBhvr>
                                        <p:cTn id="118" dur="1" fill="hold">
                                          <p:stCondLst>
                                            <p:cond delay="0"/>
                                          </p:stCondLst>
                                        </p:cTn>
                                        <p:tgtEl>
                                          <p:spTgt spid="30"/>
                                        </p:tgtEl>
                                        <p:attrNameLst>
                                          <p:attrName>style.visibility</p:attrName>
                                        </p:attrNameLst>
                                      </p:cBhvr>
                                      <p:to>
                                        <p:strVal val="visible"/>
                                      </p:to>
                                    </p:set>
                                    <p:anim calcmode="lin" valueType="num">
                                      <p:cBhvr>
                                        <p:cTn id="119" dur="450" fill="hold"/>
                                        <p:tgtEl>
                                          <p:spTgt spid="30"/>
                                        </p:tgtEl>
                                        <p:attrNameLst>
                                          <p:attrName>ppt_w</p:attrName>
                                        </p:attrNameLst>
                                      </p:cBhvr>
                                      <p:tavLst>
                                        <p:tav tm="0">
                                          <p:val>
                                            <p:fltVal val="0"/>
                                          </p:val>
                                        </p:tav>
                                        <p:tav tm="100000">
                                          <p:val>
                                            <p:strVal val="#ppt_w"/>
                                          </p:val>
                                        </p:tav>
                                      </p:tavLst>
                                    </p:anim>
                                    <p:anim calcmode="lin" valueType="num">
                                      <p:cBhvr>
                                        <p:cTn id="120" dur="450" fill="hold"/>
                                        <p:tgtEl>
                                          <p:spTgt spid="30"/>
                                        </p:tgtEl>
                                        <p:attrNameLst>
                                          <p:attrName>ppt_h</p:attrName>
                                        </p:attrNameLst>
                                      </p:cBhvr>
                                      <p:tavLst>
                                        <p:tav tm="0">
                                          <p:val>
                                            <p:fltVal val="0"/>
                                          </p:val>
                                        </p:tav>
                                        <p:tav tm="100000">
                                          <p:val>
                                            <p:strVal val="#ppt_h"/>
                                          </p:val>
                                        </p:tav>
                                      </p:tavLst>
                                    </p:anim>
                                    <p:animEffect transition="in" filter="fade">
                                      <p:cBhvr>
                                        <p:cTn id="121" dur="450"/>
                                        <p:tgtEl>
                                          <p:spTgt spid="30"/>
                                        </p:tgtEl>
                                      </p:cBhvr>
                                    </p:animEffect>
                                  </p:childTnLst>
                                </p:cTn>
                              </p:par>
                              <p:par>
                                <p:cTn id="122" presetID="10" presetClass="entr" presetSubtype="0" fill="hold" grpId="0" nodeType="withEffect">
                                  <p:stCondLst>
                                    <p:cond delay="196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4"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02 · RULES &amp; DOCUMENTS</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Rules the bakery must follow</a:t>
            </a:r>
            <a:endParaRPr lang="en-US" sz="3400" dirty="0"/>
          </a:p>
        </p:txBody>
      </p:sp>
      <p:sp>
        <p:nvSpPr>
          <p:cNvPr id="4" name="a1-float"/>
          <p:cNvSpPr/>
          <p:nvPr/>
        </p:nvSpPr>
        <p:spPr>
          <a:xfrm>
            <a:off x="640080" y="1783080"/>
            <a:ext cx="5257800" cy="1234440"/>
          </a:xfrm>
          <a:prstGeom prst="roundRect">
            <a:avLst>
              <a:gd name="adj" fmla="val 11111"/>
            </a:avLst>
          </a:prstGeom>
          <a:solidFill>
            <a:srgbClr val="F3F5F9"/>
          </a:solidFill>
          <a:ln w="12700">
            <a:solidFill>
              <a:srgbClr val="F3F5F9"/>
            </a:solidFill>
            <a:prstDash val="solid"/>
          </a:ln>
        </p:spPr>
      </p:sp>
      <p:sp>
        <p:nvSpPr>
          <p:cNvPr id="5" name="a1-float"/>
          <p:cNvSpPr/>
          <p:nvPr/>
        </p:nvSpPr>
        <p:spPr>
          <a:xfrm>
            <a:off x="914400" y="2039112"/>
            <a:ext cx="731520" cy="731520"/>
          </a:xfrm>
          <a:prstGeom prst="ellipse">
            <a:avLst/>
          </a:prstGeom>
          <a:solidFill>
            <a:srgbClr val="D9973A"/>
          </a:solidFill>
          <a:ln w="12700">
            <a:solidFill>
              <a:srgbClr val="D9973A"/>
            </a:solidFill>
            <a:prstDash val="solid"/>
          </a:ln>
        </p:spPr>
      </p:sp>
      <p:pic>
        <p:nvPicPr>
          <p:cNvPr id="6" name="a1-float" descr="">    </p:cNvPr>
          <p:cNvPicPr>
            <a:picLocks noChangeAspect="1"/>
          </p:cNvPicPr>
          <p:nvPr/>
        </p:nvPicPr>
        <p:blipFill>
          <a:blip r:embed="rId1"/>
          <a:stretch>
            <a:fillRect/>
          </a:stretch>
        </p:blipFill>
        <p:spPr>
          <a:xfrm>
            <a:off x="1089965" y="2214677"/>
            <a:ext cx="380390" cy="380390"/>
          </a:xfrm>
          <a:prstGeom prst="rect">
            <a:avLst/>
          </a:prstGeom>
        </p:spPr>
      </p:pic>
      <p:sp>
        <p:nvSpPr>
          <p:cNvPr id="7" name="a1-float"/>
          <p:cNvSpPr txBox="1"/>
          <p:nvPr/>
        </p:nvSpPr>
        <p:spPr>
          <a:xfrm>
            <a:off x="1874520" y="1965960"/>
            <a:ext cx="3840480" cy="36576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Company registration</a:t>
            </a:r>
            <a:endParaRPr lang="en-US" sz="1800" dirty="0"/>
          </a:p>
        </p:txBody>
      </p:sp>
      <p:sp>
        <p:nvSpPr>
          <p:cNvPr id="8" name="a1-float"/>
          <p:cNvSpPr txBox="1"/>
          <p:nvPr/>
        </p:nvSpPr>
        <p:spPr>
          <a:xfrm>
            <a:off x="1874520" y="2350008"/>
            <a:ext cx="3840480" cy="59436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Registered French business – SIREN 903 956 977.</a:t>
            </a:r>
            <a:endParaRPr lang="en-US" sz="1400" dirty="0"/>
          </a:p>
        </p:txBody>
      </p:sp>
      <p:sp>
        <p:nvSpPr>
          <p:cNvPr id="9" name="a2-float"/>
          <p:cNvSpPr/>
          <p:nvPr/>
        </p:nvSpPr>
        <p:spPr>
          <a:xfrm>
            <a:off x="6291072" y="1783080"/>
            <a:ext cx="5257800" cy="1234440"/>
          </a:xfrm>
          <a:prstGeom prst="roundRect">
            <a:avLst>
              <a:gd name="adj" fmla="val 11111"/>
            </a:avLst>
          </a:prstGeom>
          <a:solidFill>
            <a:srgbClr val="F3F5F9"/>
          </a:solidFill>
          <a:ln w="12700">
            <a:solidFill>
              <a:srgbClr val="F3F5F9"/>
            </a:solidFill>
            <a:prstDash val="solid"/>
          </a:ln>
        </p:spPr>
      </p:sp>
      <p:sp>
        <p:nvSpPr>
          <p:cNvPr id="10" name="a2-float"/>
          <p:cNvSpPr/>
          <p:nvPr/>
        </p:nvSpPr>
        <p:spPr>
          <a:xfrm>
            <a:off x="6565392" y="2039112"/>
            <a:ext cx="731520" cy="731520"/>
          </a:xfrm>
          <a:prstGeom prst="ellipse">
            <a:avLst/>
          </a:prstGeom>
          <a:solidFill>
            <a:srgbClr val="D9973A"/>
          </a:solidFill>
          <a:ln w="12700">
            <a:solidFill>
              <a:srgbClr val="D9973A"/>
            </a:solidFill>
            <a:prstDash val="solid"/>
          </a:ln>
        </p:spPr>
      </p:sp>
      <p:pic>
        <p:nvPicPr>
          <p:cNvPr id="11" name="a2-float" descr="">    </p:cNvPr>
          <p:cNvPicPr>
            <a:picLocks noChangeAspect="1"/>
          </p:cNvPicPr>
          <p:nvPr/>
        </p:nvPicPr>
        <p:blipFill>
          <a:blip r:embed="rId2"/>
          <a:stretch>
            <a:fillRect/>
          </a:stretch>
        </p:blipFill>
        <p:spPr>
          <a:xfrm>
            <a:off x="6740957" y="2214677"/>
            <a:ext cx="380390" cy="380390"/>
          </a:xfrm>
          <a:prstGeom prst="rect">
            <a:avLst/>
          </a:prstGeom>
        </p:spPr>
      </p:pic>
      <p:sp>
        <p:nvSpPr>
          <p:cNvPr id="12" name="a2-float"/>
          <p:cNvSpPr txBox="1"/>
          <p:nvPr/>
        </p:nvSpPr>
        <p:spPr>
          <a:xfrm>
            <a:off x="7525512" y="1965960"/>
            <a:ext cx="3840480" cy="36576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Labour law</a:t>
            </a:r>
            <a:endParaRPr lang="en-US" sz="1800" dirty="0"/>
          </a:p>
        </p:txBody>
      </p:sp>
      <p:sp>
        <p:nvSpPr>
          <p:cNvPr id="13" name="a2-float"/>
          <p:cNvSpPr txBox="1"/>
          <p:nvPr/>
        </p:nvSpPr>
        <p:spPr>
          <a:xfrm>
            <a:off x="7525512" y="2350008"/>
            <a:ext cx="3840480" cy="59436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French Labour Code and the bakery collective agreement: contracts, hours, rest.</a:t>
            </a:r>
            <a:endParaRPr lang="en-US" sz="1400" dirty="0"/>
          </a:p>
        </p:txBody>
      </p:sp>
      <p:sp>
        <p:nvSpPr>
          <p:cNvPr id="14" name="a3-float"/>
          <p:cNvSpPr/>
          <p:nvPr/>
        </p:nvSpPr>
        <p:spPr>
          <a:xfrm>
            <a:off x="640080" y="3200400"/>
            <a:ext cx="5257800" cy="1234440"/>
          </a:xfrm>
          <a:prstGeom prst="roundRect">
            <a:avLst>
              <a:gd name="adj" fmla="val 11111"/>
            </a:avLst>
          </a:prstGeom>
          <a:solidFill>
            <a:srgbClr val="F3F5F9"/>
          </a:solidFill>
          <a:ln w="12700">
            <a:solidFill>
              <a:srgbClr val="F3F5F9"/>
            </a:solidFill>
            <a:prstDash val="solid"/>
          </a:ln>
        </p:spPr>
      </p:sp>
      <p:sp>
        <p:nvSpPr>
          <p:cNvPr id="15" name="a3-float"/>
          <p:cNvSpPr/>
          <p:nvPr/>
        </p:nvSpPr>
        <p:spPr>
          <a:xfrm>
            <a:off x="914400" y="3456432"/>
            <a:ext cx="731520" cy="731520"/>
          </a:xfrm>
          <a:prstGeom prst="ellipse">
            <a:avLst/>
          </a:prstGeom>
          <a:solidFill>
            <a:srgbClr val="D9973A"/>
          </a:solidFill>
          <a:ln w="12700">
            <a:solidFill>
              <a:srgbClr val="D9973A"/>
            </a:solidFill>
            <a:prstDash val="solid"/>
          </a:ln>
        </p:spPr>
      </p:sp>
      <p:pic>
        <p:nvPicPr>
          <p:cNvPr id="16" name="a3-float" descr="">    </p:cNvPr>
          <p:cNvPicPr>
            <a:picLocks noChangeAspect="1"/>
          </p:cNvPicPr>
          <p:nvPr/>
        </p:nvPicPr>
        <p:blipFill>
          <a:blip r:embed="rId3"/>
          <a:stretch>
            <a:fillRect/>
          </a:stretch>
        </p:blipFill>
        <p:spPr>
          <a:xfrm>
            <a:off x="1089965" y="3631997"/>
            <a:ext cx="380390" cy="380390"/>
          </a:xfrm>
          <a:prstGeom prst="rect">
            <a:avLst/>
          </a:prstGeom>
        </p:spPr>
      </p:pic>
      <p:sp>
        <p:nvSpPr>
          <p:cNvPr id="17" name="a3-float"/>
          <p:cNvSpPr txBox="1"/>
          <p:nvPr/>
        </p:nvSpPr>
        <p:spPr>
          <a:xfrm>
            <a:off x="1874520" y="3383280"/>
            <a:ext cx="3840480" cy="36576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Food hygiene (HACCP)</a:t>
            </a:r>
            <a:endParaRPr lang="en-US" sz="1800" dirty="0"/>
          </a:p>
        </p:txBody>
      </p:sp>
      <p:sp>
        <p:nvSpPr>
          <p:cNvPr id="18" name="a3-float"/>
          <p:cNvSpPr txBox="1"/>
          <p:nvPr/>
        </p:nvSpPr>
        <p:spPr>
          <a:xfrm>
            <a:off x="1874520" y="3767328"/>
            <a:ext cx="3840480" cy="59436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EU hygiene rules: clean work, right temperatures, product tracking.</a:t>
            </a:r>
            <a:endParaRPr lang="en-US" sz="1400" dirty="0"/>
          </a:p>
        </p:txBody>
      </p:sp>
      <p:sp>
        <p:nvSpPr>
          <p:cNvPr id="19" name="a4-float"/>
          <p:cNvSpPr/>
          <p:nvPr/>
        </p:nvSpPr>
        <p:spPr>
          <a:xfrm>
            <a:off x="6291072" y="3200400"/>
            <a:ext cx="5257800" cy="1234440"/>
          </a:xfrm>
          <a:prstGeom prst="roundRect">
            <a:avLst>
              <a:gd name="adj" fmla="val 11111"/>
            </a:avLst>
          </a:prstGeom>
          <a:solidFill>
            <a:srgbClr val="F3F5F9"/>
          </a:solidFill>
          <a:ln w="12700">
            <a:solidFill>
              <a:srgbClr val="F3F5F9"/>
            </a:solidFill>
            <a:prstDash val="solid"/>
          </a:ln>
        </p:spPr>
      </p:sp>
      <p:sp>
        <p:nvSpPr>
          <p:cNvPr id="20" name="a4-float"/>
          <p:cNvSpPr/>
          <p:nvPr/>
        </p:nvSpPr>
        <p:spPr>
          <a:xfrm>
            <a:off x="6565392" y="3456432"/>
            <a:ext cx="731520" cy="731520"/>
          </a:xfrm>
          <a:prstGeom prst="ellipse">
            <a:avLst/>
          </a:prstGeom>
          <a:solidFill>
            <a:srgbClr val="D9973A"/>
          </a:solidFill>
          <a:ln w="12700">
            <a:solidFill>
              <a:srgbClr val="D9973A"/>
            </a:solidFill>
            <a:prstDash val="solid"/>
          </a:ln>
        </p:spPr>
      </p:sp>
      <p:pic>
        <p:nvPicPr>
          <p:cNvPr id="21" name="a4-float" descr="">    </p:cNvPr>
          <p:cNvPicPr>
            <a:picLocks noChangeAspect="1"/>
          </p:cNvPicPr>
          <p:nvPr/>
        </p:nvPicPr>
        <p:blipFill>
          <a:blip r:embed="rId4"/>
          <a:stretch>
            <a:fillRect/>
          </a:stretch>
        </p:blipFill>
        <p:spPr>
          <a:xfrm>
            <a:off x="6740957" y="3631997"/>
            <a:ext cx="380390" cy="380390"/>
          </a:xfrm>
          <a:prstGeom prst="rect">
            <a:avLst/>
          </a:prstGeom>
        </p:spPr>
      </p:pic>
      <p:sp>
        <p:nvSpPr>
          <p:cNvPr id="22" name="a4-float"/>
          <p:cNvSpPr txBox="1"/>
          <p:nvPr/>
        </p:nvSpPr>
        <p:spPr>
          <a:xfrm>
            <a:off x="7525512" y="3383280"/>
            <a:ext cx="3840480" cy="36576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Prices &amp; allergens</a:t>
            </a:r>
            <a:endParaRPr lang="en-US" sz="1800" dirty="0"/>
          </a:p>
        </p:txBody>
      </p:sp>
      <p:sp>
        <p:nvSpPr>
          <p:cNvPr id="23" name="a4-float"/>
          <p:cNvSpPr txBox="1"/>
          <p:nvPr/>
        </p:nvSpPr>
        <p:spPr>
          <a:xfrm>
            <a:off x="7525512" y="3767328"/>
            <a:ext cx="3840480" cy="59436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Prices must be shown. Allergens must be listed for customers.</a:t>
            </a:r>
            <a:endParaRPr lang="en-US" sz="1400" dirty="0"/>
          </a:p>
        </p:txBody>
      </p:sp>
      <p:sp>
        <p:nvSpPr>
          <p:cNvPr id="24" name="a5-float"/>
          <p:cNvSpPr/>
          <p:nvPr/>
        </p:nvSpPr>
        <p:spPr>
          <a:xfrm>
            <a:off x="640080" y="4617720"/>
            <a:ext cx="5257800" cy="1234440"/>
          </a:xfrm>
          <a:prstGeom prst="roundRect">
            <a:avLst>
              <a:gd name="adj" fmla="val 11111"/>
            </a:avLst>
          </a:prstGeom>
          <a:solidFill>
            <a:srgbClr val="F3F5F9"/>
          </a:solidFill>
          <a:ln w="12700">
            <a:solidFill>
              <a:srgbClr val="F3F5F9"/>
            </a:solidFill>
            <a:prstDash val="solid"/>
          </a:ln>
        </p:spPr>
      </p:sp>
      <p:sp>
        <p:nvSpPr>
          <p:cNvPr id="25" name="a5-float"/>
          <p:cNvSpPr/>
          <p:nvPr/>
        </p:nvSpPr>
        <p:spPr>
          <a:xfrm>
            <a:off x="914400" y="4873752"/>
            <a:ext cx="731520" cy="731520"/>
          </a:xfrm>
          <a:prstGeom prst="ellipse">
            <a:avLst/>
          </a:prstGeom>
          <a:solidFill>
            <a:srgbClr val="D9973A"/>
          </a:solidFill>
          <a:ln w="12700">
            <a:solidFill>
              <a:srgbClr val="D9973A"/>
            </a:solidFill>
            <a:prstDash val="solid"/>
          </a:ln>
        </p:spPr>
      </p:sp>
      <p:pic>
        <p:nvPicPr>
          <p:cNvPr id="26" name="a5-float" descr="">    </p:cNvPr>
          <p:cNvPicPr>
            <a:picLocks noChangeAspect="1"/>
          </p:cNvPicPr>
          <p:nvPr/>
        </p:nvPicPr>
        <p:blipFill>
          <a:blip r:embed="rId5"/>
          <a:stretch>
            <a:fillRect/>
          </a:stretch>
        </p:blipFill>
        <p:spPr>
          <a:xfrm>
            <a:off x="1089965" y="5049317"/>
            <a:ext cx="380390" cy="380390"/>
          </a:xfrm>
          <a:prstGeom prst="rect">
            <a:avLst/>
          </a:prstGeom>
        </p:spPr>
      </p:pic>
      <p:sp>
        <p:nvSpPr>
          <p:cNvPr id="27" name="a5-float"/>
          <p:cNvSpPr txBox="1"/>
          <p:nvPr/>
        </p:nvSpPr>
        <p:spPr>
          <a:xfrm>
            <a:off x="1874520" y="4800600"/>
            <a:ext cx="3840480" cy="36576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Data protection (GDPR)</a:t>
            </a:r>
            <a:endParaRPr lang="en-US" sz="1800" dirty="0"/>
          </a:p>
        </p:txBody>
      </p:sp>
      <p:sp>
        <p:nvSpPr>
          <p:cNvPr id="28" name="a5-float"/>
          <p:cNvSpPr txBox="1"/>
          <p:nvPr/>
        </p:nvSpPr>
        <p:spPr>
          <a:xfrm>
            <a:off x="1874520" y="5184648"/>
            <a:ext cx="3840480" cy="59436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Customer data must be kept safe and private.</a:t>
            </a:r>
            <a:endParaRPr lang="en-US" sz="1400" dirty="0"/>
          </a:p>
        </p:txBody>
      </p:sp>
      <p:sp>
        <p:nvSpPr>
          <p:cNvPr id="29" name="a6-float"/>
          <p:cNvSpPr/>
          <p:nvPr/>
        </p:nvSpPr>
        <p:spPr>
          <a:xfrm>
            <a:off x="6291072" y="4617720"/>
            <a:ext cx="5257800" cy="1234440"/>
          </a:xfrm>
          <a:prstGeom prst="roundRect">
            <a:avLst>
              <a:gd name="adj" fmla="val 11111"/>
            </a:avLst>
          </a:prstGeom>
          <a:solidFill>
            <a:srgbClr val="F3F5F9"/>
          </a:solidFill>
          <a:ln w="12700">
            <a:solidFill>
              <a:srgbClr val="F3F5F9"/>
            </a:solidFill>
            <a:prstDash val="solid"/>
          </a:ln>
        </p:spPr>
      </p:sp>
      <p:sp>
        <p:nvSpPr>
          <p:cNvPr id="30" name="a6-float"/>
          <p:cNvSpPr/>
          <p:nvPr/>
        </p:nvSpPr>
        <p:spPr>
          <a:xfrm>
            <a:off x="6565392" y="4873752"/>
            <a:ext cx="731520" cy="731520"/>
          </a:xfrm>
          <a:prstGeom prst="ellipse">
            <a:avLst/>
          </a:prstGeom>
          <a:solidFill>
            <a:srgbClr val="D9973A"/>
          </a:solidFill>
          <a:ln w="12700">
            <a:solidFill>
              <a:srgbClr val="D9973A"/>
            </a:solidFill>
            <a:prstDash val="solid"/>
          </a:ln>
        </p:spPr>
      </p:sp>
      <p:pic>
        <p:nvPicPr>
          <p:cNvPr id="31" name="a6-float" descr="">    </p:cNvPr>
          <p:cNvPicPr>
            <a:picLocks noChangeAspect="1"/>
          </p:cNvPicPr>
          <p:nvPr/>
        </p:nvPicPr>
        <p:blipFill>
          <a:blip r:embed="rId6"/>
          <a:stretch>
            <a:fillRect/>
          </a:stretch>
        </p:blipFill>
        <p:spPr>
          <a:xfrm>
            <a:off x="6740957" y="5049317"/>
            <a:ext cx="380390" cy="380390"/>
          </a:xfrm>
          <a:prstGeom prst="rect">
            <a:avLst/>
          </a:prstGeom>
        </p:spPr>
      </p:pic>
      <p:sp>
        <p:nvSpPr>
          <p:cNvPr id="32" name="a6-float"/>
          <p:cNvSpPr txBox="1"/>
          <p:nvPr/>
        </p:nvSpPr>
        <p:spPr>
          <a:xfrm>
            <a:off x="7525512" y="4800600"/>
            <a:ext cx="3840480" cy="36576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The name “Boulangerie”</a:t>
            </a:r>
            <a:endParaRPr lang="en-US" sz="1800" dirty="0"/>
          </a:p>
        </p:txBody>
      </p:sp>
      <p:sp>
        <p:nvSpPr>
          <p:cNvPr id="33" name="a6-float"/>
          <p:cNvSpPr txBox="1"/>
          <p:nvPr/>
        </p:nvSpPr>
        <p:spPr>
          <a:xfrm>
            <a:off x="7525512" y="5184648"/>
            <a:ext cx="3840480" cy="594360"/>
          </a:xfrm>
          <a:prstGeom prst="rect">
            <a:avLst/>
          </a:prstGeom>
          <a:noFill/>
          <a:ln/>
        </p:spPr>
        <p:txBody>
          <a:bodyPr wrap="square" lIns="0" tIns="0" rIns="0" bIns="0" rtlCol="0" anchor="t"/>
          <a:lstStyle/>
          <a:p>
            <a:pPr indent="0" marL="0">
              <a:buNone/>
            </a:pPr>
            <a:r>
              <a:rPr lang="en-US" sz="1400" dirty="0">
                <a:solidFill>
                  <a:srgbClr val="5B6577"/>
                </a:solidFill>
                <a:latin typeface="Calibri" pitchFamily="34" charset="0"/>
                <a:ea typeface="Calibri" pitchFamily="34" charset="-122"/>
                <a:cs typeface="Calibri" pitchFamily="34" charset="-120"/>
              </a:rPr>
              <a:t>French law (1998): only bakers who make the bread on site can use this name.</a:t>
            </a:r>
            <a:endParaRPr lang="en-US" sz="1400" dirty="0"/>
          </a:p>
        </p:txBody>
      </p:sp>
      <p:sp>
        <p:nvSpPr>
          <p:cNvPr id="34" name="Text 26"/>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35" name="Text 27"/>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9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fill="hold"/>
                                        <p:tgtEl>
                                          <p:spTgt spid="5"/>
                                        </p:tgtEl>
                                        <p:attrNameLst>
                                          <p:attrName>ppt_x</p:attrName>
                                        </p:attrNameLst>
                                      </p:cBhvr>
                                      <p:tavLst>
                                        <p:tav tm="0">
                                          <p:val>
                                            <p:strVal val="#ppt_x"/>
                                          </p:val>
                                        </p:tav>
                                        <p:tav tm="100000">
                                          <p:val>
                                            <p:strVal val="#ppt_x"/>
                                          </p:val>
                                        </p:tav>
                                      </p:tavLst>
                                    </p:anim>
                                    <p:anim calcmode="lin" valueType="num">
                                      <p:cBhvr>
                                        <p:cTn id="14" dur="6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fill="hold"/>
                                        <p:tgtEl>
                                          <p:spTgt spid="6"/>
                                        </p:tgtEl>
                                        <p:attrNameLst>
                                          <p:attrName>ppt_x</p:attrName>
                                        </p:attrNameLst>
                                      </p:cBhvr>
                                      <p:tavLst>
                                        <p:tav tm="0">
                                          <p:val>
                                            <p:strVal val="#ppt_x"/>
                                          </p:val>
                                        </p:tav>
                                        <p:tav tm="100000">
                                          <p:val>
                                            <p:strVal val="#ppt_x"/>
                                          </p:val>
                                        </p:tav>
                                      </p:tavLst>
                                    </p:anim>
                                    <p:anim calcmode="lin" valueType="num">
                                      <p:cBhvr>
                                        <p:cTn id="19" dur="6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2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fill="hold"/>
                                        <p:tgtEl>
                                          <p:spTgt spid="9"/>
                                        </p:tgtEl>
                                        <p:attrNameLst>
                                          <p:attrName>ppt_x</p:attrName>
                                        </p:attrNameLst>
                                      </p:cBhvr>
                                      <p:tavLst>
                                        <p:tav tm="0">
                                          <p:val>
                                            <p:strVal val="#ppt_x"/>
                                          </p:val>
                                        </p:tav>
                                        <p:tav tm="100000">
                                          <p:val>
                                            <p:strVal val="#ppt_x"/>
                                          </p:val>
                                        </p:tav>
                                      </p:tavLst>
                                    </p:anim>
                                    <p:anim calcmode="lin" valueType="num">
                                      <p:cBhvr>
                                        <p:cTn id="34" dur="600" fill="hold"/>
                                        <p:tgtEl>
                                          <p:spTgt spid="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2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fill="hold"/>
                                        <p:tgtEl>
                                          <p:spTgt spid="10"/>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2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42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42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fill="hold"/>
                                        <p:tgtEl>
                                          <p:spTgt spid="13"/>
                                        </p:tgtEl>
                                        <p:attrNameLst>
                                          <p:attrName>ppt_x</p:attrName>
                                        </p:attrNameLst>
                                      </p:cBhvr>
                                      <p:tavLst>
                                        <p:tav tm="0">
                                          <p:val>
                                            <p:strVal val="#ppt_x"/>
                                          </p:val>
                                        </p:tav>
                                        <p:tav tm="100000">
                                          <p:val>
                                            <p:strVal val="#ppt_x"/>
                                          </p:val>
                                        </p:tav>
                                      </p:tavLst>
                                    </p:anim>
                                    <p:anim calcmode="lin" valueType="num">
                                      <p:cBhvr>
                                        <p:cTn id="54" dur="600" fill="hold"/>
                                        <p:tgtEl>
                                          <p:spTgt spid="13"/>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84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fill="hold"/>
                                        <p:tgtEl>
                                          <p:spTgt spid="14"/>
                                        </p:tgtEl>
                                        <p:attrNameLst>
                                          <p:attrName>ppt_x</p:attrName>
                                        </p:attrNameLst>
                                      </p:cBhvr>
                                      <p:tavLst>
                                        <p:tav tm="0">
                                          <p:val>
                                            <p:strVal val="#ppt_x"/>
                                          </p:val>
                                        </p:tav>
                                        <p:tav tm="100000">
                                          <p:val>
                                            <p:strVal val="#ppt_x"/>
                                          </p:val>
                                        </p:tav>
                                      </p:tavLst>
                                    </p:anim>
                                    <p:anim calcmode="lin" valueType="num">
                                      <p:cBhvr>
                                        <p:cTn id="59" dur="600" fill="hold"/>
                                        <p:tgtEl>
                                          <p:spTgt spid="14"/>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4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fill="hold"/>
                                        <p:tgtEl>
                                          <p:spTgt spid="15"/>
                                        </p:tgtEl>
                                        <p:attrNameLst>
                                          <p:attrName>ppt_x</p:attrName>
                                        </p:attrNameLst>
                                      </p:cBhvr>
                                      <p:tavLst>
                                        <p:tav tm="0">
                                          <p:val>
                                            <p:strVal val="#ppt_x"/>
                                          </p:val>
                                        </p:tav>
                                        <p:tav tm="100000">
                                          <p:val>
                                            <p:strVal val="#ppt_x"/>
                                          </p:val>
                                        </p:tav>
                                      </p:tavLst>
                                    </p:anim>
                                    <p:anim calcmode="lin" valueType="num">
                                      <p:cBhvr>
                                        <p:cTn id="64" dur="600" fill="hold"/>
                                        <p:tgtEl>
                                          <p:spTgt spid="15"/>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84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fill="hold"/>
                                        <p:tgtEl>
                                          <p:spTgt spid="16"/>
                                        </p:tgtEl>
                                        <p:attrNameLst>
                                          <p:attrName>ppt_x</p:attrName>
                                        </p:attrNameLst>
                                      </p:cBhvr>
                                      <p:tavLst>
                                        <p:tav tm="0">
                                          <p:val>
                                            <p:strVal val="#ppt_x"/>
                                          </p:val>
                                        </p:tav>
                                        <p:tav tm="100000">
                                          <p:val>
                                            <p:strVal val="#ppt_x"/>
                                          </p:val>
                                        </p:tav>
                                      </p:tavLst>
                                    </p:anim>
                                    <p:anim calcmode="lin" valueType="num">
                                      <p:cBhvr>
                                        <p:cTn id="69" dur="600" fill="hold"/>
                                        <p:tgtEl>
                                          <p:spTgt spid="16"/>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84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600"/>
                                        <p:tgtEl>
                                          <p:spTgt spid="17"/>
                                        </p:tgtEl>
                                      </p:cBhvr>
                                    </p:animEffect>
                                    <p:anim calcmode="lin" valueType="num">
                                      <p:cBhvr>
                                        <p:cTn id="73" dur="600" fill="hold"/>
                                        <p:tgtEl>
                                          <p:spTgt spid="17"/>
                                        </p:tgtEl>
                                        <p:attrNameLst>
                                          <p:attrName>ppt_x</p:attrName>
                                        </p:attrNameLst>
                                      </p:cBhvr>
                                      <p:tavLst>
                                        <p:tav tm="0">
                                          <p:val>
                                            <p:strVal val="#ppt_x"/>
                                          </p:val>
                                        </p:tav>
                                        <p:tav tm="100000">
                                          <p:val>
                                            <p:strVal val="#ppt_x"/>
                                          </p:val>
                                        </p:tav>
                                      </p:tavLst>
                                    </p:anim>
                                    <p:anim calcmode="lin" valueType="num">
                                      <p:cBhvr>
                                        <p:cTn id="74" dur="600" fill="hold"/>
                                        <p:tgtEl>
                                          <p:spTgt spid="17"/>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84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anim calcmode="lin" valueType="num">
                                      <p:cBhvr>
                                        <p:cTn id="78" dur="600" fill="hold"/>
                                        <p:tgtEl>
                                          <p:spTgt spid="18"/>
                                        </p:tgtEl>
                                        <p:attrNameLst>
                                          <p:attrName>ppt_x</p:attrName>
                                        </p:attrNameLst>
                                      </p:cBhvr>
                                      <p:tavLst>
                                        <p:tav tm="0">
                                          <p:val>
                                            <p:strVal val="#ppt_x"/>
                                          </p:val>
                                        </p:tav>
                                        <p:tav tm="100000">
                                          <p:val>
                                            <p:strVal val="#ppt_x"/>
                                          </p:val>
                                        </p:tav>
                                      </p:tavLst>
                                    </p:anim>
                                    <p:anim calcmode="lin" valueType="num">
                                      <p:cBhvr>
                                        <p:cTn id="79" dur="600" fill="hold"/>
                                        <p:tgtEl>
                                          <p:spTgt spid="18"/>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126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fill="hold"/>
                                        <p:tgtEl>
                                          <p:spTgt spid="19"/>
                                        </p:tgtEl>
                                        <p:attrNameLst>
                                          <p:attrName>ppt_x</p:attrName>
                                        </p:attrNameLst>
                                      </p:cBhvr>
                                      <p:tavLst>
                                        <p:tav tm="0">
                                          <p:val>
                                            <p:strVal val="#ppt_x"/>
                                          </p:val>
                                        </p:tav>
                                        <p:tav tm="100000">
                                          <p:val>
                                            <p:strVal val="#ppt_x"/>
                                          </p:val>
                                        </p:tav>
                                      </p:tavLst>
                                    </p:anim>
                                    <p:anim calcmode="lin" valueType="num">
                                      <p:cBhvr>
                                        <p:cTn id="84" dur="600" fill="hold"/>
                                        <p:tgtEl>
                                          <p:spTgt spid="19"/>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126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fill="hold"/>
                                        <p:tgtEl>
                                          <p:spTgt spid="20"/>
                                        </p:tgtEl>
                                        <p:attrNameLst>
                                          <p:attrName>ppt_x</p:attrName>
                                        </p:attrNameLst>
                                      </p:cBhvr>
                                      <p:tavLst>
                                        <p:tav tm="0">
                                          <p:val>
                                            <p:strVal val="#ppt_x"/>
                                          </p:val>
                                        </p:tav>
                                        <p:tav tm="100000">
                                          <p:val>
                                            <p:strVal val="#ppt_x"/>
                                          </p:val>
                                        </p:tav>
                                      </p:tavLst>
                                    </p:anim>
                                    <p:anim calcmode="lin" valueType="num">
                                      <p:cBhvr>
                                        <p:cTn id="89" dur="600" fill="hold"/>
                                        <p:tgtEl>
                                          <p:spTgt spid="20"/>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126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600"/>
                                        <p:tgtEl>
                                          <p:spTgt spid="21"/>
                                        </p:tgtEl>
                                      </p:cBhvr>
                                    </p:animEffect>
                                    <p:anim calcmode="lin" valueType="num">
                                      <p:cBhvr>
                                        <p:cTn id="93" dur="600" fill="hold"/>
                                        <p:tgtEl>
                                          <p:spTgt spid="21"/>
                                        </p:tgtEl>
                                        <p:attrNameLst>
                                          <p:attrName>ppt_x</p:attrName>
                                        </p:attrNameLst>
                                      </p:cBhvr>
                                      <p:tavLst>
                                        <p:tav tm="0">
                                          <p:val>
                                            <p:strVal val="#ppt_x"/>
                                          </p:val>
                                        </p:tav>
                                        <p:tav tm="100000">
                                          <p:val>
                                            <p:strVal val="#ppt_x"/>
                                          </p:val>
                                        </p:tav>
                                      </p:tavLst>
                                    </p:anim>
                                    <p:anim calcmode="lin" valueType="num">
                                      <p:cBhvr>
                                        <p:cTn id="94" dur="600" fill="hold"/>
                                        <p:tgtEl>
                                          <p:spTgt spid="21"/>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126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600"/>
                                        <p:tgtEl>
                                          <p:spTgt spid="22"/>
                                        </p:tgtEl>
                                      </p:cBhvr>
                                    </p:animEffect>
                                    <p:anim calcmode="lin" valueType="num">
                                      <p:cBhvr>
                                        <p:cTn id="98" dur="600" fill="hold"/>
                                        <p:tgtEl>
                                          <p:spTgt spid="22"/>
                                        </p:tgtEl>
                                        <p:attrNameLst>
                                          <p:attrName>ppt_x</p:attrName>
                                        </p:attrNameLst>
                                      </p:cBhvr>
                                      <p:tavLst>
                                        <p:tav tm="0">
                                          <p:val>
                                            <p:strVal val="#ppt_x"/>
                                          </p:val>
                                        </p:tav>
                                        <p:tav tm="100000">
                                          <p:val>
                                            <p:strVal val="#ppt_x"/>
                                          </p:val>
                                        </p:tav>
                                      </p:tavLst>
                                    </p:anim>
                                    <p:anim calcmode="lin" valueType="num">
                                      <p:cBhvr>
                                        <p:cTn id="99" dur="600" fill="hold"/>
                                        <p:tgtEl>
                                          <p:spTgt spid="22"/>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126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600"/>
                                        <p:tgtEl>
                                          <p:spTgt spid="23"/>
                                        </p:tgtEl>
                                      </p:cBhvr>
                                    </p:animEffect>
                                    <p:anim calcmode="lin" valueType="num">
                                      <p:cBhvr>
                                        <p:cTn id="103" dur="600" fill="hold"/>
                                        <p:tgtEl>
                                          <p:spTgt spid="23"/>
                                        </p:tgtEl>
                                        <p:attrNameLst>
                                          <p:attrName>ppt_x</p:attrName>
                                        </p:attrNameLst>
                                      </p:cBhvr>
                                      <p:tavLst>
                                        <p:tav tm="0">
                                          <p:val>
                                            <p:strVal val="#ppt_x"/>
                                          </p:val>
                                        </p:tav>
                                        <p:tav tm="100000">
                                          <p:val>
                                            <p:strVal val="#ppt_x"/>
                                          </p:val>
                                        </p:tav>
                                      </p:tavLst>
                                    </p:anim>
                                    <p:anim calcmode="lin" valueType="num">
                                      <p:cBhvr>
                                        <p:cTn id="104" dur="600" fill="hold"/>
                                        <p:tgtEl>
                                          <p:spTgt spid="23"/>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168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600"/>
                                        <p:tgtEl>
                                          <p:spTgt spid="24"/>
                                        </p:tgtEl>
                                      </p:cBhvr>
                                    </p:animEffect>
                                    <p:anim calcmode="lin" valueType="num">
                                      <p:cBhvr>
                                        <p:cTn id="108" dur="600" fill="hold"/>
                                        <p:tgtEl>
                                          <p:spTgt spid="24"/>
                                        </p:tgtEl>
                                        <p:attrNameLst>
                                          <p:attrName>ppt_x</p:attrName>
                                        </p:attrNameLst>
                                      </p:cBhvr>
                                      <p:tavLst>
                                        <p:tav tm="0">
                                          <p:val>
                                            <p:strVal val="#ppt_x"/>
                                          </p:val>
                                        </p:tav>
                                        <p:tav tm="100000">
                                          <p:val>
                                            <p:strVal val="#ppt_x"/>
                                          </p:val>
                                        </p:tav>
                                      </p:tavLst>
                                    </p:anim>
                                    <p:anim calcmode="lin" valueType="num">
                                      <p:cBhvr>
                                        <p:cTn id="109" dur="600" fill="hold"/>
                                        <p:tgtEl>
                                          <p:spTgt spid="24"/>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168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600"/>
                                        <p:tgtEl>
                                          <p:spTgt spid="25"/>
                                        </p:tgtEl>
                                      </p:cBhvr>
                                    </p:animEffect>
                                    <p:anim calcmode="lin" valueType="num">
                                      <p:cBhvr>
                                        <p:cTn id="113" dur="600" fill="hold"/>
                                        <p:tgtEl>
                                          <p:spTgt spid="25"/>
                                        </p:tgtEl>
                                        <p:attrNameLst>
                                          <p:attrName>ppt_x</p:attrName>
                                        </p:attrNameLst>
                                      </p:cBhvr>
                                      <p:tavLst>
                                        <p:tav tm="0">
                                          <p:val>
                                            <p:strVal val="#ppt_x"/>
                                          </p:val>
                                        </p:tav>
                                        <p:tav tm="100000">
                                          <p:val>
                                            <p:strVal val="#ppt_x"/>
                                          </p:val>
                                        </p:tav>
                                      </p:tavLst>
                                    </p:anim>
                                    <p:anim calcmode="lin" valueType="num">
                                      <p:cBhvr>
                                        <p:cTn id="114" dur="600" fill="hold"/>
                                        <p:tgtEl>
                                          <p:spTgt spid="25"/>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168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600"/>
                                        <p:tgtEl>
                                          <p:spTgt spid="26"/>
                                        </p:tgtEl>
                                      </p:cBhvr>
                                    </p:animEffect>
                                    <p:anim calcmode="lin" valueType="num">
                                      <p:cBhvr>
                                        <p:cTn id="118" dur="600" fill="hold"/>
                                        <p:tgtEl>
                                          <p:spTgt spid="26"/>
                                        </p:tgtEl>
                                        <p:attrNameLst>
                                          <p:attrName>ppt_x</p:attrName>
                                        </p:attrNameLst>
                                      </p:cBhvr>
                                      <p:tavLst>
                                        <p:tav tm="0">
                                          <p:val>
                                            <p:strVal val="#ppt_x"/>
                                          </p:val>
                                        </p:tav>
                                        <p:tav tm="100000">
                                          <p:val>
                                            <p:strVal val="#ppt_x"/>
                                          </p:val>
                                        </p:tav>
                                      </p:tavLst>
                                    </p:anim>
                                    <p:anim calcmode="lin" valueType="num">
                                      <p:cBhvr>
                                        <p:cTn id="119" dur="600" fill="hold"/>
                                        <p:tgtEl>
                                          <p:spTgt spid="26"/>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168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600"/>
                                        <p:tgtEl>
                                          <p:spTgt spid="27"/>
                                        </p:tgtEl>
                                      </p:cBhvr>
                                    </p:animEffect>
                                    <p:anim calcmode="lin" valueType="num">
                                      <p:cBhvr>
                                        <p:cTn id="123" dur="600" fill="hold"/>
                                        <p:tgtEl>
                                          <p:spTgt spid="27"/>
                                        </p:tgtEl>
                                        <p:attrNameLst>
                                          <p:attrName>ppt_x</p:attrName>
                                        </p:attrNameLst>
                                      </p:cBhvr>
                                      <p:tavLst>
                                        <p:tav tm="0">
                                          <p:val>
                                            <p:strVal val="#ppt_x"/>
                                          </p:val>
                                        </p:tav>
                                        <p:tav tm="100000">
                                          <p:val>
                                            <p:strVal val="#ppt_x"/>
                                          </p:val>
                                        </p:tav>
                                      </p:tavLst>
                                    </p:anim>
                                    <p:anim calcmode="lin" valueType="num">
                                      <p:cBhvr>
                                        <p:cTn id="124" dur="600" fill="hold"/>
                                        <p:tgtEl>
                                          <p:spTgt spid="27"/>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168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600"/>
                                        <p:tgtEl>
                                          <p:spTgt spid="28"/>
                                        </p:tgtEl>
                                      </p:cBhvr>
                                    </p:animEffect>
                                    <p:anim calcmode="lin" valueType="num">
                                      <p:cBhvr>
                                        <p:cTn id="128" dur="600" fill="hold"/>
                                        <p:tgtEl>
                                          <p:spTgt spid="28"/>
                                        </p:tgtEl>
                                        <p:attrNameLst>
                                          <p:attrName>ppt_x</p:attrName>
                                        </p:attrNameLst>
                                      </p:cBhvr>
                                      <p:tavLst>
                                        <p:tav tm="0">
                                          <p:val>
                                            <p:strVal val="#ppt_x"/>
                                          </p:val>
                                        </p:tav>
                                        <p:tav tm="100000">
                                          <p:val>
                                            <p:strVal val="#ppt_x"/>
                                          </p:val>
                                        </p:tav>
                                      </p:tavLst>
                                    </p:anim>
                                    <p:anim calcmode="lin" valueType="num">
                                      <p:cBhvr>
                                        <p:cTn id="129" dur="600" fill="hold"/>
                                        <p:tgtEl>
                                          <p:spTgt spid="28"/>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210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600"/>
                                        <p:tgtEl>
                                          <p:spTgt spid="29"/>
                                        </p:tgtEl>
                                      </p:cBhvr>
                                    </p:animEffect>
                                    <p:anim calcmode="lin" valueType="num">
                                      <p:cBhvr>
                                        <p:cTn id="133" dur="600" fill="hold"/>
                                        <p:tgtEl>
                                          <p:spTgt spid="29"/>
                                        </p:tgtEl>
                                        <p:attrNameLst>
                                          <p:attrName>ppt_x</p:attrName>
                                        </p:attrNameLst>
                                      </p:cBhvr>
                                      <p:tavLst>
                                        <p:tav tm="0">
                                          <p:val>
                                            <p:strVal val="#ppt_x"/>
                                          </p:val>
                                        </p:tav>
                                        <p:tav tm="100000">
                                          <p:val>
                                            <p:strVal val="#ppt_x"/>
                                          </p:val>
                                        </p:tav>
                                      </p:tavLst>
                                    </p:anim>
                                    <p:anim calcmode="lin" valueType="num">
                                      <p:cBhvr>
                                        <p:cTn id="134" dur="600" fill="hold"/>
                                        <p:tgtEl>
                                          <p:spTgt spid="29"/>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210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600"/>
                                        <p:tgtEl>
                                          <p:spTgt spid="30"/>
                                        </p:tgtEl>
                                      </p:cBhvr>
                                    </p:animEffect>
                                    <p:anim calcmode="lin" valueType="num">
                                      <p:cBhvr>
                                        <p:cTn id="138" dur="600" fill="hold"/>
                                        <p:tgtEl>
                                          <p:spTgt spid="30"/>
                                        </p:tgtEl>
                                        <p:attrNameLst>
                                          <p:attrName>ppt_x</p:attrName>
                                        </p:attrNameLst>
                                      </p:cBhvr>
                                      <p:tavLst>
                                        <p:tav tm="0">
                                          <p:val>
                                            <p:strVal val="#ppt_x"/>
                                          </p:val>
                                        </p:tav>
                                        <p:tav tm="100000">
                                          <p:val>
                                            <p:strVal val="#ppt_x"/>
                                          </p:val>
                                        </p:tav>
                                      </p:tavLst>
                                    </p:anim>
                                    <p:anim calcmode="lin" valueType="num">
                                      <p:cBhvr>
                                        <p:cTn id="139" dur="600" fill="hold"/>
                                        <p:tgtEl>
                                          <p:spTgt spid="30"/>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21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600"/>
                                        <p:tgtEl>
                                          <p:spTgt spid="31"/>
                                        </p:tgtEl>
                                      </p:cBhvr>
                                    </p:animEffect>
                                    <p:anim calcmode="lin" valueType="num">
                                      <p:cBhvr>
                                        <p:cTn id="143" dur="600" fill="hold"/>
                                        <p:tgtEl>
                                          <p:spTgt spid="31"/>
                                        </p:tgtEl>
                                        <p:attrNameLst>
                                          <p:attrName>ppt_x</p:attrName>
                                        </p:attrNameLst>
                                      </p:cBhvr>
                                      <p:tavLst>
                                        <p:tav tm="0">
                                          <p:val>
                                            <p:strVal val="#ppt_x"/>
                                          </p:val>
                                        </p:tav>
                                        <p:tav tm="100000">
                                          <p:val>
                                            <p:strVal val="#ppt_x"/>
                                          </p:val>
                                        </p:tav>
                                      </p:tavLst>
                                    </p:anim>
                                    <p:anim calcmode="lin" valueType="num">
                                      <p:cBhvr>
                                        <p:cTn id="144" dur="600" fill="hold"/>
                                        <p:tgtEl>
                                          <p:spTgt spid="31"/>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210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600"/>
                                        <p:tgtEl>
                                          <p:spTgt spid="32"/>
                                        </p:tgtEl>
                                      </p:cBhvr>
                                    </p:animEffect>
                                    <p:anim calcmode="lin" valueType="num">
                                      <p:cBhvr>
                                        <p:cTn id="148" dur="600" fill="hold"/>
                                        <p:tgtEl>
                                          <p:spTgt spid="32"/>
                                        </p:tgtEl>
                                        <p:attrNameLst>
                                          <p:attrName>ppt_x</p:attrName>
                                        </p:attrNameLst>
                                      </p:cBhvr>
                                      <p:tavLst>
                                        <p:tav tm="0">
                                          <p:val>
                                            <p:strVal val="#ppt_x"/>
                                          </p:val>
                                        </p:tav>
                                        <p:tav tm="100000">
                                          <p:val>
                                            <p:strVal val="#ppt_x"/>
                                          </p:val>
                                        </p:tav>
                                      </p:tavLst>
                                    </p:anim>
                                    <p:anim calcmode="lin" valueType="num">
                                      <p:cBhvr>
                                        <p:cTn id="149" dur="600" fill="hold"/>
                                        <p:tgtEl>
                                          <p:spTgt spid="32"/>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210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600"/>
                                        <p:tgtEl>
                                          <p:spTgt spid="33"/>
                                        </p:tgtEl>
                                      </p:cBhvr>
                                    </p:animEffect>
                                    <p:anim calcmode="lin" valueType="num">
                                      <p:cBhvr>
                                        <p:cTn id="153" dur="600" fill="hold"/>
                                        <p:tgtEl>
                                          <p:spTgt spid="33"/>
                                        </p:tgtEl>
                                        <p:attrNameLst>
                                          <p:attrName>ppt_x</p:attrName>
                                        </p:attrNameLst>
                                      </p:cBhvr>
                                      <p:tavLst>
                                        <p:tav tm="0">
                                          <p:val>
                                            <p:strVal val="#ppt_x"/>
                                          </p:val>
                                        </p:tav>
                                        <p:tav tm="100000">
                                          <p:val>
                                            <p:strVal val="#ppt_x"/>
                                          </p:val>
                                        </p:tav>
                                      </p:tavLst>
                                    </p:anim>
                                    <p:anim calcmode="lin" valueType="num">
                                      <p:cBhvr>
                                        <p:cTn id="154" dur="6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03 · MANAGEMENT IN PRACTICE</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Management functions at the bakery</a:t>
            </a:r>
            <a:endParaRPr lang="en-US" sz="3400" dirty="0"/>
          </a:p>
        </p:txBody>
      </p:sp>
      <p:sp>
        <p:nvSpPr>
          <p:cNvPr id="4" name="a1-zoom"/>
          <p:cNvSpPr/>
          <p:nvPr/>
        </p:nvSpPr>
        <p:spPr>
          <a:xfrm>
            <a:off x="640080" y="1783080"/>
            <a:ext cx="2542032" cy="3429000"/>
          </a:xfrm>
          <a:prstGeom prst="roundRect">
            <a:avLst>
              <a:gd name="adj" fmla="val 5396"/>
            </a:avLst>
          </a:prstGeom>
          <a:solidFill>
            <a:srgbClr val="F3F5F9"/>
          </a:solidFill>
          <a:ln w="12700">
            <a:solidFill>
              <a:srgbClr val="F3F5F9"/>
            </a:solidFill>
            <a:prstDash val="solid"/>
          </a:ln>
        </p:spPr>
      </p:sp>
      <p:sp>
        <p:nvSpPr>
          <p:cNvPr id="5" name="a1-zoom"/>
          <p:cNvSpPr/>
          <p:nvPr/>
        </p:nvSpPr>
        <p:spPr>
          <a:xfrm>
            <a:off x="914400" y="2103120"/>
            <a:ext cx="868680" cy="868680"/>
          </a:xfrm>
          <a:prstGeom prst="ellipse">
            <a:avLst/>
          </a:prstGeom>
          <a:solidFill>
            <a:srgbClr val="D9973A"/>
          </a:solidFill>
          <a:ln w="12700">
            <a:solidFill>
              <a:srgbClr val="D9973A"/>
            </a:solidFill>
            <a:prstDash val="solid"/>
          </a:ln>
        </p:spPr>
      </p:sp>
      <p:pic>
        <p:nvPicPr>
          <p:cNvPr id="6" name="a1-zoom" descr="">    </p:cNvPr>
          <p:cNvPicPr>
            <a:picLocks noChangeAspect="1"/>
          </p:cNvPicPr>
          <p:nvPr/>
        </p:nvPicPr>
        <p:blipFill>
          <a:blip r:embed="rId1"/>
          <a:stretch>
            <a:fillRect/>
          </a:stretch>
        </p:blipFill>
        <p:spPr>
          <a:xfrm>
            <a:off x="1122883" y="2311603"/>
            <a:ext cx="451714" cy="451714"/>
          </a:xfrm>
          <a:prstGeom prst="rect">
            <a:avLst/>
          </a:prstGeom>
        </p:spPr>
      </p:pic>
      <p:sp>
        <p:nvSpPr>
          <p:cNvPr id="7" name="a1-zoom"/>
          <p:cNvSpPr txBox="1"/>
          <p:nvPr/>
        </p:nvSpPr>
        <p:spPr>
          <a:xfrm>
            <a:off x="914400" y="3154680"/>
            <a:ext cx="2103120" cy="411480"/>
          </a:xfrm>
          <a:prstGeom prst="rect">
            <a:avLst/>
          </a:prstGeom>
          <a:noFill/>
          <a:ln/>
        </p:spPr>
        <p:txBody>
          <a:bodyPr wrap="square" lIns="0" tIns="0" rIns="0" bIns="0" rtlCol="0" anchor="t"/>
          <a:lstStyle/>
          <a:p>
            <a:pPr indent="0" marL="0">
              <a:buNone/>
            </a:pPr>
            <a:r>
              <a:rPr lang="en-US" sz="2000" b="1" dirty="0">
                <a:solidFill>
                  <a:srgbClr val="1B2A4A"/>
                </a:solidFill>
                <a:latin typeface="Cambria" pitchFamily="34" charset="0"/>
                <a:ea typeface="Cambria" pitchFamily="34" charset="-122"/>
                <a:cs typeface="Cambria" pitchFamily="34" charset="-120"/>
              </a:rPr>
              <a:t>1. Planning</a:t>
            </a:r>
            <a:endParaRPr lang="en-US" sz="2000" dirty="0"/>
          </a:p>
        </p:txBody>
      </p:sp>
      <p:sp>
        <p:nvSpPr>
          <p:cNvPr id="8" name="a1-zoom"/>
          <p:cNvSpPr txBox="1"/>
          <p:nvPr/>
        </p:nvSpPr>
        <p:spPr>
          <a:xfrm>
            <a:off x="914400" y="3657600"/>
            <a:ext cx="2103120" cy="14630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Daily production plan</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Staff work schedule</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Ordering ingredients</a:t>
            </a:r>
            <a:endParaRPr lang="en-US" sz="1500" dirty="0"/>
          </a:p>
        </p:txBody>
      </p:sp>
      <p:sp>
        <p:nvSpPr>
          <p:cNvPr id="9" name="a2-zoom"/>
          <p:cNvSpPr/>
          <p:nvPr/>
        </p:nvSpPr>
        <p:spPr>
          <a:xfrm>
            <a:off x="3429000" y="1783080"/>
            <a:ext cx="2542032" cy="3429000"/>
          </a:xfrm>
          <a:prstGeom prst="roundRect">
            <a:avLst>
              <a:gd name="adj" fmla="val 5396"/>
            </a:avLst>
          </a:prstGeom>
          <a:solidFill>
            <a:srgbClr val="FBF1E2"/>
          </a:solidFill>
          <a:ln w="12700">
            <a:solidFill>
              <a:srgbClr val="FBF1E2"/>
            </a:solidFill>
            <a:prstDash val="solid"/>
          </a:ln>
        </p:spPr>
      </p:sp>
      <p:sp>
        <p:nvSpPr>
          <p:cNvPr id="10" name="a2-zoom"/>
          <p:cNvSpPr/>
          <p:nvPr/>
        </p:nvSpPr>
        <p:spPr>
          <a:xfrm>
            <a:off x="3703320" y="2103120"/>
            <a:ext cx="868680" cy="868680"/>
          </a:xfrm>
          <a:prstGeom prst="ellipse">
            <a:avLst/>
          </a:prstGeom>
          <a:solidFill>
            <a:srgbClr val="1B2A4A"/>
          </a:solidFill>
          <a:ln w="12700">
            <a:solidFill>
              <a:srgbClr val="1B2A4A"/>
            </a:solidFill>
            <a:prstDash val="solid"/>
          </a:ln>
        </p:spPr>
      </p:sp>
      <p:pic>
        <p:nvPicPr>
          <p:cNvPr id="11" name="a2-zoom" descr="">    </p:cNvPr>
          <p:cNvPicPr>
            <a:picLocks noChangeAspect="1"/>
          </p:cNvPicPr>
          <p:nvPr/>
        </p:nvPicPr>
        <p:blipFill>
          <a:blip r:embed="rId2"/>
          <a:stretch>
            <a:fillRect/>
          </a:stretch>
        </p:blipFill>
        <p:spPr>
          <a:xfrm>
            <a:off x="3911803" y="2311603"/>
            <a:ext cx="451714" cy="451714"/>
          </a:xfrm>
          <a:prstGeom prst="rect">
            <a:avLst/>
          </a:prstGeom>
        </p:spPr>
      </p:pic>
      <p:sp>
        <p:nvSpPr>
          <p:cNvPr id="12" name="a2-zoom"/>
          <p:cNvSpPr txBox="1"/>
          <p:nvPr/>
        </p:nvSpPr>
        <p:spPr>
          <a:xfrm>
            <a:off x="3703320" y="3154680"/>
            <a:ext cx="2103120" cy="411480"/>
          </a:xfrm>
          <a:prstGeom prst="rect">
            <a:avLst/>
          </a:prstGeom>
          <a:noFill/>
          <a:ln/>
        </p:spPr>
        <p:txBody>
          <a:bodyPr wrap="square" lIns="0" tIns="0" rIns="0" bIns="0" rtlCol="0" anchor="t"/>
          <a:lstStyle/>
          <a:p>
            <a:pPr indent="0" marL="0">
              <a:buNone/>
            </a:pPr>
            <a:r>
              <a:rPr lang="en-US" sz="2000" b="1" dirty="0">
                <a:solidFill>
                  <a:srgbClr val="1B2A4A"/>
                </a:solidFill>
                <a:latin typeface="Cambria" pitchFamily="34" charset="0"/>
                <a:ea typeface="Cambria" pitchFamily="34" charset="-122"/>
                <a:cs typeface="Cambria" pitchFamily="34" charset="-120"/>
              </a:rPr>
              <a:t>2. Organising</a:t>
            </a:r>
            <a:endParaRPr lang="en-US" sz="2000" dirty="0"/>
          </a:p>
        </p:txBody>
      </p:sp>
      <p:sp>
        <p:nvSpPr>
          <p:cNvPr id="13" name="a2-zoom"/>
          <p:cNvSpPr txBox="1"/>
          <p:nvPr/>
        </p:nvSpPr>
        <p:spPr>
          <a:xfrm>
            <a:off x="3703320" y="3657600"/>
            <a:ext cx="2103120" cy="14630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A clear role for each person</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Tasks split: production, sales, admin</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Work in shifts</a:t>
            </a:r>
            <a:endParaRPr lang="en-US" sz="1500" dirty="0"/>
          </a:p>
        </p:txBody>
      </p:sp>
      <p:sp>
        <p:nvSpPr>
          <p:cNvPr id="14" name="a3-zoom"/>
          <p:cNvSpPr/>
          <p:nvPr/>
        </p:nvSpPr>
        <p:spPr>
          <a:xfrm>
            <a:off x="6217920" y="1783080"/>
            <a:ext cx="2542032" cy="3429000"/>
          </a:xfrm>
          <a:prstGeom prst="roundRect">
            <a:avLst>
              <a:gd name="adj" fmla="val 5396"/>
            </a:avLst>
          </a:prstGeom>
          <a:solidFill>
            <a:srgbClr val="F3F5F9"/>
          </a:solidFill>
          <a:ln w="12700">
            <a:solidFill>
              <a:srgbClr val="F3F5F9"/>
            </a:solidFill>
            <a:prstDash val="solid"/>
          </a:ln>
        </p:spPr>
      </p:sp>
      <p:sp>
        <p:nvSpPr>
          <p:cNvPr id="15" name="a3-zoom"/>
          <p:cNvSpPr/>
          <p:nvPr/>
        </p:nvSpPr>
        <p:spPr>
          <a:xfrm>
            <a:off x="6492240" y="2103120"/>
            <a:ext cx="868680" cy="868680"/>
          </a:xfrm>
          <a:prstGeom prst="ellipse">
            <a:avLst/>
          </a:prstGeom>
          <a:solidFill>
            <a:srgbClr val="D9973A"/>
          </a:solidFill>
          <a:ln w="12700">
            <a:solidFill>
              <a:srgbClr val="D9973A"/>
            </a:solidFill>
            <a:prstDash val="solid"/>
          </a:ln>
        </p:spPr>
      </p:sp>
      <p:pic>
        <p:nvPicPr>
          <p:cNvPr id="16" name="a3-zoom" descr="">    </p:cNvPr>
          <p:cNvPicPr>
            <a:picLocks noChangeAspect="1"/>
          </p:cNvPicPr>
          <p:nvPr/>
        </p:nvPicPr>
        <p:blipFill>
          <a:blip r:embed="rId3"/>
          <a:stretch>
            <a:fillRect/>
          </a:stretch>
        </p:blipFill>
        <p:spPr>
          <a:xfrm>
            <a:off x="6700723" y="2311603"/>
            <a:ext cx="451714" cy="451714"/>
          </a:xfrm>
          <a:prstGeom prst="rect">
            <a:avLst/>
          </a:prstGeom>
        </p:spPr>
      </p:pic>
      <p:sp>
        <p:nvSpPr>
          <p:cNvPr id="17" name="a3-zoom"/>
          <p:cNvSpPr txBox="1"/>
          <p:nvPr/>
        </p:nvSpPr>
        <p:spPr>
          <a:xfrm>
            <a:off x="6492240" y="3154680"/>
            <a:ext cx="2103120" cy="411480"/>
          </a:xfrm>
          <a:prstGeom prst="rect">
            <a:avLst/>
          </a:prstGeom>
          <a:noFill/>
          <a:ln/>
        </p:spPr>
        <p:txBody>
          <a:bodyPr wrap="square" lIns="0" tIns="0" rIns="0" bIns="0" rtlCol="0" anchor="t"/>
          <a:lstStyle/>
          <a:p>
            <a:pPr indent="0" marL="0">
              <a:buNone/>
            </a:pPr>
            <a:r>
              <a:rPr lang="en-US" sz="2000" b="1" dirty="0">
                <a:solidFill>
                  <a:srgbClr val="1B2A4A"/>
                </a:solidFill>
                <a:latin typeface="Cambria" pitchFamily="34" charset="0"/>
                <a:ea typeface="Cambria" pitchFamily="34" charset="-122"/>
                <a:cs typeface="Cambria" pitchFamily="34" charset="-120"/>
              </a:rPr>
              <a:t>3. Motivation</a:t>
            </a:r>
            <a:endParaRPr lang="en-US" sz="2000" dirty="0"/>
          </a:p>
        </p:txBody>
      </p:sp>
      <p:sp>
        <p:nvSpPr>
          <p:cNvPr id="18" name="a3-zoom"/>
          <p:cNvSpPr txBox="1"/>
          <p:nvPr/>
        </p:nvSpPr>
        <p:spPr>
          <a:xfrm>
            <a:off x="6492240" y="3657600"/>
            <a:ext cx="2103120" cy="14630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Direct support from the director</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Regular feedback</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Good team spirit</a:t>
            </a:r>
            <a:endParaRPr lang="en-US" sz="1500" dirty="0"/>
          </a:p>
        </p:txBody>
      </p:sp>
      <p:sp>
        <p:nvSpPr>
          <p:cNvPr id="19" name="a4-zoom"/>
          <p:cNvSpPr/>
          <p:nvPr/>
        </p:nvSpPr>
        <p:spPr>
          <a:xfrm>
            <a:off x="9006840" y="1783080"/>
            <a:ext cx="2542032" cy="3429000"/>
          </a:xfrm>
          <a:prstGeom prst="roundRect">
            <a:avLst>
              <a:gd name="adj" fmla="val 5396"/>
            </a:avLst>
          </a:prstGeom>
          <a:solidFill>
            <a:srgbClr val="FBF1E2"/>
          </a:solidFill>
          <a:ln w="12700">
            <a:solidFill>
              <a:srgbClr val="FBF1E2"/>
            </a:solidFill>
            <a:prstDash val="solid"/>
          </a:ln>
        </p:spPr>
      </p:sp>
      <p:sp>
        <p:nvSpPr>
          <p:cNvPr id="20" name="a4-zoom"/>
          <p:cNvSpPr/>
          <p:nvPr/>
        </p:nvSpPr>
        <p:spPr>
          <a:xfrm>
            <a:off x="9281160" y="2103120"/>
            <a:ext cx="868680" cy="868680"/>
          </a:xfrm>
          <a:prstGeom prst="ellipse">
            <a:avLst/>
          </a:prstGeom>
          <a:solidFill>
            <a:srgbClr val="1B2A4A"/>
          </a:solidFill>
          <a:ln w="12700">
            <a:solidFill>
              <a:srgbClr val="1B2A4A"/>
            </a:solidFill>
            <a:prstDash val="solid"/>
          </a:ln>
        </p:spPr>
      </p:sp>
      <p:pic>
        <p:nvPicPr>
          <p:cNvPr id="21" name="a4-zoom" descr="">    </p:cNvPr>
          <p:cNvPicPr>
            <a:picLocks noChangeAspect="1"/>
          </p:cNvPicPr>
          <p:nvPr/>
        </p:nvPicPr>
        <p:blipFill>
          <a:blip r:embed="rId4"/>
          <a:stretch>
            <a:fillRect/>
          </a:stretch>
        </p:blipFill>
        <p:spPr>
          <a:xfrm>
            <a:off x="9489643" y="2311603"/>
            <a:ext cx="451714" cy="451714"/>
          </a:xfrm>
          <a:prstGeom prst="rect">
            <a:avLst/>
          </a:prstGeom>
        </p:spPr>
      </p:pic>
      <p:sp>
        <p:nvSpPr>
          <p:cNvPr id="22" name="a4-zoom"/>
          <p:cNvSpPr txBox="1"/>
          <p:nvPr/>
        </p:nvSpPr>
        <p:spPr>
          <a:xfrm>
            <a:off x="9281160" y="3154680"/>
            <a:ext cx="2103120" cy="411480"/>
          </a:xfrm>
          <a:prstGeom prst="rect">
            <a:avLst/>
          </a:prstGeom>
          <a:noFill/>
          <a:ln/>
        </p:spPr>
        <p:txBody>
          <a:bodyPr wrap="square" lIns="0" tIns="0" rIns="0" bIns="0" rtlCol="0" anchor="t"/>
          <a:lstStyle/>
          <a:p>
            <a:pPr indent="0" marL="0">
              <a:buNone/>
            </a:pPr>
            <a:r>
              <a:rPr lang="en-US" sz="2000" b="1" dirty="0">
                <a:solidFill>
                  <a:srgbClr val="1B2A4A"/>
                </a:solidFill>
                <a:latin typeface="Cambria" pitchFamily="34" charset="0"/>
                <a:ea typeface="Cambria" pitchFamily="34" charset="-122"/>
                <a:cs typeface="Cambria" pitchFamily="34" charset="-120"/>
              </a:rPr>
              <a:t>4. Control</a:t>
            </a:r>
            <a:endParaRPr lang="en-US" sz="2000" dirty="0"/>
          </a:p>
        </p:txBody>
      </p:sp>
      <p:sp>
        <p:nvSpPr>
          <p:cNvPr id="23" name="a4-zoom"/>
          <p:cNvSpPr txBox="1"/>
          <p:nvPr/>
        </p:nvSpPr>
        <p:spPr>
          <a:xfrm>
            <a:off x="9281160" y="3657600"/>
            <a:ext cx="2103120" cy="14630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Daily sales and cash check</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Quality and freshness of products</a:t>
            </a:r>
            <a:endParaRPr lang="en-US" sz="1500" dirty="0"/>
          </a:p>
          <a:p>
            <a:pPr marL="177800" indent="-177800">
              <a:spcAft>
                <a:spcPts val="600"/>
              </a:spcAft>
              <a:buSzPct val="100000"/>
              <a:buChar char="•"/>
            </a:pPr>
            <a:r>
              <a:rPr lang="en-US" sz="1500" dirty="0">
                <a:solidFill>
                  <a:srgbClr val="1B2A4A"/>
                </a:solidFill>
                <a:latin typeface="Calibri" pitchFamily="34" charset="0"/>
                <a:ea typeface="Calibri" pitchFamily="34" charset="-122"/>
                <a:cs typeface="Calibri" pitchFamily="34" charset="-120"/>
              </a:rPr>
              <a:t>Hygiene checks</a:t>
            </a:r>
            <a:endParaRPr lang="en-US" sz="1500" dirty="0"/>
          </a:p>
        </p:txBody>
      </p:sp>
      <p:sp>
        <p:nvSpPr>
          <p:cNvPr id="24" name="a5-fade"/>
          <p:cNvSpPr txBox="1"/>
          <p:nvPr/>
        </p:nvSpPr>
        <p:spPr>
          <a:xfrm>
            <a:off x="640080" y="5413248"/>
            <a:ext cx="10908792" cy="594360"/>
          </a:xfrm>
          <a:prstGeom prst="roundRect">
            <a:avLst>
              <a:gd name="adj" fmla="val 18462"/>
            </a:avLst>
          </a:prstGeom>
          <a:solidFill>
            <a:srgbClr val="FBF1E2"/>
          </a:solidFill>
          <a:ln/>
        </p:spPr>
        <p:txBody>
          <a:bodyPr wrap="square" lIns="0" tIns="0" rIns="0" bIns="0" rtlCol="0" anchor="ctr"/>
          <a:lstStyle/>
          <a:p>
            <a:pPr algn="ctr" indent="0" marL="0">
              <a:buNone/>
            </a:pPr>
            <a:r>
              <a:rPr lang="en-US" sz="1700" b="1" dirty="0">
                <a:solidFill>
                  <a:srgbClr val="D9973A"/>
                </a:solidFill>
                <a:latin typeface="Calibri" pitchFamily="34" charset="0"/>
                <a:ea typeface="Calibri" pitchFamily="34" charset="-122"/>
                <a:cs typeface="Calibri" pitchFamily="34" charset="-120"/>
              </a:rPr>
              <a:t>In a small business, </a:t>
            </a:r>
            <a:pPr algn="ctr" indent="0" marL="0">
              <a:buNone/>
            </a:pPr>
            <a:r>
              <a:rPr lang="en-US" sz="1700" dirty="0">
                <a:solidFill>
                  <a:srgbClr val="1B2A4A"/>
                </a:solidFill>
                <a:latin typeface="Calibri" pitchFamily="34" charset="0"/>
                <a:ea typeface="Calibri" pitchFamily="34" charset="-122"/>
                <a:cs typeface="Calibri" pitchFamily="34" charset="-120"/>
              </a:rPr>
              <a:t>the director leads all four functions directly, every day.</a:t>
            </a:r>
            <a:endParaRPr lang="en-US" sz="1700" dirty="0"/>
          </a:p>
        </p:txBody>
      </p:sp>
      <p:sp>
        <p:nvSpPr>
          <p:cNvPr id="25" name="Text 19"/>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26" name="Text 20"/>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10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450" fill="hold"/>
                                        <p:tgtEl>
                                          <p:spTgt spid="5"/>
                                        </p:tgtEl>
                                        <p:attrNameLst>
                                          <p:attrName>ppt_w</p:attrName>
                                        </p:attrNameLst>
                                      </p:cBhvr>
                                      <p:tavLst>
                                        <p:tav tm="0">
                                          <p:val>
                                            <p:fltVal val="0"/>
                                          </p:val>
                                        </p:tav>
                                        <p:tav tm="100000">
                                          <p:val>
                                            <p:strVal val="#ppt_w"/>
                                          </p:val>
                                        </p:tav>
                                      </p:tavLst>
                                    </p:anim>
                                    <p:anim calcmode="lin" valueType="num">
                                      <p:cBhvr>
                                        <p:cTn id="13" dur="450" fill="hold"/>
                                        <p:tgtEl>
                                          <p:spTgt spid="5"/>
                                        </p:tgtEl>
                                        <p:attrNameLst>
                                          <p:attrName>ppt_h</p:attrName>
                                        </p:attrNameLst>
                                      </p:cBhvr>
                                      <p:tavLst>
                                        <p:tav tm="0">
                                          <p:val>
                                            <p:fltVal val="0"/>
                                          </p:val>
                                        </p:tav>
                                        <p:tav tm="100000">
                                          <p:val>
                                            <p:strVal val="#ppt_h"/>
                                          </p:val>
                                        </p:tav>
                                      </p:tavLst>
                                    </p:anim>
                                    <p:animEffect transition="in" filter="fade">
                                      <p:cBhvr>
                                        <p:cTn id="14" dur="450"/>
                                        <p:tgtEl>
                                          <p:spTgt spid="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450" fill="hold"/>
                                        <p:tgtEl>
                                          <p:spTgt spid="6"/>
                                        </p:tgtEl>
                                        <p:attrNameLst>
                                          <p:attrName>ppt_w</p:attrName>
                                        </p:attrNameLst>
                                      </p:cBhvr>
                                      <p:tavLst>
                                        <p:tav tm="0">
                                          <p:val>
                                            <p:fltVal val="0"/>
                                          </p:val>
                                        </p:tav>
                                        <p:tav tm="100000">
                                          <p:val>
                                            <p:strVal val="#ppt_w"/>
                                          </p:val>
                                        </p:tav>
                                      </p:tavLst>
                                    </p:anim>
                                    <p:anim calcmode="lin" valueType="num">
                                      <p:cBhvr>
                                        <p:cTn id="18" dur="450" fill="hold"/>
                                        <p:tgtEl>
                                          <p:spTgt spid="6"/>
                                        </p:tgtEl>
                                        <p:attrNameLst>
                                          <p:attrName>ppt_h</p:attrName>
                                        </p:attrNameLst>
                                      </p:cBhvr>
                                      <p:tavLst>
                                        <p:tav tm="0">
                                          <p:val>
                                            <p:fltVal val="0"/>
                                          </p:val>
                                        </p:tav>
                                        <p:tav tm="100000">
                                          <p:val>
                                            <p:strVal val="#ppt_h"/>
                                          </p:val>
                                        </p:tav>
                                      </p:tavLst>
                                    </p:anim>
                                    <p:animEffect transition="in" filter="fade">
                                      <p:cBhvr>
                                        <p:cTn id="19" dur="450"/>
                                        <p:tgtEl>
                                          <p:spTgt spid="6"/>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fltVal val="0"/>
                                          </p:val>
                                        </p:tav>
                                        <p:tav tm="100000">
                                          <p:val>
                                            <p:strVal val="#ppt_w"/>
                                          </p:val>
                                        </p:tav>
                                      </p:tavLst>
                                    </p:anim>
                                    <p:anim calcmode="lin" valueType="num">
                                      <p:cBhvr>
                                        <p:cTn id="23" dur="450" fill="hold"/>
                                        <p:tgtEl>
                                          <p:spTgt spid="7"/>
                                        </p:tgtEl>
                                        <p:attrNameLst>
                                          <p:attrName>ppt_h</p:attrName>
                                        </p:attrNameLst>
                                      </p:cBhvr>
                                      <p:tavLst>
                                        <p:tav tm="0">
                                          <p:val>
                                            <p:fltVal val="0"/>
                                          </p:val>
                                        </p:tav>
                                        <p:tav tm="100000">
                                          <p:val>
                                            <p:strVal val="#ppt_h"/>
                                          </p:val>
                                        </p:tav>
                                      </p:tavLst>
                                    </p:anim>
                                    <p:animEffect transition="in" filter="fade">
                                      <p:cBhvr>
                                        <p:cTn id="24" dur="450"/>
                                        <p:tgtEl>
                                          <p:spTgt spid="7"/>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p:cTn id="27" dur="450" fill="hold"/>
                                        <p:tgtEl>
                                          <p:spTgt spid="8"/>
                                        </p:tgtEl>
                                        <p:attrNameLst>
                                          <p:attrName>ppt_w</p:attrName>
                                        </p:attrNameLst>
                                      </p:cBhvr>
                                      <p:tavLst>
                                        <p:tav tm="0">
                                          <p:val>
                                            <p:fltVal val="0"/>
                                          </p:val>
                                        </p:tav>
                                        <p:tav tm="100000">
                                          <p:val>
                                            <p:strVal val="#ppt_w"/>
                                          </p:val>
                                        </p:tav>
                                      </p:tavLst>
                                    </p:anim>
                                    <p:anim calcmode="lin" valueType="num">
                                      <p:cBhvr>
                                        <p:cTn id="28" dur="450" fill="hold"/>
                                        <p:tgtEl>
                                          <p:spTgt spid="8"/>
                                        </p:tgtEl>
                                        <p:attrNameLst>
                                          <p:attrName>ppt_h</p:attrName>
                                        </p:attrNameLst>
                                      </p:cBhvr>
                                      <p:tavLst>
                                        <p:tav tm="0">
                                          <p:val>
                                            <p:fltVal val="0"/>
                                          </p:val>
                                        </p:tav>
                                        <p:tav tm="100000">
                                          <p:val>
                                            <p:strVal val="#ppt_h"/>
                                          </p:val>
                                        </p:tav>
                                      </p:tavLst>
                                    </p:anim>
                                    <p:animEffect transition="in" filter="fade">
                                      <p:cBhvr>
                                        <p:cTn id="29" dur="450"/>
                                        <p:tgtEl>
                                          <p:spTgt spid="8"/>
                                        </p:tgtEl>
                                      </p:cBhvr>
                                    </p:animEffect>
                                  </p:childTnLst>
                                </p:cTn>
                              </p:par>
                              <p:par>
                                <p:cTn id="30" presetID="53" presetClass="entr" presetSubtype="16" fill="hold" grpId="0" nodeType="withEffect">
                                  <p:stCondLst>
                                    <p:cond delay="315"/>
                                  </p:stCondLst>
                                  <p:childTnLst>
                                    <p:set>
                                      <p:cBhvr>
                                        <p:cTn id="31" dur="1" fill="hold">
                                          <p:stCondLst>
                                            <p:cond delay="0"/>
                                          </p:stCondLst>
                                        </p:cTn>
                                        <p:tgtEl>
                                          <p:spTgt spid="9"/>
                                        </p:tgtEl>
                                        <p:attrNameLst>
                                          <p:attrName>style.visibility</p:attrName>
                                        </p:attrNameLst>
                                      </p:cBhvr>
                                      <p:to>
                                        <p:strVal val="visible"/>
                                      </p:to>
                                    </p:set>
                                    <p:anim calcmode="lin" valueType="num">
                                      <p:cBhvr>
                                        <p:cTn id="32" dur="450" fill="hold"/>
                                        <p:tgtEl>
                                          <p:spTgt spid="9"/>
                                        </p:tgtEl>
                                        <p:attrNameLst>
                                          <p:attrName>ppt_w</p:attrName>
                                        </p:attrNameLst>
                                      </p:cBhvr>
                                      <p:tavLst>
                                        <p:tav tm="0">
                                          <p:val>
                                            <p:fltVal val="0"/>
                                          </p:val>
                                        </p:tav>
                                        <p:tav tm="100000">
                                          <p:val>
                                            <p:strVal val="#ppt_w"/>
                                          </p:val>
                                        </p:tav>
                                      </p:tavLst>
                                    </p:anim>
                                    <p:anim calcmode="lin" valueType="num">
                                      <p:cBhvr>
                                        <p:cTn id="33" dur="450" fill="hold"/>
                                        <p:tgtEl>
                                          <p:spTgt spid="9"/>
                                        </p:tgtEl>
                                        <p:attrNameLst>
                                          <p:attrName>ppt_h</p:attrName>
                                        </p:attrNameLst>
                                      </p:cBhvr>
                                      <p:tavLst>
                                        <p:tav tm="0">
                                          <p:val>
                                            <p:fltVal val="0"/>
                                          </p:val>
                                        </p:tav>
                                        <p:tav tm="100000">
                                          <p:val>
                                            <p:strVal val="#ppt_h"/>
                                          </p:val>
                                        </p:tav>
                                      </p:tavLst>
                                    </p:anim>
                                    <p:animEffect transition="in" filter="fade">
                                      <p:cBhvr>
                                        <p:cTn id="34" dur="450"/>
                                        <p:tgtEl>
                                          <p:spTgt spid="9"/>
                                        </p:tgtEl>
                                      </p:cBhvr>
                                    </p:animEffect>
                                  </p:childTnLst>
                                </p:cTn>
                              </p:par>
                              <p:par>
                                <p:cTn id="35" presetID="53" presetClass="entr" presetSubtype="16" fill="hold" grpId="0" nodeType="withEffect">
                                  <p:stCondLst>
                                    <p:cond delay="315"/>
                                  </p:stCondLst>
                                  <p:childTnLst>
                                    <p:set>
                                      <p:cBhvr>
                                        <p:cTn id="36" dur="1" fill="hold">
                                          <p:stCondLst>
                                            <p:cond delay="0"/>
                                          </p:stCondLst>
                                        </p:cTn>
                                        <p:tgtEl>
                                          <p:spTgt spid="10"/>
                                        </p:tgtEl>
                                        <p:attrNameLst>
                                          <p:attrName>style.visibility</p:attrName>
                                        </p:attrNameLst>
                                      </p:cBhvr>
                                      <p:to>
                                        <p:strVal val="visible"/>
                                      </p:to>
                                    </p:set>
                                    <p:anim calcmode="lin" valueType="num">
                                      <p:cBhvr>
                                        <p:cTn id="37" dur="450" fill="hold"/>
                                        <p:tgtEl>
                                          <p:spTgt spid="10"/>
                                        </p:tgtEl>
                                        <p:attrNameLst>
                                          <p:attrName>ppt_w</p:attrName>
                                        </p:attrNameLst>
                                      </p:cBhvr>
                                      <p:tavLst>
                                        <p:tav tm="0">
                                          <p:val>
                                            <p:fltVal val="0"/>
                                          </p:val>
                                        </p:tav>
                                        <p:tav tm="100000">
                                          <p:val>
                                            <p:strVal val="#ppt_w"/>
                                          </p:val>
                                        </p:tav>
                                      </p:tavLst>
                                    </p:anim>
                                    <p:anim calcmode="lin" valueType="num">
                                      <p:cBhvr>
                                        <p:cTn id="38" dur="450" fill="hold"/>
                                        <p:tgtEl>
                                          <p:spTgt spid="10"/>
                                        </p:tgtEl>
                                        <p:attrNameLst>
                                          <p:attrName>ppt_h</p:attrName>
                                        </p:attrNameLst>
                                      </p:cBhvr>
                                      <p:tavLst>
                                        <p:tav tm="0">
                                          <p:val>
                                            <p:fltVal val="0"/>
                                          </p:val>
                                        </p:tav>
                                        <p:tav tm="100000">
                                          <p:val>
                                            <p:strVal val="#ppt_h"/>
                                          </p:val>
                                        </p:tav>
                                      </p:tavLst>
                                    </p:anim>
                                    <p:animEffect transition="in" filter="fade">
                                      <p:cBhvr>
                                        <p:cTn id="39" dur="450"/>
                                        <p:tgtEl>
                                          <p:spTgt spid="10"/>
                                        </p:tgtEl>
                                      </p:cBhvr>
                                    </p:animEffect>
                                  </p:childTnLst>
                                </p:cTn>
                              </p:par>
                              <p:par>
                                <p:cTn id="40" presetID="53" presetClass="entr" presetSubtype="16" fill="hold" grpId="0" nodeType="withEffect">
                                  <p:stCondLst>
                                    <p:cond delay="315"/>
                                  </p:stCondLst>
                                  <p:childTnLst>
                                    <p:set>
                                      <p:cBhvr>
                                        <p:cTn id="41" dur="1" fill="hold">
                                          <p:stCondLst>
                                            <p:cond delay="0"/>
                                          </p:stCondLst>
                                        </p:cTn>
                                        <p:tgtEl>
                                          <p:spTgt spid="11"/>
                                        </p:tgtEl>
                                        <p:attrNameLst>
                                          <p:attrName>style.visibility</p:attrName>
                                        </p:attrNameLst>
                                      </p:cBhvr>
                                      <p:to>
                                        <p:strVal val="visible"/>
                                      </p:to>
                                    </p:set>
                                    <p:anim calcmode="lin" valueType="num">
                                      <p:cBhvr>
                                        <p:cTn id="42" dur="450" fill="hold"/>
                                        <p:tgtEl>
                                          <p:spTgt spid="11"/>
                                        </p:tgtEl>
                                        <p:attrNameLst>
                                          <p:attrName>ppt_w</p:attrName>
                                        </p:attrNameLst>
                                      </p:cBhvr>
                                      <p:tavLst>
                                        <p:tav tm="0">
                                          <p:val>
                                            <p:fltVal val="0"/>
                                          </p:val>
                                        </p:tav>
                                        <p:tav tm="100000">
                                          <p:val>
                                            <p:strVal val="#ppt_w"/>
                                          </p:val>
                                        </p:tav>
                                      </p:tavLst>
                                    </p:anim>
                                    <p:anim calcmode="lin" valueType="num">
                                      <p:cBhvr>
                                        <p:cTn id="43" dur="450" fill="hold"/>
                                        <p:tgtEl>
                                          <p:spTgt spid="11"/>
                                        </p:tgtEl>
                                        <p:attrNameLst>
                                          <p:attrName>ppt_h</p:attrName>
                                        </p:attrNameLst>
                                      </p:cBhvr>
                                      <p:tavLst>
                                        <p:tav tm="0">
                                          <p:val>
                                            <p:fltVal val="0"/>
                                          </p:val>
                                        </p:tav>
                                        <p:tav tm="100000">
                                          <p:val>
                                            <p:strVal val="#ppt_h"/>
                                          </p:val>
                                        </p:tav>
                                      </p:tavLst>
                                    </p:anim>
                                    <p:animEffect transition="in" filter="fade">
                                      <p:cBhvr>
                                        <p:cTn id="44" dur="450"/>
                                        <p:tgtEl>
                                          <p:spTgt spid="11"/>
                                        </p:tgtEl>
                                      </p:cBhvr>
                                    </p:animEffect>
                                  </p:childTnLst>
                                </p:cTn>
                              </p:par>
                              <p:par>
                                <p:cTn id="45" presetID="53" presetClass="entr" presetSubtype="16" fill="hold" grpId="0" nodeType="withEffect">
                                  <p:stCondLst>
                                    <p:cond delay="315"/>
                                  </p:stCondLst>
                                  <p:childTnLst>
                                    <p:set>
                                      <p:cBhvr>
                                        <p:cTn id="46" dur="1" fill="hold">
                                          <p:stCondLst>
                                            <p:cond delay="0"/>
                                          </p:stCondLst>
                                        </p:cTn>
                                        <p:tgtEl>
                                          <p:spTgt spid="12"/>
                                        </p:tgtEl>
                                        <p:attrNameLst>
                                          <p:attrName>style.visibility</p:attrName>
                                        </p:attrNameLst>
                                      </p:cBhvr>
                                      <p:to>
                                        <p:strVal val="visible"/>
                                      </p:to>
                                    </p:set>
                                    <p:anim calcmode="lin" valueType="num">
                                      <p:cBhvr>
                                        <p:cTn id="47" dur="450" fill="hold"/>
                                        <p:tgtEl>
                                          <p:spTgt spid="12"/>
                                        </p:tgtEl>
                                        <p:attrNameLst>
                                          <p:attrName>ppt_w</p:attrName>
                                        </p:attrNameLst>
                                      </p:cBhvr>
                                      <p:tavLst>
                                        <p:tav tm="0">
                                          <p:val>
                                            <p:fltVal val="0"/>
                                          </p:val>
                                        </p:tav>
                                        <p:tav tm="100000">
                                          <p:val>
                                            <p:strVal val="#ppt_w"/>
                                          </p:val>
                                        </p:tav>
                                      </p:tavLst>
                                    </p:anim>
                                    <p:anim calcmode="lin" valueType="num">
                                      <p:cBhvr>
                                        <p:cTn id="48" dur="450" fill="hold"/>
                                        <p:tgtEl>
                                          <p:spTgt spid="12"/>
                                        </p:tgtEl>
                                        <p:attrNameLst>
                                          <p:attrName>ppt_h</p:attrName>
                                        </p:attrNameLst>
                                      </p:cBhvr>
                                      <p:tavLst>
                                        <p:tav tm="0">
                                          <p:val>
                                            <p:fltVal val="0"/>
                                          </p:val>
                                        </p:tav>
                                        <p:tav tm="100000">
                                          <p:val>
                                            <p:strVal val="#ppt_h"/>
                                          </p:val>
                                        </p:tav>
                                      </p:tavLst>
                                    </p:anim>
                                    <p:animEffect transition="in" filter="fade">
                                      <p:cBhvr>
                                        <p:cTn id="49" dur="450"/>
                                        <p:tgtEl>
                                          <p:spTgt spid="12"/>
                                        </p:tgtEl>
                                      </p:cBhvr>
                                    </p:animEffect>
                                  </p:childTnLst>
                                </p:cTn>
                              </p:par>
                              <p:par>
                                <p:cTn id="50" presetID="53" presetClass="entr" presetSubtype="16" fill="hold" grpId="0" nodeType="withEffect">
                                  <p:stCondLst>
                                    <p:cond delay="315"/>
                                  </p:stCondLst>
                                  <p:childTnLst>
                                    <p:set>
                                      <p:cBhvr>
                                        <p:cTn id="51" dur="1" fill="hold">
                                          <p:stCondLst>
                                            <p:cond delay="0"/>
                                          </p:stCondLst>
                                        </p:cTn>
                                        <p:tgtEl>
                                          <p:spTgt spid="13"/>
                                        </p:tgtEl>
                                        <p:attrNameLst>
                                          <p:attrName>style.visibility</p:attrName>
                                        </p:attrNameLst>
                                      </p:cBhvr>
                                      <p:to>
                                        <p:strVal val="visible"/>
                                      </p:to>
                                    </p:set>
                                    <p:anim calcmode="lin" valueType="num">
                                      <p:cBhvr>
                                        <p:cTn id="52" dur="450" fill="hold"/>
                                        <p:tgtEl>
                                          <p:spTgt spid="13"/>
                                        </p:tgtEl>
                                        <p:attrNameLst>
                                          <p:attrName>ppt_w</p:attrName>
                                        </p:attrNameLst>
                                      </p:cBhvr>
                                      <p:tavLst>
                                        <p:tav tm="0">
                                          <p:val>
                                            <p:fltVal val="0"/>
                                          </p:val>
                                        </p:tav>
                                        <p:tav tm="100000">
                                          <p:val>
                                            <p:strVal val="#ppt_w"/>
                                          </p:val>
                                        </p:tav>
                                      </p:tavLst>
                                    </p:anim>
                                    <p:anim calcmode="lin" valueType="num">
                                      <p:cBhvr>
                                        <p:cTn id="53" dur="450" fill="hold"/>
                                        <p:tgtEl>
                                          <p:spTgt spid="13"/>
                                        </p:tgtEl>
                                        <p:attrNameLst>
                                          <p:attrName>ppt_h</p:attrName>
                                        </p:attrNameLst>
                                      </p:cBhvr>
                                      <p:tavLst>
                                        <p:tav tm="0">
                                          <p:val>
                                            <p:fltVal val="0"/>
                                          </p:val>
                                        </p:tav>
                                        <p:tav tm="100000">
                                          <p:val>
                                            <p:strVal val="#ppt_h"/>
                                          </p:val>
                                        </p:tav>
                                      </p:tavLst>
                                    </p:anim>
                                    <p:animEffect transition="in" filter="fade">
                                      <p:cBhvr>
                                        <p:cTn id="54" dur="450"/>
                                        <p:tgtEl>
                                          <p:spTgt spid="13"/>
                                        </p:tgtEl>
                                      </p:cBhvr>
                                    </p:animEffect>
                                  </p:childTnLst>
                                </p:cTn>
                              </p:par>
                              <p:par>
                                <p:cTn id="55" presetID="53" presetClass="entr" presetSubtype="16" fill="hold" grpId="0" nodeType="withEffect">
                                  <p:stCondLst>
                                    <p:cond delay="630"/>
                                  </p:stCondLst>
                                  <p:childTnLst>
                                    <p:set>
                                      <p:cBhvr>
                                        <p:cTn id="56" dur="1" fill="hold">
                                          <p:stCondLst>
                                            <p:cond delay="0"/>
                                          </p:stCondLst>
                                        </p:cTn>
                                        <p:tgtEl>
                                          <p:spTgt spid="14"/>
                                        </p:tgtEl>
                                        <p:attrNameLst>
                                          <p:attrName>style.visibility</p:attrName>
                                        </p:attrNameLst>
                                      </p:cBhvr>
                                      <p:to>
                                        <p:strVal val="visible"/>
                                      </p:to>
                                    </p:set>
                                    <p:anim calcmode="lin" valueType="num">
                                      <p:cBhvr>
                                        <p:cTn id="57" dur="450" fill="hold"/>
                                        <p:tgtEl>
                                          <p:spTgt spid="14"/>
                                        </p:tgtEl>
                                        <p:attrNameLst>
                                          <p:attrName>ppt_w</p:attrName>
                                        </p:attrNameLst>
                                      </p:cBhvr>
                                      <p:tavLst>
                                        <p:tav tm="0">
                                          <p:val>
                                            <p:fltVal val="0"/>
                                          </p:val>
                                        </p:tav>
                                        <p:tav tm="100000">
                                          <p:val>
                                            <p:strVal val="#ppt_w"/>
                                          </p:val>
                                        </p:tav>
                                      </p:tavLst>
                                    </p:anim>
                                    <p:anim calcmode="lin" valueType="num">
                                      <p:cBhvr>
                                        <p:cTn id="58" dur="450" fill="hold"/>
                                        <p:tgtEl>
                                          <p:spTgt spid="14"/>
                                        </p:tgtEl>
                                        <p:attrNameLst>
                                          <p:attrName>ppt_h</p:attrName>
                                        </p:attrNameLst>
                                      </p:cBhvr>
                                      <p:tavLst>
                                        <p:tav tm="0">
                                          <p:val>
                                            <p:fltVal val="0"/>
                                          </p:val>
                                        </p:tav>
                                        <p:tav tm="100000">
                                          <p:val>
                                            <p:strVal val="#ppt_h"/>
                                          </p:val>
                                        </p:tav>
                                      </p:tavLst>
                                    </p:anim>
                                    <p:animEffect transition="in" filter="fade">
                                      <p:cBhvr>
                                        <p:cTn id="59" dur="450"/>
                                        <p:tgtEl>
                                          <p:spTgt spid="14"/>
                                        </p:tgtEl>
                                      </p:cBhvr>
                                    </p:animEffect>
                                  </p:childTnLst>
                                </p:cTn>
                              </p:par>
                              <p:par>
                                <p:cTn id="60" presetID="53" presetClass="entr" presetSubtype="16" fill="hold" grpId="0" nodeType="withEffect">
                                  <p:stCondLst>
                                    <p:cond delay="630"/>
                                  </p:stCondLst>
                                  <p:childTnLst>
                                    <p:set>
                                      <p:cBhvr>
                                        <p:cTn id="61" dur="1" fill="hold">
                                          <p:stCondLst>
                                            <p:cond delay="0"/>
                                          </p:stCondLst>
                                        </p:cTn>
                                        <p:tgtEl>
                                          <p:spTgt spid="15"/>
                                        </p:tgtEl>
                                        <p:attrNameLst>
                                          <p:attrName>style.visibility</p:attrName>
                                        </p:attrNameLst>
                                      </p:cBhvr>
                                      <p:to>
                                        <p:strVal val="visible"/>
                                      </p:to>
                                    </p:set>
                                    <p:anim calcmode="lin" valueType="num">
                                      <p:cBhvr>
                                        <p:cTn id="62" dur="450" fill="hold"/>
                                        <p:tgtEl>
                                          <p:spTgt spid="15"/>
                                        </p:tgtEl>
                                        <p:attrNameLst>
                                          <p:attrName>ppt_w</p:attrName>
                                        </p:attrNameLst>
                                      </p:cBhvr>
                                      <p:tavLst>
                                        <p:tav tm="0">
                                          <p:val>
                                            <p:fltVal val="0"/>
                                          </p:val>
                                        </p:tav>
                                        <p:tav tm="100000">
                                          <p:val>
                                            <p:strVal val="#ppt_w"/>
                                          </p:val>
                                        </p:tav>
                                      </p:tavLst>
                                    </p:anim>
                                    <p:anim calcmode="lin" valueType="num">
                                      <p:cBhvr>
                                        <p:cTn id="63" dur="450" fill="hold"/>
                                        <p:tgtEl>
                                          <p:spTgt spid="15"/>
                                        </p:tgtEl>
                                        <p:attrNameLst>
                                          <p:attrName>ppt_h</p:attrName>
                                        </p:attrNameLst>
                                      </p:cBhvr>
                                      <p:tavLst>
                                        <p:tav tm="0">
                                          <p:val>
                                            <p:fltVal val="0"/>
                                          </p:val>
                                        </p:tav>
                                        <p:tav tm="100000">
                                          <p:val>
                                            <p:strVal val="#ppt_h"/>
                                          </p:val>
                                        </p:tav>
                                      </p:tavLst>
                                    </p:anim>
                                    <p:animEffect transition="in" filter="fade">
                                      <p:cBhvr>
                                        <p:cTn id="64" dur="450"/>
                                        <p:tgtEl>
                                          <p:spTgt spid="15"/>
                                        </p:tgtEl>
                                      </p:cBhvr>
                                    </p:animEffect>
                                  </p:childTnLst>
                                </p:cTn>
                              </p:par>
                              <p:par>
                                <p:cTn id="65" presetID="53" presetClass="entr" presetSubtype="16" fill="hold" grpId="0" nodeType="withEffect">
                                  <p:stCondLst>
                                    <p:cond delay="630"/>
                                  </p:stCondLst>
                                  <p:childTnLst>
                                    <p:set>
                                      <p:cBhvr>
                                        <p:cTn id="66" dur="1" fill="hold">
                                          <p:stCondLst>
                                            <p:cond delay="0"/>
                                          </p:stCondLst>
                                        </p:cTn>
                                        <p:tgtEl>
                                          <p:spTgt spid="16"/>
                                        </p:tgtEl>
                                        <p:attrNameLst>
                                          <p:attrName>style.visibility</p:attrName>
                                        </p:attrNameLst>
                                      </p:cBhvr>
                                      <p:to>
                                        <p:strVal val="visible"/>
                                      </p:to>
                                    </p:set>
                                    <p:anim calcmode="lin" valueType="num">
                                      <p:cBhvr>
                                        <p:cTn id="67" dur="450" fill="hold"/>
                                        <p:tgtEl>
                                          <p:spTgt spid="16"/>
                                        </p:tgtEl>
                                        <p:attrNameLst>
                                          <p:attrName>ppt_w</p:attrName>
                                        </p:attrNameLst>
                                      </p:cBhvr>
                                      <p:tavLst>
                                        <p:tav tm="0">
                                          <p:val>
                                            <p:fltVal val="0"/>
                                          </p:val>
                                        </p:tav>
                                        <p:tav tm="100000">
                                          <p:val>
                                            <p:strVal val="#ppt_w"/>
                                          </p:val>
                                        </p:tav>
                                      </p:tavLst>
                                    </p:anim>
                                    <p:anim calcmode="lin" valueType="num">
                                      <p:cBhvr>
                                        <p:cTn id="68" dur="450" fill="hold"/>
                                        <p:tgtEl>
                                          <p:spTgt spid="16"/>
                                        </p:tgtEl>
                                        <p:attrNameLst>
                                          <p:attrName>ppt_h</p:attrName>
                                        </p:attrNameLst>
                                      </p:cBhvr>
                                      <p:tavLst>
                                        <p:tav tm="0">
                                          <p:val>
                                            <p:fltVal val="0"/>
                                          </p:val>
                                        </p:tav>
                                        <p:tav tm="100000">
                                          <p:val>
                                            <p:strVal val="#ppt_h"/>
                                          </p:val>
                                        </p:tav>
                                      </p:tavLst>
                                    </p:anim>
                                    <p:animEffect transition="in" filter="fade">
                                      <p:cBhvr>
                                        <p:cTn id="69" dur="450"/>
                                        <p:tgtEl>
                                          <p:spTgt spid="16"/>
                                        </p:tgtEl>
                                      </p:cBhvr>
                                    </p:animEffect>
                                  </p:childTnLst>
                                </p:cTn>
                              </p:par>
                              <p:par>
                                <p:cTn id="70" presetID="53" presetClass="entr" presetSubtype="16" fill="hold" grpId="0" nodeType="withEffect">
                                  <p:stCondLst>
                                    <p:cond delay="630"/>
                                  </p:stCondLst>
                                  <p:childTnLst>
                                    <p:set>
                                      <p:cBhvr>
                                        <p:cTn id="71" dur="1" fill="hold">
                                          <p:stCondLst>
                                            <p:cond delay="0"/>
                                          </p:stCondLst>
                                        </p:cTn>
                                        <p:tgtEl>
                                          <p:spTgt spid="17"/>
                                        </p:tgtEl>
                                        <p:attrNameLst>
                                          <p:attrName>style.visibility</p:attrName>
                                        </p:attrNameLst>
                                      </p:cBhvr>
                                      <p:to>
                                        <p:strVal val="visible"/>
                                      </p:to>
                                    </p:set>
                                    <p:anim calcmode="lin" valueType="num">
                                      <p:cBhvr>
                                        <p:cTn id="72" dur="450" fill="hold"/>
                                        <p:tgtEl>
                                          <p:spTgt spid="17"/>
                                        </p:tgtEl>
                                        <p:attrNameLst>
                                          <p:attrName>ppt_w</p:attrName>
                                        </p:attrNameLst>
                                      </p:cBhvr>
                                      <p:tavLst>
                                        <p:tav tm="0">
                                          <p:val>
                                            <p:fltVal val="0"/>
                                          </p:val>
                                        </p:tav>
                                        <p:tav tm="100000">
                                          <p:val>
                                            <p:strVal val="#ppt_w"/>
                                          </p:val>
                                        </p:tav>
                                      </p:tavLst>
                                    </p:anim>
                                    <p:anim calcmode="lin" valueType="num">
                                      <p:cBhvr>
                                        <p:cTn id="73" dur="450" fill="hold"/>
                                        <p:tgtEl>
                                          <p:spTgt spid="17"/>
                                        </p:tgtEl>
                                        <p:attrNameLst>
                                          <p:attrName>ppt_h</p:attrName>
                                        </p:attrNameLst>
                                      </p:cBhvr>
                                      <p:tavLst>
                                        <p:tav tm="0">
                                          <p:val>
                                            <p:fltVal val="0"/>
                                          </p:val>
                                        </p:tav>
                                        <p:tav tm="100000">
                                          <p:val>
                                            <p:strVal val="#ppt_h"/>
                                          </p:val>
                                        </p:tav>
                                      </p:tavLst>
                                    </p:anim>
                                    <p:animEffect transition="in" filter="fade">
                                      <p:cBhvr>
                                        <p:cTn id="74" dur="450"/>
                                        <p:tgtEl>
                                          <p:spTgt spid="17"/>
                                        </p:tgtEl>
                                      </p:cBhvr>
                                    </p:animEffect>
                                  </p:childTnLst>
                                </p:cTn>
                              </p:par>
                              <p:par>
                                <p:cTn id="75" presetID="53" presetClass="entr" presetSubtype="16" fill="hold" grpId="0" nodeType="withEffect">
                                  <p:stCondLst>
                                    <p:cond delay="630"/>
                                  </p:stCondLst>
                                  <p:childTnLst>
                                    <p:set>
                                      <p:cBhvr>
                                        <p:cTn id="76" dur="1" fill="hold">
                                          <p:stCondLst>
                                            <p:cond delay="0"/>
                                          </p:stCondLst>
                                        </p:cTn>
                                        <p:tgtEl>
                                          <p:spTgt spid="18"/>
                                        </p:tgtEl>
                                        <p:attrNameLst>
                                          <p:attrName>style.visibility</p:attrName>
                                        </p:attrNameLst>
                                      </p:cBhvr>
                                      <p:to>
                                        <p:strVal val="visible"/>
                                      </p:to>
                                    </p:set>
                                    <p:anim calcmode="lin" valueType="num">
                                      <p:cBhvr>
                                        <p:cTn id="77" dur="450" fill="hold"/>
                                        <p:tgtEl>
                                          <p:spTgt spid="18"/>
                                        </p:tgtEl>
                                        <p:attrNameLst>
                                          <p:attrName>ppt_w</p:attrName>
                                        </p:attrNameLst>
                                      </p:cBhvr>
                                      <p:tavLst>
                                        <p:tav tm="0">
                                          <p:val>
                                            <p:fltVal val="0"/>
                                          </p:val>
                                        </p:tav>
                                        <p:tav tm="100000">
                                          <p:val>
                                            <p:strVal val="#ppt_w"/>
                                          </p:val>
                                        </p:tav>
                                      </p:tavLst>
                                    </p:anim>
                                    <p:anim calcmode="lin" valueType="num">
                                      <p:cBhvr>
                                        <p:cTn id="78" dur="450" fill="hold"/>
                                        <p:tgtEl>
                                          <p:spTgt spid="18"/>
                                        </p:tgtEl>
                                        <p:attrNameLst>
                                          <p:attrName>ppt_h</p:attrName>
                                        </p:attrNameLst>
                                      </p:cBhvr>
                                      <p:tavLst>
                                        <p:tav tm="0">
                                          <p:val>
                                            <p:fltVal val="0"/>
                                          </p:val>
                                        </p:tav>
                                        <p:tav tm="100000">
                                          <p:val>
                                            <p:strVal val="#ppt_h"/>
                                          </p:val>
                                        </p:tav>
                                      </p:tavLst>
                                    </p:anim>
                                    <p:animEffect transition="in" filter="fade">
                                      <p:cBhvr>
                                        <p:cTn id="79" dur="450"/>
                                        <p:tgtEl>
                                          <p:spTgt spid="18"/>
                                        </p:tgtEl>
                                      </p:cBhvr>
                                    </p:animEffect>
                                  </p:childTnLst>
                                </p:cTn>
                              </p:par>
                              <p:par>
                                <p:cTn id="80" presetID="53" presetClass="entr" presetSubtype="16" fill="hold" grpId="0" nodeType="withEffect">
                                  <p:stCondLst>
                                    <p:cond delay="945"/>
                                  </p:stCondLst>
                                  <p:childTnLst>
                                    <p:set>
                                      <p:cBhvr>
                                        <p:cTn id="81" dur="1" fill="hold">
                                          <p:stCondLst>
                                            <p:cond delay="0"/>
                                          </p:stCondLst>
                                        </p:cTn>
                                        <p:tgtEl>
                                          <p:spTgt spid="19"/>
                                        </p:tgtEl>
                                        <p:attrNameLst>
                                          <p:attrName>style.visibility</p:attrName>
                                        </p:attrNameLst>
                                      </p:cBhvr>
                                      <p:to>
                                        <p:strVal val="visible"/>
                                      </p:to>
                                    </p:set>
                                    <p:anim calcmode="lin" valueType="num">
                                      <p:cBhvr>
                                        <p:cTn id="82" dur="450" fill="hold"/>
                                        <p:tgtEl>
                                          <p:spTgt spid="19"/>
                                        </p:tgtEl>
                                        <p:attrNameLst>
                                          <p:attrName>ppt_w</p:attrName>
                                        </p:attrNameLst>
                                      </p:cBhvr>
                                      <p:tavLst>
                                        <p:tav tm="0">
                                          <p:val>
                                            <p:fltVal val="0"/>
                                          </p:val>
                                        </p:tav>
                                        <p:tav tm="100000">
                                          <p:val>
                                            <p:strVal val="#ppt_w"/>
                                          </p:val>
                                        </p:tav>
                                      </p:tavLst>
                                    </p:anim>
                                    <p:anim calcmode="lin" valueType="num">
                                      <p:cBhvr>
                                        <p:cTn id="83" dur="450" fill="hold"/>
                                        <p:tgtEl>
                                          <p:spTgt spid="19"/>
                                        </p:tgtEl>
                                        <p:attrNameLst>
                                          <p:attrName>ppt_h</p:attrName>
                                        </p:attrNameLst>
                                      </p:cBhvr>
                                      <p:tavLst>
                                        <p:tav tm="0">
                                          <p:val>
                                            <p:fltVal val="0"/>
                                          </p:val>
                                        </p:tav>
                                        <p:tav tm="100000">
                                          <p:val>
                                            <p:strVal val="#ppt_h"/>
                                          </p:val>
                                        </p:tav>
                                      </p:tavLst>
                                    </p:anim>
                                    <p:animEffect transition="in" filter="fade">
                                      <p:cBhvr>
                                        <p:cTn id="84" dur="450"/>
                                        <p:tgtEl>
                                          <p:spTgt spid="19"/>
                                        </p:tgtEl>
                                      </p:cBhvr>
                                    </p:animEffect>
                                  </p:childTnLst>
                                </p:cTn>
                              </p:par>
                              <p:par>
                                <p:cTn id="85" presetID="53" presetClass="entr" presetSubtype="16" fill="hold" grpId="0" nodeType="withEffect">
                                  <p:stCondLst>
                                    <p:cond delay="945"/>
                                  </p:stCondLst>
                                  <p:childTnLst>
                                    <p:set>
                                      <p:cBhvr>
                                        <p:cTn id="86" dur="1" fill="hold">
                                          <p:stCondLst>
                                            <p:cond delay="0"/>
                                          </p:stCondLst>
                                        </p:cTn>
                                        <p:tgtEl>
                                          <p:spTgt spid="20"/>
                                        </p:tgtEl>
                                        <p:attrNameLst>
                                          <p:attrName>style.visibility</p:attrName>
                                        </p:attrNameLst>
                                      </p:cBhvr>
                                      <p:to>
                                        <p:strVal val="visible"/>
                                      </p:to>
                                    </p:set>
                                    <p:anim calcmode="lin" valueType="num">
                                      <p:cBhvr>
                                        <p:cTn id="87" dur="450" fill="hold"/>
                                        <p:tgtEl>
                                          <p:spTgt spid="20"/>
                                        </p:tgtEl>
                                        <p:attrNameLst>
                                          <p:attrName>ppt_w</p:attrName>
                                        </p:attrNameLst>
                                      </p:cBhvr>
                                      <p:tavLst>
                                        <p:tav tm="0">
                                          <p:val>
                                            <p:fltVal val="0"/>
                                          </p:val>
                                        </p:tav>
                                        <p:tav tm="100000">
                                          <p:val>
                                            <p:strVal val="#ppt_w"/>
                                          </p:val>
                                        </p:tav>
                                      </p:tavLst>
                                    </p:anim>
                                    <p:anim calcmode="lin" valueType="num">
                                      <p:cBhvr>
                                        <p:cTn id="88" dur="450" fill="hold"/>
                                        <p:tgtEl>
                                          <p:spTgt spid="20"/>
                                        </p:tgtEl>
                                        <p:attrNameLst>
                                          <p:attrName>ppt_h</p:attrName>
                                        </p:attrNameLst>
                                      </p:cBhvr>
                                      <p:tavLst>
                                        <p:tav tm="0">
                                          <p:val>
                                            <p:fltVal val="0"/>
                                          </p:val>
                                        </p:tav>
                                        <p:tav tm="100000">
                                          <p:val>
                                            <p:strVal val="#ppt_h"/>
                                          </p:val>
                                        </p:tav>
                                      </p:tavLst>
                                    </p:anim>
                                    <p:animEffect transition="in" filter="fade">
                                      <p:cBhvr>
                                        <p:cTn id="89" dur="450"/>
                                        <p:tgtEl>
                                          <p:spTgt spid="20"/>
                                        </p:tgtEl>
                                      </p:cBhvr>
                                    </p:animEffect>
                                  </p:childTnLst>
                                </p:cTn>
                              </p:par>
                              <p:par>
                                <p:cTn id="90" presetID="53" presetClass="entr" presetSubtype="16" fill="hold" grpId="0" nodeType="withEffect">
                                  <p:stCondLst>
                                    <p:cond delay="945"/>
                                  </p:stCondLst>
                                  <p:childTnLst>
                                    <p:set>
                                      <p:cBhvr>
                                        <p:cTn id="91" dur="1" fill="hold">
                                          <p:stCondLst>
                                            <p:cond delay="0"/>
                                          </p:stCondLst>
                                        </p:cTn>
                                        <p:tgtEl>
                                          <p:spTgt spid="21"/>
                                        </p:tgtEl>
                                        <p:attrNameLst>
                                          <p:attrName>style.visibility</p:attrName>
                                        </p:attrNameLst>
                                      </p:cBhvr>
                                      <p:to>
                                        <p:strVal val="visible"/>
                                      </p:to>
                                    </p:set>
                                    <p:anim calcmode="lin" valueType="num">
                                      <p:cBhvr>
                                        <p:cTn id="92" dur="450" fill="hold"/>
                                        <p:tgtEl>
                                          <p:spTgt spid="21"/>
                                        </p:tgtEl>
                                        <p:attrNameLst>
                                          <p:attrName>ppt_w</p:attrName>
                                        </p:attrNameLst>
                                      </p:cBhvr>
                                      <p:tavLst>
                                        <p:tav tm="0">
                                          <p:val>
                                            <p:fltVal val="0"/>
                                          </p:val>
                                        </p:tav>
                                        <p:tav tm="100000">
                                          <p:val>
                                            <p:strVal val="#ppt_w"/>
                                          </p:val>
                                        </p:tav>
                                      </p:tavLst>
                                    </p:anim>
                                    <p:anim calcmode="lin" valueType="num">
                                      <p:cBhvr>
                                        <p:cTn id="93" dur="450" fill="hold"/>
                                        <p:tgtEl>
                                          <p:spTgt spid="21"/>
                                        </p:tgtEl>
                                        <p:attrNameLst>
                                          <p:attrName>ppt_h</p:attrName>
                                        </p:attrNameLst>
                                      </p:cBhvr>
                                      <p:tavLst>
                                        <p:tav tm="0">
                                          <p:val>
                                            <p:fltVal val="0"/>
                                          </p:val>
                                        </p:tav>
                                        <p:tav tm="100000">
                                          <p:val>
                                            <p:strVal val="#ppt_h"/>
                                          </p:val>
                                        </p:tav>
                                      </p:tavLst>
                                    </p:anim>
                                    <p:animEffect transition="in" filter="fade">
                                      <p:cBhvr>
                                        <p:cTn id="94" dur="450"/>
                                        <p:tgtEl>
                                          <p:spTgt spid="21"/>
                                        </p:tgtEl>
                                      </p:cBhvr>
                                    </p:animEffect>
                                  </p:childTnLst>
                                </p:cTn>
                              </p:par>
                              <p:par>
                                <p:cTn id="95" presetID="53" presetClass="entr" presetSubtype="16" fill="hold" grpId="0" nodeType="withEffect">
                                  <p:stCondLst>
                                    <p:cond delay="945"/>
                                  </p:stCondLst>
                                  <p:childTnLst>
                                    <p:set>
                                      <p:cBhvr>
                                        <p:cTn id="96" dur="1" fill="hold">
                                          <p:stCondLst>
                                            <p:cond delay="0"/>
                                          </p:stCondLst>
                                        </p:cTn>
                                        <p:tgtEl>
                                          <p:spTgt spid="22"/>
                                        </p:tgtEl>
                                        <p:attrNameLst>
                                          <p:attrName>style.visibility</p:attrName>
                                        </p:attrNameLst>
                                      </p:cBhvr>
                                      <p:to>
                                        <p:strVal val="visible"/>
                                      </p:to>
                                    </p:set>
                                    <p:anim calcmode="lin" valueType="num">
                                      <p:cBhvr>
                                        <p:cTn id="97" dur="450" fill="hold"/>
                                        <p:tgtEl>
                                          <p:spTgt spid="22"/>
                                        </p:tgtEl>
                                        <p:attrNameLst>
                                          <p:attrName>ppt_w</p:attrName>
                                        </p:attrNameLst>
                                      </p:cBhvr>
                                      <p:tavLst>
                                        <p:tav tm="0">
                                          <p:val>
                                            <p:fltVal val="0"/>
                                          </p:val>
                                        </p:tav>
                                        <p:tav tm="100000">
                                          <p:val>
                                            <p:strVal val="#ppt_w"/>
                                          </p:val>
                                        </p:tav>
                                      </p:tavLst>
                                    </p:anim>
                                    <p:anim calcmode="lin" valueType="num">
                                      <p:cBhvr>
                                        <p:cTn id="98" dur="450" fill="hold"/>
                                        <p:tgtEl>
                                          <p:spTgt spid="22"/>
                                        </p:tgtEl>
                                        <p:attrNameLst>
                                          <p:attrName>ppt_h</p:attrName>
                                        </p:attrNameLst>
                                      </p:cBhvr>
                                      <p:tavLst>
                                        <p:tav tm="0">
                                          <p:val>
                                            <p:fltVal val="0"/>
                                          </p:val>
                                        </p:tav>
                                        <p:tav tm="100000">
                                          <p:val>
                                            <p:strVal val="#ppt_h"/>
                                          </p:val>
                                        </p:tav>
                                      </p:tavLst>
                                    </p:anim>
                                    <p:animEffect transition="in" filter="fade">
                                      <p:cBhvr>
                                        <p:cTn id="99" dur="450"/>
                                        <p:tgtEl>
                                          <p:spTgt spid="22"/>
                                        </p:tgtEl>
                                      </p:cBhvr>
                                    </p:animEffect>
                                  </p:childTnLst>
                                </p:cTn>
                              </p:par>
                              <p:par>
                                <p:cTn id="100" presetID="53" presetClass="entr" presetSubtype="16" fill="hold" grpId="0" nodeType="withEffect">
                                  <p:stCondLst>
                                    <p:cond delay="945"/>
                                  </p:stCondLst>
                                  <p:childTnLst>
                                    <p:set>
                                      <p:cBhvr>
                                        <p:cTn id="101" dur="1" fill="hold">
                                          <p:stCondLst>
                                            <p:cond delay="0"/>
                                          </p:stCondLst>
                                        </p:cTn>
                                        <p:tgtEl>
                                          <p:spTgt spid="23"/>
                                        </p:tgtEl>
                                        <p:attrNameLst>
                                          <p:attrName>style.visibility</p:attrName>
                                        </p:attrNameLst>
                                      </p:cBhvr>
                                      <p:to>
                                        <p:strVal val="visible"/>
                                      </p:to>
                                    </p:set>
                                    <p:anim calcmode="lin" valueType="num">
                                      <p:cBhvr>
                                        <p:cTn id="102" dur="450" fill="hold"/>
                                        <p:tgtEl>
                                          <p:spTgt spid="23"/>
                                        </p:tgtEl>
                                        <p:attrNameLst>
                                          <p:attrName>ppt_w</p:attrName>
                                        </p:attrNameLst>
                                      </p:cBhvr>
                                      <p:tavLst>
                                        <p:tav tm="0">
                                          <p:val>
                                            <p:fltVal val="0"/>
                                          </p:val>
                                        </p:tav>
                                        <p:tav tm="100000">
                                          <p:val>
                                            <p:strVal val="#ppt_w"/>
                                          </p:val>
                                        </p:tav>
                                      </p:tavLst>
                                    </p:anim>
                                    <p:anim calcmode="lin" valueType="num">
                                      <p:cBhvr>
                                        <p:cTn id="103" dur="450" fill="hold"/>
                                        <p:tgtEl>
                                          <p:spTgt spid="23"/>
                                        </p:tgtEl>
                                        <p:attrNameLst>
                                          <p:attrName>ppt_h</p:attrName>
                                        </p:attrNameLst>
                                      </p:cBhvr>
                                      <p:tavLst>
                                        <p:tav tm="0">
                                          <p:val>
                                            <p:fltVal val="0"/>
                                          </p:val>
                                        </p:tav>
                                        <p:tav tm="100000">
                                          <p:val>
                                            <p:strVal val="#ppt_h"/>
                                          </p:val>
                                        </p:tav>
                                      </p:tavLst>
                                    </p:anim>
                                    <p:animEffect transition="in" filter="fade">
                                      <p:cBhvr>
                                        <p:cTn id="104" dur="450"/>
                                        <p:tgtEl>
                                          <p:spTgt spid="23"/>
                                        </p:tgtEl>
                                      </p:cBhvr>
                                    </p:animEffect>
                                  </p:childTnLst>
                                </p:cTn>
                              </p:par>
                              <p:par>
                                <p:cTn id="105" presetID="10" presetClass="entr" presetSubtype="0" fill="hold" grpId="0" nodeType="withEffect">
                                  <p:stCondLst>
                                    <p:cond delay="126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04 · MY TASKS</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What I did at the bakery</a:t>
            </a:r>
            <a:endParaRPr lang="en-US" sz="3400" dirty="0"/>
          </a:p>
        </p:txBody>
      </p:sp>
      <p:sp>
        <p:nvSpPr>
          <p:cNvPr id="4" name="a1-zoom"/>
          <p:cNvSpPr/>
          <p:nvPr/>
        </p:nvSpPr>
        <p:spPr>
          <a:xfrm>
            <a:off x="640080" y="1783080"/>
            <a:ext cx="3456432" cy="1965960"/>
          </a:xfrm>
          <a:prstGeom prst="roundRect">
            <a:avLst>
              <a:gd name="adj" fmla="val 6977"/>
            </a:avLst>
          </a:prstGeom>
          <a:solidFill>
            <a:srgbClr val="F3F5F9"/>
          </a:solidFill>
          <a:ln w="12700">
            <a:solidFill>
              <a:srgbClr val="F3F5F9"/>
            </a:solidFill>
            <a:prstDash val="solid"/>
          </a:ln>
        </p:spPr>
      </p:sp>
      <p:sp>
        <p:nvSpPr>
          <p:cNvPr id="5" name="a1-zoom"/>
          <p:cNvSpPr/>
          <p:nvPr/>
        </p:nvSpPr>
        <p:spPr>
          <a:xfrm>
            <a:off x="914400" y="2075688"/>
            <a:ext cx="731520" cy="731520"/>
          </a:xfrm>
          <a:prstGeom prst="ellipse">
            <a:avLst/>
          </a:prstGeom>
          <a:solidFill>
            <a:srgbClr val="D9973A"/>
          </a:solidFill>
          <a:ln w="12700">
            <a:solidFill>
              <a:srgbClr val="D9973A"/>
            </a:solidFill>
            <a:prstDash val="solid"/>
          </a:ln>
        </p:spPr>
      </p:sp>
      <p:pic>
        <p:nvPicPr>
          <p:cNvPr id="6" name="a1-zoom" descr="">    </p:cNvPr>
          <p:cNvPicPr>
            <a:picLocks noChangeAspect="1"/>
          </p:cNvPicPr>
          <p:nvPr/>
        </p:nvPicPr>
        <p:blipFill>
          <a:blip r:embed="rId1"/>
          <a:stretch>
            <a:fillRect/>
          </a:stretch>
        </p:blipFill>
        <p:spPr>
          <a:xfrm>
            <a:off x="1089965" y="2251253"/>
            <a:ext cx="380390" cy="380390"/>
          </a:xfrm>
          <a:prstGeom prst="rect">
            <a:avLst/>
          </a:prstGeom>
        </p:spPr>
      </p:pic>
      <p:sp>
        <p:nvSpPr>
          <p:cNvPr id="7" name="a1-zoom"/>
          <p:cNvSpPr txBox="1"/>
          <p:nvPr/>
        </p:nvSpPr>
        <p:spPr>
          <a:xfrm>
            <a:off x="1783080" y="2075688"/>
            <a:ext cx="2084832" cy="73152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Cashier work</a:t>
            </a:r>
            <a:endParaRPr lang="en-US" sz="1900" dirty="0"/>
          </a:p>
        </p:txBody>
      </p:sp>
      <p:sp>
        <p:nvSpPr>
          <p:cNvPr id="8" name="a1-zoom"/>
          <p:cNvSpPr txBox="1"/>
          <p:nvPr/>
        </p:nvSpPr>
        <p:spPr>
          <a:xfrm>
            <a:off x="914400" y="2926080"/>
            <a:ext cx="2907792" cy="68580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I worked at the cash register and took payments.</a:t>
            </a:r>
            <a:endParaRPr lang="en-US" sz="1500" dirty="0"/>
          </a:p>
        </p:txBody>
      </p:sp>
      <p:sp>
        <p:nvSpPr>
          <p:cNvPr id="9" name="a2-zoom"/>
          <p:cNvSpPr/>
          <p:nvPr/>
        </p:nvSpPr>
        <p:spPr>
          <a:xfrm>
            <a:off x="4370832" y="1783080"/>
            <a:ext cx="3456432" cy="1965960"/>
          </a:xfrm>
          <a:prstGeom prst="roundRect">
            <a:avLst>
              <a:gd name="adj" fmla="val 6977"/>
            </a:avLst>
          </a:prstGeom>
          <a:solidFill>
            <a:srgbClr val="F3F5F9"/>
          </a:solidFill>
          <a:ln w="12700">
            <a:solidFill>
              <a:srgbClr val="F3F5F9"/>
            </a:solidFill>
            <a:prstDash val="solid"/>
          </a:ln>
        </p:spPr>
      </p:sp>
      <p:sp>
        <p:nvSpPr>
          <p:cNvPr id="10" name="a2-zoom"/>
          <p:cNvSpPr/>
          <p:nvPr/>
        </p:nvSpPr>
        <p:spPr>
          <a:xfrm>
            <a:off x="4645152" y="2075688"/>
            <a:ext cx="731520" cy="731520"/>
          </a:xfrm>
          <a:prstGeom prst="ellipse">
            <a:avLst/>
          </a:prstGeom>
          <a:solidFill>
            <a:srgbClr val="D9973A"/>
          </a:solidFill>
          <a:ln w="12700">
            <a:solidFill>
              <a:srgbClr val="D9973A"/>
            </a:solidFill>
            <a:prstDash val="solid"/>
          </a:ln>
        </p:spPr>
      </p:sp>
      <p:pic>
        <p:nvPicPr>
          <p:cNvPr id="11" name="a2-zoom" descr="">    </p:cNvPr>
          <p:cNvPicPr>
            <a:picLocks noChangeAspect="1"/>
          </p:cNvPicPr>
          <p:nvPr/>
        </p:nvPicPr>
        <p:blipFill>
          <a:blip r:embed="rId2"/>
          <a:stretch>
            <a:fillRect/>
          </a:stretch>
        </p:blipFill>
        <p:spPr>
          <a:xfrm>
            <a:off x="4820717" y="2251253"/>
            <a:ext cx="380390" cy="380390"/>
          </a:xfrm>
          <a:prstGeom prst="rect">
            <a:avLst/>
          </a:prstGeom>
        </p:spPr>
      </p:pic>
      <p:sp>
        <p:nvSpPr>
          <p:cNvPr id="12" name="a2-zoom"/>
          <p:cNvSpPr txBox="1"/>
          <p:nvPr/>
        </p:nvSpPr>
        <p:spPr>
          <a:xfrm>
            <a:off x="5513832" y="2075688"/>
            <a:ext cx="2084832" cy="73152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Customer service</a:t>
            </a:r>
            <a:endParaRPr lang="en-US" sz="1900" dirty="0"/>
          </a:p>
        </p:txBody>
      </p:sp>
      <p:sp>
        <p:nvSpPr>
          <p:cNvPr id="13" name="a2-zoom"/>
          <p:cNvSpPr txBox="1"/>
          <p:nvPr/>
        </p:nvSpPr>
        <p:spPr>
          <a:xfrm>
            <a:off x="4645152" y="2926080"/>
            <a:ext cx="2907792" cy="68580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I served customers and answered their questions and requests.</a:t>
            </a:r>
            <a:endParaRPr lang="en-US" sz="1500" dirty="0"/>
          </a:p>
        </p:txBody>
      </p:sp>
      <p:sp>
        <p:nvSpPr>
          <p:cNvPr id="14" name="a3-zoom"/>
          <p:cNvSpPr/>
          <p:nvPr/>
        </p:nvSpPr>
        <p:spPr>
          <a:xfrm>
            <a:off x="8101584" y="1783080"/>
            <a:ext cx="3456432" cy="1965960"/>
          </a:xfrm>
          <a:prstGeom prst="roundRect">
            <a:avLst>
              <a:gd name="adj" fmla="val 6977"/>
            </a:avLst>
          </a:prstGeom>
          <a:solidFill>
            <a:srgbClr val="F3F5F9"/>
          </a:solidFill>
          <a:ln w="12700">
            <a:solidFill>
              <a:srgbClr val="F3F5F9"/>
            </a:solidFill>
            <a:prstDash val="solid"/>
          </a:ln>
        </p:spPr>
      </p:sp>
      <p:sp>
        <p:nvSpPr>
          <p:cNvPr id="15" name="a3-zoom"/>
          <p:cNvSpPr/>
          <p:nvPr/>
        </p:nvSpPr>
        <p:spPr>
          <a:xfrm>
            <a:off x="8375904" y="2075688"/>
            <a:ext cx="731520" cy="731520"/>
          </a:xfrm>
          <a:prstGeom prst="ellipse">
            <a:avLst/>
          </a:prstGeom>
          <a:solidFill>
            <a:srgbClr val="D9973A"/>
          </a:solidFill>
          <a:ln w="12700">
            <a:solidFill>
              <a:srgbClr val="D9973A"/>
            </a:solidFill>
            <a:prstDash val="solid"/>
          </a:ln>
        </p:spPr>
      </p:sp>
      <p:pic>
        <p:nvPicPr>
          <p:cNvPr id="16" name="a3-zoom" descr="">    </p:cNvPr>
          <p:cNvPicPr>
            <a:picLocks noChangeAspect="1"/>
          </p:cNvPicPr>
          <p:nvPr/>
        </p:nvPicPr>
        <p:blipFill>
          <a:blip r:embed="rId3"/>
          <a:stretch>
            <a:fillRect/>
          </a:stretch>
        </p:blipFill>
        <p:spPr>
          <a:xfrm>
            <a:off x="8551469" y="2251253"/>
            <a:ext cx="380390" cy="380390"/>
          </a:xfrm>
          <a:prstGeom prst="rect">
            <a:avLst/>
          </a:prstGeom>
        </p:spPr>
      </p:pic>
      <p:sp>
        <p:nvSpPr>
          <p:cNvPr id="17" name="a3-zoom"/>
          <p:cNvSpPr txBox="1"/>
          <p:nvPr/>
        </p:nvSpPr>
        <p:spPr>
          <a:xfrm>
            <a:off x="9244584" y="2075688"/>
            <a:ext cx="2084832" cy="73152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Helping the pastry chef</a:t>
            </a:r>
            <a:endParaRPr lang="en-US" sz="1900" dirty="0"/>
          </a:p>
        </p:txBody>
      </p:sp>
      <p:sp>
        <p:nvSpPr>
          <p:cNvPr id="18" name="a3-zoom"/>
          <p:cNvSpPr txBox="1"/>
          <p:nvPr/>
        </p:nvSpPr>
        <p:spPr>
          <a:xfrm>
            <a:off x="8375904" y="2926080"/>
            <a:ext cx="2907792" cy="68580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I helped in production and learned how products are made.</a:t>
            </a:r>
            <a:endParaRPr lang="en-US" sz="1500" dirty="0"/>
          </a:p>
        </p:txBody>
      </p:sp>
      <p:sp>
        <p:nvSpPr>
          <p:cNvPr id="19" name="a4-zoom"/>
          <p:cNvSpPr/>
          <p:nvPr/>
        </p:nvSpPr>
        <p:spPr>
          <a:xfrm>
            <a:off x="640080" y="4023360"/>
            <a:ext cx="3456432" cy="1965960"/>
          </a:xfrm>
          <a:prstGeom prst="roundRect">
            <a:avLst>
              <a:gd name="adj" fmla="val 6977"/>
            </a:avLst>
          </a:prstGeom>
          <a:solidFill>
            <a:srgbClr val="F3F5F9"/>
          </a:solidFill>
          <a:ln w="12700">
            <a:solidFill>
              <a:srgbClr val="F3F5F9"/>
            </a:solidFill>
            <a:prstDash val="solid"/>
          </a:ln>
        </p:spPr>
      </p:sp>
      <p:sp>
        <p:nvSpPr>
          <p:cNvPr id="20" name="a4-zoom"/>
          <p:cNvSpPr/>
          <p:nvPr/>
        </p:nvSpPr>
        <p:spPr>
          <a:xfrm>
            <a:off x="914400" y="4315968"/>
            <a:ext cx="731520" cy="731520"/>
          </a:xfrm>
          <a:prstGeom prst="ellipse">
            <a:avLst/>
          </a:prstGeom>
          <a:solidFill>
            <a:srgbClr val="D9973A"/>
          </a:solidFill>
          <a:ln w="12700">
            <a:solidFill>
              <a:srgbClr val="D9973A"/>
            </a:solidFill>
            <a:prstDash val="solid"/>
          </a:ln>
        </p:spPr>
      </p:sp>
      <p:pic>
        <p:nvPicPr>
          <p:cNvPr id="21" name="a4-zoom" descr="">    </p:cNvPr>
          <p:cNvPicPr>
            <a:picLocks noChangeAspect="1"/>
          </p:cNvPicPr>
          <p:nvPr/>
        </p:nvPicPr>
        <p:blipFill>
          <a:blip r:embed="rId4"/>
          <a:stretch>
            <a:fillRect/>
          </a:stretch>
        </p:blipFill>
        <p:spPr>
          <a:xfrm>
            <a:off x="1089965" y="4491533"/>
            <a:ext cx="380390" cy="380390"/>
          </a:xfrm>
          <a:prstGeom prst="rect">
            <a:avLst/>
          </a:prstGeom>
        </p:spPr>
      </p:pic>
      <p:sp>
        <p:nvSpPr>
          <p:cNvPr id="22" name="a4-zoom"/>
          <p:cNvSpPr txBox="1"/>
          <p:nvPr/>
        </p:nvSpPr>
        <p:spPr>
          <a:xfrm>
            <a:off x="1783080" y="4315968"/>
            <a:ext cx="2084832" cy="73152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Documents</a:t>
            </a:r>
            <a:endParaRPr lang="en-US" sz="1900" dirty="0"/>
          </a:p>
        </p:txBody>
      </p:sp>
      <p:sp>
        <p:nvSpPr>
          <p:cNvPr id="23" name="a4-zoom"/>
          <p:cNvSpPr txBox="1"/>
          <p:nvPr/>
        </p:nvSpPr>
        <p:spPr>
          <a:xfrm>
            <a:off x="914400" y="5166360"/>
            <a:ext cx="2907792" cy="68580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I prepared and organised business documents and information.</a:t>
            </a:r>
            <a:endParaRPr lang="en-US" sz="1500" dirty="0"/>
          </a:p>
        </p:txBody>
      </p:sp>
      <p:sp>
        <p:nvSpPr>
          <p:cNvPr id="24" name="a5-zoom"/>
          <p:cNvSpPr/>
          <p:nvPr/>
        </p:nvSpPr>
        <p:spPr>
          <a:xfrm>
            <a:off x="4370832" y="4023360"/>
            <a:ext cx="3456432" cy="1965960"/>
          </a:xfrm>
          <a:prstGeom prst="roundRect">
            <a:avLst>
              <a:gd name="adj" fmla="val 6977"/>
            </a:avLst>
          </a:prstGeom>
          <a:solidFill>
            <a:srgbClr val="F3F5F9"/>
          </a:solidFill>
          <a:ln w="12700">
            <a:solidFill>
              <a:srgbClr val="F3F5F9"/>
            </a:solidFill>
            <a:prstDash val="solid"/>
          </a:ln>
        </p:spPr>
      </p:sp>
      <p:sp>
        <p:nvSpPr>
          <p:cNvPr id="25" name="a5-zoom"/>
          <p:cNvSpPr/>
          <p:nvPr/>
        </p:nvSpPr>
        <p:spPr>
          <a:xfrm>
            <a:off x="4645152" y="4315968"/>
            <a:ext cx="731520" cy="731520"/>
          </a:xfrm>
          <a:prstGeom prst="ellipse">
            <a:avLst/>
          </a:prstGeom>
          <a:solidFill>
            <a:srgbClr val="D9973A"/>
          </a:solidFill>
          <a:ln w="12700">
            <a:solidFill>
              <a:srgbClr val="D9973A"/>
            </a:solidFill>
            <a:prstDash val="solid"/>
          </a:ln>
        </p:spPr>
      </p:sp>
      <p:pic>
        <p:nvPicPr>
          <p:cNvPr id="26" name="a5-zoom" descr="">    </p:cNvPr>
          <p:cNvPicPr>
            <a:picLocks noChangeAspect="1"/>
          </p:cNvPicPr>
          <p:nvPr/>
        </p:nvPicPr>
        <p:blipFill>
          <a:blip r:embed="rId5"/>
          <a:stretch>
            <a:fillRect/>
          </a:stretch>
        </p:blipFill>
        <p:spPr>
          <a:xfrm>
            <a:off x="4820717" y="4491533"/>
            <a:ext cx="380390" cy="380390"/>
          </a:xfrm>
          <a:prstGeom prst="rect">
            <a:avLst/>
          </a:prstGeom>
        </p:spPr>
      </p:pic>
      <p:sp>
        <p:nvSpPr>
          <p:cNvPr id="27" name="a5-zoom"/>
          <p:cNvSpPr txBox="1"/>
          <p:nvPr/>
        </p:nvSpPr>
        <p:spPr>
          <a:xfrm>
            <a:off x="5513832" y="4315968"/>
            <a:ext cx="2084832" cy="73152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Daily planning</a:t>
            </a:r>
            <a:endParaRPr lang="en-US" sz="1900" dirty="0"/>
          </a:p>
        </p:txBody>
      </p:sp>
      <p:sp>
        <p:nvSpPr>
          <p:cNvPr id="28" name="a5-zoom"/>
          <p:cNvSpPr txBox="1"/>
          <p:nvPr/>
        </p:nvSpPr>
        <p:spPr>
          <a:xfrm>
            <a:off x="4645152" y="5166360"/>
            <a:ext cx="2907792" cy="68580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I helped to plan and coordinate the daily work.</a:t>
            </a:r>
            <a:endParaRPr lang="en-US" sz="1500" dirty="0"/>
          </a:p>
        </p:txBody>
      </p:sp>
      <p:sp>
        <p:nvSpPr>
          <p:cNvPr id="29" name="a6-zoom"/>
          <p:cNvSpPr/>
          <p:nvPr/>
        </p:nvSpPr>
        <p:spPr>
          <a:xfrm>
            <a:off x="8101584" y="4023360"/>
            <a:ext cx="3456432" cy="1965960"/>
          </a:xfrm>
          <a:prstGeom prst="roundRect">
            <a:avLst>
              <a:gd name="adj" fmla="val 6977"/>
            </a:avLst>
          </a:prstGeom>
          <a:solidFill>
            <a:srgbClr val="F3F5F9"/>
          </a:solidFill>
          <a:ln w="12700">
            <a:solidFill>
              <a:srgbClr val="F3F5F9"/>
            </a:solidFill>
            <a:prstDash val="solid"/>
          </a:ln>
        </p:spPr>
      </p:sp>
      <p:sp>
        <p:nvSpPr>
          <p:cNvPr id="30" name="a6-zoom"/>
          <p:cNvSpPr/>
          <p:nvPr/>
        </p:nvSpPr>
        <p:spPr>
          <a:xfrm>
            <a:off x="8375904" y="4315968"/>
            <a:ext cx="731520" cy="731520"/>
          </a:xfrm>
          <a:prstGeom prst="ellipse">
            <a:avLst/>
          </a:prstGeom>
          <a:solidFill>
            <a:srgbClr val="D9973A"/>
          </a:solidFill>
          <a:ln w="12700">
            <a:solidFill>
              <a:srgbClr val="D9973A"/>
            </a:solidFill>
            <a:prstDash val="solid"/>
          </a:ln>
        </p:spPr>
      </p:sp>
      <p:pic>
        <p:nvPicPr>
          <p:cNvPr id="31" name="a6-zoom" descr="">    </p:cNvPr>
          <p:cNvPicPr>
            <a:picLocks noChangeAspect="1"/>
          </p:cNvPicPr>
          <p:nvPr/>
        </p:nvPicPr>
        <p:blipFill>
          <a:blip r:embed="rId6"/>
          <a:stretch>
            <a:fillRect/>
          </a:stretch>
        </p:blipFill>
        <p:spPr>
          <a:xfrm>
            <a:off x="8551469" y="4491533"/>
            <a:ext cx="380390" cy="380390"/>
          </a:xfrm>
          <a:prstGeom prst="rect">
            <a:avLst/>
          </a:prstGeom>
        </p:spPr>
      </p:pic>
      <p:sp>
        <p:nvSpPr>
          <p:cNvPr id="32" name="a6-zoom"/>
          <p:cNvSpPr txBox="1"/>
          <p:nvPr/>
        </p:nvSpPr>
        <p:spPr>
          <a:xfrm>
            <a:off x="9244584" y="4315968"/>
            <a:ext cx="2084832" cy="73152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Accounting support</a:t>
            </a:r>
            <a:endParaRPr lang="en-US" sz="1900" dirty="0"/>
          </a:p>
        </p:txBody>
      </p:sp>
      <p:sp>
        <p:nvSpPr>
          <p:cNvPr id="33" name="a6-zoom"/>
          <p:cNvSpPr txBox="1"/>
          <p:nvPr/>
        </p:nvSpPr>
        <p:spPr>
          <a:xfrm>
            <a:off x="8375904" y="5166360"/>
            <a:ext cx="2907792" cy="68580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I learned the basic money flows and helped with accounting tasks.</a:t>
            </a:r>
            <a:endParaRPr lang="en-US" sz="1500" dirty="0"/>
          </a:p>
        </p:txBody>
      </p:sp>
      <p:sp>
        <p:nvSpPr>
          <p:cNvPr id="34" name="Text 26"/>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35" name="Text 27"/>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11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450" fill="hold"/>
                                        <p:tgtEl>
                                          <p:spTgt spid="5"/>
                                        </p:tgtEl>
                                        <p:attrNameLst>
                                          <p:attrName>ppt_w</p:attrName>
                                        </p:attrNameLst>
                                      </p:cBhvr>
                                      <p:tavLst>
                                        <p:tav tm="0">
                                          <p:val>
                                            <p:fltVal val="0"/>
                                          </p:val>
                                        </p:tav>
                                        <p:tav tm="100000">
                                          <p:val>
                                            <p:strVal val="#ppt_w"/>
                                          </p:val>
                                        </p:tav>
                                      </p:tavLst>
                                    </p:anim>
                                    <p:anim calcmode="lin" valueType="num">
                                      <p:cBhvr>
                                        <p:cTn id="13" dur="450" fill="hold"/>
                                        <p:tgtEl>
                                          <p:spTgt spid="5"/>
                                        </p:tgtEl>
                                        <p:attrNameLst>
                                          <p:attrName>ppt_h</p:attrName>
                                        </p:attrNameLst>
                                      </p:cBhvr>
                                      <p:tavLst>
                                        <p:tav tm="0">
                                          <p:val>
                                            <p:fltVal val="0"/>
                                          </p:val>
                                        </p:tav>
                                        <p:tav tm="100000">
                                          <p:val>
                                            <p:strVal val="#ppt_h"/>
                                          </p:val>
                                        </p:tav>
                                      </p:tavLst>
                                    </p:anim>
                                    <p:animEffect transition="in" filter="fade">
                                      <p:cBhvr>
                                        <p:cTn id="14" dur="450"/>
                                        <p:tgtEl>
                                          <p:spTgt spid="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450" fill="hold"/>
                                        <p:tgtEl>
                                          <p:spTgt spid="6"/>
                                        </p:tgtEl>
                                        <p:attrNameLst>
                                          <p:attrName>ppt_w</p:attrName>
                                        </p:attrNameLst>
                                      </p:cBhvr>
                                      <p:tavLst>
                                        <p:tav tm="0">
                                          <p:val>
                                            <p:fltVal val="0"/>
                                          </p:val>
                                        </p:tav>
                                        <p:tav tm="100000">
                                          <p:val>
                                            <p:strVal val="#ppt_w"/>
                                          </p:val>
                                        </p:tav>
                                      </p:tavLst>
                                    </p:anim>
                                    <p:anim calcmode="lin" valueType="num">
                                      <p:cBhvr>
                                        <p:cTn id="18" dur="450" fill="hold"/>
                                        <p:tgtEl>
                                          <p:spTgt spid="6"/>
                                        </p:tgtEl>
                                        <p:attrNameLst>
                                          <p:attrName>ppt_h</p:attrName>
                                        </p:attrNameLst>
                                      </p:cBhvr>
                                      <p:tavLst>
                                        <p:tav tm="0">
                                          <p:val>
                                            <p:fltVal val="0"/>
                                          </p:val>
                                        </p:tav>
                                        <p:tav tm="100000">
                                          <p:val>
                                            <p:strVal val="#ppt_h"/>
                                          </p:val>
                                        </p:tav>
                                      </p:tavLst>
                                    </p:anim>
                                    <p:animEffect transition="in" filter="fade">
                                      <p:cBhvr>
                                        <p:cTn id="19" dur="450"/>
                                        <p:tgtEl>
                                          <p:spTgt spid="6"/>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fltVal val="0"/>
                                          </p:val>
                                        </p:tav>
                                        <p:tav tm="100000">
                                          <p:val>
                                            <p:strVal val="#ppt_w"/>
                                          </p:val>
                                        </p:tav>
                                      </p:tavLst>
                                    </p:anim>
                                    <p:anim calcmode="lin" valueType="num">
                                      <p:cBhvr>
                                        <p:cTn id="23" dur="450" fill="hold"/>
                                        <p:tgtEl>
                                          <p:spTgt spid="7"/>
                                        </p:tgtEl>
                                        <p:attrNameLst>
                                          <p:attrName>ppt_h</p:attrName>
                                        </p:attrNameLst>
                                      </p:cBhvr>
                                      <p:tavLst>
                                        <p:tav tm="0">
                                          <p:val>
                                            <p:fltVal val="0"/>
                                          </p:val>
                                        </p:tav>
                                        <p:tav tm="100000">
                                          <p:val>
                                            <p:strVal val="#ppt_h"/>
                                          </p:val>
                                        </p:tav>
                                      </p:tavLst>
                                    </p:anim>
                                    <p:animEffect transition="in" filter="fade">
                                      <p:cBhvr>
                                        <p:cTn id="24" dur="450"/>
                                        <p:tgtEl>
                                          <p:spTgt spid="7"/>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p:cTn id="27" dur="450" fill="hold"/>
                                        <p:tgtEl>
                                          <p:spTgt spid="8"/>
                                        </p:tgtEl>
                                        <p:attrNameLst>
                                          <p:attrName>ppt_w</p:attrName>
                                        </p:attrNameLst>
                                      </p:cBhvr>
                                      <p:tavLst>
                                        <p:tav tm="0">
                                          <p:val>
                                            <p:fltVal val="0"/>
                                          </p:val>
                                        </p:tav>
                                        <p:tav tm="100000">
                                          <p:val>
                                            <p:strVal val="#ppt_w"/>
                                          </p:val>
                                        </p:tav>
                                      </p:tavLst>
                                    </p:anim>
                                    <p:anim calcmode="lin" valueType="num">
                                      <p:cBhvr>
                                        <p:cTn id="28" dur="450" fill="hold"/>
                                        <p:tgtEl>
                                          <p:spTgt spid="8"/>
                                        </p:tgtEl>
                                        <p:attrNameLst>
                                          <p:attrName>ppt_h</p:attrName>
                                        </p:attrNameLst>
                                      </p:cBhvr>
                                      <p:tavLst>
                                        <p:tav tm="0">
                                          <p:val>
                                            <p:fltVal val="0"/>
                                          </p:val>
                                        </p:tav>
                                        <p:tav tm="100000">
                                          <p:val>
                                            <p:strVal val="#ppt_h"/>
                                          </p:val>
                                        </p:tav>
                                      </p:tavLst>
                                    </p:anim>
                                    <p:animEffect transition="in" filter="fade">
                                      <p:cBhvr>
                                        <p:cTn id="29" dur="450"/>
                                        <p:tgtEl>
                                          <p:spTgt spid="8"/>
                                        </p:tgtEl>
                                      </p:cBhvr>
                                    </p:animEffect>
                                  </p:childTnLst>
                                </p:cTn>
                              </p:par>
                              <p:par>
                                <p:cTn id="30" presetID="53" presetClass="entr" presetSubtype="16" fill="hold" grpId="0" nodeType="withEffect">
                                  <p:stCondLst>
                                    <p:cond delay="315"/>
                                  </p:stCondLst>
                                  <p:childTnLst>
                                    <p:set>
                                      <p:cBhvr>
                                        <p:cTn id="31" dur="1" fill="hold">
                                          <p:stCondLst>
                                            <p:cond delay="0"/>
                                          </p:stCondLst>
                                        </p:cTn>
                                        <p:tgtEl>
                                          <p:spTgt spid="9"/>
                                        </p:tgtEl>
                                        <p:attrNameLst>
                                          <p:attrName>style.visibility</p:attrName>
                                        </p:attrNameLst>
                                      </p:cBhvr>
                                      <p:to>
                                        <p:strVal val="visible"/>
                                      </p:to>
                                    </p:set>
                                    <p:anim calcmode="lin" valueType="num">
                                      <p:cBhvr>
                                        <p:cTn id="32" dur="450" fill="hold"/>
                                        <p:tgtEl>
                                          <p:spTgt spid="9"/>
                                        </p:tgtEl>
                                        <p:attrNameLst>
                                          <p:attrName>ppt_w</p:attrName>
                                        </p:attrNameLst>
                                      </p:cBhvr>
                                      <p:tavLst>
                                        <p:tav tm="0">
                                          <p:val>
                                            <p:fltVal val="0"/>
                                          </p:val>
                                        </p:tav>
                                        <p:tav tm="100000">
                                          <p:val>
                                            <p:strVal val="#ppt_w"/>
                                          </p:val>
                                        </p:tav>
                                      </p:tavLst>
                                    </p:anim>
                                    <p:anim calcmode="lin" valueType="num">
                                      <p:cBhvr>
                                        <p:cTn id="33" dur="450" fill="hold"/>
                                        <p:tgtEl>
                                          <p:spTgt spid="9"/>
                                        </p:tgtEl>
                                        <p:attrNameLst>
                                          <p:attrName>ppt_h</p:attrName>
                                        </p:attrNameLst>
                                      </p:cBhvr>
                                      <p:tavLst>
                                        <p:tav tm="0">
                                          <p:val>
                                            <p:fltVal val="0"/>
                                          </p:val>
                                        </p:tav>
                                        <p:tav tm="100000">
                                          <p:val>
                                            <p:strVal val="#ppt_h"/>
                                          </p:val>
                                        </p:tav>
                                      </p:tavLst>
                                    </p:anim>
                                    <p:animEffect transition="in" filter="fade">
                                      <p:cBhvr>
                                        <p:cTn id="34" dur="450"/>
                                        <p:tgtEl>
                                          <p:spTgt spid="9"/>
                                        </p:tgtEl>
                                      </p:cBhvr>
                                    </p:animEffect>
                                  </p:childTnLst>
                                </p:cTn>
                              </p:par>
                              <p:par>
                                <p:cTn id="35" presetID="53" presetClass="entr" presetSubtype="16" fill="hold" grpId="0" nodeType="withEffect">
                                  <p:stCondLst>
                                    <p:cond delay="315"/>
                                  </p:stCondLst>
                                  <p:childTnLst>
                                    <p:set>
                                      <p:cBhvr>
                                        <p:cTn id="36" dur="1" fill="hold">
                                          <p:stCondLst>
                                            <p:cond delay="0"/>
                                          </p:stCondLst>
                                        </p:cTn>
                                        <p:tgtEl>
                                          <p:spTgt spid="10"/>
                                        </p:tgtEl>
                                        <p:attrNameLst>
                                          <p:attrName>style.visibility</p:attrName>
                                        </p:attrNameLst>
                                      </p:cBhvr>
                                      <p:to>
                                        <p:strVal val="visible"/>
                                      </p:to>
                                    </p:set>
                                    <p:anim calcmode="lin" valueType="num">
                                      <p:cBhvr>
                                        <p:cTn id="37" dur="450" fill="hold"/>
                                        <p:tgtEl>
                                          <p:spTgt spid="10"/>
                                        </p:tgtEl>
                                        <p:attrNameLst>
                                          <p:attrName>ppt_w</p:attrName>
                                        </p:attrNameLst>
                                      </p:cBhvr>
                                      <p:tavLst>
                                        <p:tav tm="0">
                                          <p:val>
                                            <p:fltVal val="0"/>
                                          </p:val>
                                        </p:tav>
                                        <p:tav tm="100000">
                                          <p:val>
                                            <p:strVal val="#ppt_w"/>
                                          </p:val>
                                        </p:tav>
                                      </p:tavLst>
                                    </p:anim>
                                    <p:anim calcmode="lin" valueType="num">
                                      <p:cBhvr>
                                        <p:cTn id="38" dur="450" fill="hold"/>
                                        <p:tgtEl>
                                          <p:spTgt spid="10"/>
                                        </p:tgtEl>
                                        <p:attrNameLst>
                                          <p:attrName>ppt_h</p:attrName>
                                        </p:attrNameLst>
                                      </p:cBhvr>
                                      <p:tavLst>
                                        <p:tav tm="0">
                                          <p:val>
                                            <p:fltVal val="0"/>
                                          </p:val>
                                        </p:tav>
                                        <p:tav tm="100000">
                                          <p:val>
                                            <p:strVal val="#ppt_h"/>
                                          </p:val>
                                        </p:tav>
                                      </p:tavLst>
                                    </p:anim>
                                    <p:animEffect transition="in" filter="fade">
                                      <p:cBhvr>
                                        <p:cTn id="39" dur="450"/>
                                        <p:tgtEl>
                                          <p:spTgt spid="10"/>
                                        </p:tgtEl>
                                      </p:cBhvr>
                                    </p:animEffect>
                                  </p:childTnLst>
                                </p:cTn>
                              </p:par>
                              <p:par>
                                <p:cTn id="40" presetID="53" presetClass="entr" presetSubtype="16" fill="hold" grpId="0" nodeType="withEffect">
                                  <p:stCondLst>
                                    <p:cond delay="315"/>
                                  </p:stCondLst>
                                  <p:childTnLst>
                                    <p:set>
                                      <p:cBhvr>
                                        <p:cTn id="41" dur="1" fill="hold">
                                          <p:stCondLst>
                                            <p:cond delay="0"/>
                                          </p:stCondLst>
                                        </p:cTn>
                                        <p:tgtEl>
                                          <p:spTgt spid="11"/>
                                        </p:tgtEl>
                                        <p:attrNameLst>
                                          <p:attrName>style.visibility</p:attrName>
                                        </p:attrNameLst>
                                      </p:cBhvr>
                                      <p:to>
                                        <p:strVal val="visible"/>
                                      </p:to>
                                    </p:set>
                                    <p:anim calcmode="lin" valueType="num">
                                      <p:cBhvr>
                                        <p:cTn id="42" dur="450" fill="hold"/>
                                        <p:tgtEl>
                                          <p:spTgt spid="11"/>
                                        </p:tgtEl>
                                        <p:attrNameLst>
                                          <p:attrName>ppt_w</p:attrName>
                                        </p:attrNameLst>
                                      </p:cBhvr>
                                      <p:tavLst>
                                        <p:tav tm="0">
                                          <p:val>
                                            <p:fltVal val="0"/>
                                          </p:val>
                                        </p:tav>
                                        <p:tav tm="100000">
                                          <p:val>
                                            <p:strVal val="#ppt_w"/>
                                          </p:val>
                                        </p:tav>
                                      </p:tavLst>
                                    </p:anim>
                                    <p:anim calcmode="lin" valueType="num">
                                      <p:cBhvr>
                                        <p:cTn id="43" dur="450" fill="hold"/>
                                        <p:tgtEl>
                                          <p:spTgt spid="11"/>
                                        </p:tgtEl>
                                        <p:attrNameLst>
                                          <p:attrName>ppt_h</p:attrName>
                                        </p:attrNameLst>
                                      </p:cBhvr>
                                      <p:tavLst>
                                        <p:tav tm="0">
                                          <p:val>
                                            <p:fltVal val="0"/>
                                          </p:val>
                                        </p:tav>
                                        <p:tav tm="100000">
                                          <p:val>
                                            <p:strVal val="#ppt_h"/>
                                          </p:val>
                                        </p:tav>
                                      </p:tavLst>
                                    </p:anim>
                                    <p:animEffect transition="in" filter="fade">
                                      <p:cBhvr>
                                        <p:cTn id="44" dur="450"/>
                                        <p:tgtEl>
                                          <p:spTgt spid="11"/>
                                        </p:tgtEl>
                                      </p:cBhvr>
                                    </p:animEffect>
                                  </p:childTnLst>
                                </p:cTn>
                              </p:par>
                              <p:par>
                                <p:cTn id="45" presetID="53" presetClass="entr" presetSubtype="16" fill="hold" grpId="0" nodeType="withEffect">
                                  <p:stCondLst>
                                    <p:cond delay="315"/>
                                  </p:stCondLst>
                                  <p:childTnLst>
                                    <p:set>
                                      <p:cBhvr>
                                        <p:cTn id="46" dur="1" fill="hold">
                                          <p:stCondLst>
                                            <p:cond delay="0"/>
                                          </p:stCondLst>
                                        </p:cTn>
                                        <p:tgtEl>
                                          <p:spTgt spid="12"/>
                                        </p:tgtEl>
                                        <p:attrNameLst>
                                          <p:attrName>style.visibility</p:attrName>
                                        </p:attrNameLst>
                                      </p:cBhvr>
                                      <p:to>
                                        <p:strVal val="visible"/>
                                      </p:to>
                                    </p:set>
                                    <p:anim calcmode="lin" valueType="num">
                                      <p:cBhvr>
                                        <p:cTn id="47" dur="450" fill="hold"/>
                                        <p:tgtEl>
                                          <p:spTgt spid="12"/>
                                        </p:tgtEl>
                                        <p:attrNameLst>
                                          <p:attrName>ppt_w</p:attrName>
                                        </p:attrNameLst>
                                      </p:cBhvr>
                                      <p:tavLst>
                                        <p:tav tm="0">
                                          <p:val>
                                            <p:fltVal val="0"/>
                                          </p:val>
                                        </p:tav>
                                        <p:tav tm="100000">
                                          <p:val>
                                            <p:strVal val="#ppt_w"/>
                                          </p:val>
                                        </p:tav>
                                      </p:tavLst>
                                    </p:anim>
                                    <p:anim calcmode="lin" valueType="num">
                                      <p:cBhvr>
                                        <p:cTn id="48" dur="450" fill="hold"/>
                                        <p:tgtEl>
                                          <p:spTgt spid="12"/>
                                        </p:tgtEl>
                                        <p:attrNameLst>
                                          <p:attrName>ppt_h</p:attrName>
                                        </p:attrNameLst>
                                      </p:cBhvr>
                                      <p:tavLst>
                                        <p:tav tm="0">
                                          <p:val>
                                            <p:fltVal val="0"/>
                                          </p:val>
                                        </p:tav>
                                        <p:tav tm="100000">
                                          <p:val>
                                            <p:strVal val="#ppt_h"/>
                                          </p:val>
                                        </p:tav>
                                      </p:tavLst>
                                    </p:anim>
                                    <p:animEffect transition="in" filter="fade">
                                      <p:cBhvr>
                                        <p:cTn id="49" dur="450"/>
                                        <p:tgtEl>
                                          <p:spTgt spid="12"/>
                                        </p:tgtEl>
                                      </p:cBhvr>
                                    </p:animEffect>
                                  </p:childTnLst>
                                </p:cTn>
                              </p:par>
                              <p:par>
                                <p:cTn id="50" presetID="53" presetClass="entr" presetSubtype="16" fill="hold" grpId="0" nodeType="withEffect">
                                  <p:stCondLst>
                                    <p:cond delay="315"/>
                                  </p:stCondLst>
                                  <p:childTnLst>
                                    <p:set>
                                      <p:cBhvr>
                                        <p:cTn id="51" dur="1" fill="hold">
                                          <p:stCondLst>
                                            <p:cond delay="0"/>
                                          </p:stCondLst>
                                        </p:cTn>
                                        <p:tgtEl>
                                          <p:spTgt spid="13"/>
                                        </p:tgtEl>
                                        <p:attrNameLst>
                                          <p:attrName>style.visibility</p:attrName>
                                        </p:attrNameLst>
                                      </p:cBhvr>
                                      <p:to>
                                        <p:strVal val="visible"/>
                                      </p:to>
                                    </p:set>
                                    <p:anim calcmode="lin" valueType="num">
                                      <p:cBhvr>
                                        <p:cTn id="52" dur="450" fill="hold"/>
                                        <p:tgtEl>
                                          <p:spTgt spid="13"/>
                                        </p:tgtEl>
                                        <p:attrNameLst>
                                          <p:attrName>ppt_w</p:attrName>
                                        </p:attrNameLst>
                                      </p:cBhvr>
                                      <p:tavLst>
                                        <p:tav tm="0">
                                          <p:val>
                                            <p:fltVal val="0"/>
                                          </p:val>
                                        </p:tav>
                                        <p:tav tm="100000">
                                          <p:val>
                                            <p:strVal val="#ppt_w"/>
                                          </p:val>
                                        </p:tav>
                                      </p:tavLst>
                                    </p:anim>
                                    <p:anim calcmode="lin" valueType="num">
                                      <p:cBhvr>
                                        <p:cTn id="53" dur="450" fill="hold"/>
                                        <p:tgtEl>
                                          <p:spTgt spid="13"/>
                                        </p:tgtEl>
                                        <p:attrNameLst>
                                          <p:attrName>ppt_h</p:attrName>
                                        </p:attrNameLst>
                                      </p:cBhvr>
                                      <p:tavLst>
                                        <p:tav tm="0">
                                          <p:val>
                                            <p:fltVal val="0"/>
                                          </p:val>
                                        </p:tav>
                                        <p:tav tm="100000">
                                          <p:val>
                                            <p:strVal val="#ppt_h"/>
                                          </p:val>
                                        </p:tav>
                                      </p:tavLst>
                                    </p:anim>
                                    <p:animEffect transition="in" filter="fade">
                                      <p:cBhvr>
                                        <p:cTn id="54" dur="450"/>
                                        <p:tgtEl>
                                          <p:spTgt spid="13"/>
                                        </p:tgtEl>
                                      </p:cBhvr>
                                    </p:animEffect>
                                  </p:childTnLst>
                                </p:cTn>
                              </p:par>
                              <p:par>
                                <p:cTn id="55" presetID="53" presetClass="entr" presetSubtype="16" fill="hold" grpId="0" nodeType="withEffect">
                                  <p:stCondLst>
                                    <p:cond delay="630"/>
                                  </p:stCondLst>
                                  <p:childTnLst>
                                    <p:set>
                                      <p:cBhvr>
                                        <p:cTn id="56" dur="1" fill="hold">
                                          <p:stCondLst>
                                            <p:cond delay="0"/>
                                          </p:stCondLst>
                                        </p:cTn>
                                        <p:tgtEl>
                                          <p:spTgt spid="14"/>
                                        </p:tgtEl>
                                        <p:attrNameLst>
                                          <p:attrName>style.visibility</p:attrName>
                                        </p:attrNameLst>
                                      </p:cBhvr>
                                      <p:to>
                                        <p:strVal val="visible"/>
                                      </p:to>
                                    </p:set>
                                    <p:anim calcmode="lin" valueType="num">
                                      <p:cBhvr>
                                        <p:cTn id="57" dur="450" fill="hold"/>
                                        <p:tgtEl>
                                          <p:spTgt spid="14"/>
                                        </p:tgtEl>
                                        <p:attrNameLst>
                                          <p:attrName>ppt_w</p:attrName>
                                        </p:attrNameLst>
                                      </p:cBhvr>
                                      <p:tavLst>
                                        <p:tav tm="0">
                                          <p:val>
                                            <p:fltVal val="0"/>
                                          </p:val>
                                        </p:tav>
                                        <p:tav tm="100000">
                                          <p:val>
                                            <p:strVal val="#ppt_w"/>
                                          </p:val>
                                        </p:tav>
                                      </p:tavLst>
                                    </p:anim>
                                    <p:anim calcmode="lin" valueType="num">
                                      <p:cBhvr>
                                        <p:cTn id="58" dur="450" fill="hold"/>
                                        <p:tgtEl>
                                          <p:spTgt spid="14"/>
                                        </p:tgtEl>
                                        <p:attrNameLst>
                                          <p:attrName>ppt_h</p:attrName>
                                        </p:attrNameLst>
                                      </p:cBhvr>
                                      <p:tavLst>
                                        <p:tav tm="0">
                                          <p:val>
                                            <p:fltVal val="0"/>
                                          </p:val>
                                        </p:tav>
                                        <p:tav tm="100000">
                                          <p:val>
                                            <p:strVal val="#ppt_h"/>
                                          </p:val>
                                        </p:tav>
                                      </p:tavLst>
                                    </p:anim>
                                    <p:animEffect transition="in" filter="fade">
                                      <p:cBhvr>
                                        <p:cTn id="59" dur="450"/>
                                        <p:tgtEl>
                                          <p:spTgt spid="14"/>
                                        </p:tgtEl>
                                      </p:cBhvr>
                                    </p:animEffect>
                                  </p:childTnLst>
                                </p:cTn>
                              </p:par>
                              <p:par>
                                <p:cTn id="60" presetID="53" presetClass="entr" presetSubtype="16" fill="hold" grpId="0" nodeType="withEffect">
                                  <p:stCondLst>
                                    <p:cond delay="630"/>
                                  </p:stCondLst>
                                  <p:childTnLst>
                                    <p:set>
                                      <p:cBhvr>
                                        <p:cTn id="61" dur="1" fill="hold">
                                          <p:stCondLst>
                                            <p:cond delay="0"/>
                                          </p:stCondLst>
                                        </p:cTn>
                                        <p:tgtEl>
                                          <p:spTgt spid="15"/>
                                        </p:tgtEl>
                                        <p:attrNameLst>
                                          <p:attrName>style.visibility</p:attrName>
                                        </p:attrNameLst>
                                      </p:cBhvr>
                                      <p:to>
                                        <p:strVal val="visible"/>
                                      </p:to>
                                    </p:set>
                                    <p:anim calcmode="lin" valueType="num">
                                      <p:cBhvr>
                                        <p:cTn id="62" dur="450" fill="hold"/>
                                        <p:tgtEl>
                                          <p:spTgt spid="15"/>
                                        </p:tgtEl>
                                        <p:attrNameLst>
                                          <p:attrName>ppt_w</p:attrName>
                                        </p:attrNameLst>
                                      </p:cBhvr>
                                      <p:tavLst>
                                        <p:tav tm="0">
                                          <p:val>
                                            <p:fltVal val="0"/>
                                          </p:val>
                                        </p:tav>
                                        <p:tav tm="100000">
                                          <p:val>
                                            <p:strVal val="#ppt_w"/>
                                          </p:val>
                                        </p:tav>
                                      </p:tavLst>
                                    </p:anim>
                                    <p:anim calcmode="lin" valueType="num">
                                      <p:cBhvr>
                                        <p:cTn id="63" dur="450" fill="hold"/>
                                        <p:tgtEl>
                                          <p:spTgt spid="15"/>
                                        </p:tgtEl>
                                        <p:attrNameLst>
                                          <p:attrName>ppt_h</p:attrName>
                                        </p:attrNameLst>
                                      </p:cBhvr>
                                      <p:tavLst>
                                        <p:tav tm="0">
                                          <p:val>
                                            <p:fltVal val="0"/>
                                          </p:val>
                                        </p:tav>
                                        <p:tav tm="100000">
                                          <p:val>
                                            <p:strVal val="#ppt_h"/>
                                          </p:val>
                                        </p:tav>
                                      </p:tavLst>
                                    </p:anim>
                                    <p:animEffect transition="in" filter="fade">
                                      <p:cBhvr>
                                        <p:cTn id="64" dur="450"/>
                                        <p:tgtEl>
                                          <p:spTgt spid="15"/>
                                        </p:tgtEl>
                                      </p:cBhvr>
                                    </p:animEffect>
                                  </p:childTnLst>
                                </p:cTn>
                              </p:par>
                              <p:par>
                                <p:cTn id="65" presetID="53" presetClass="entr" presetSubtype="16" fill="hold" grpId="0" nodeType="withEffect">
                                  <p:stCondLst>
                                    <p:cond delay="630"/>
                                  </p:stCondLst>
                                  <p:childTnLst>
                                    <p:set>
                                      <p:cBhvr>
                                        <p:cTn id="66" dur="1" fill="hold">
                                          <p:stCondLst>
                                            <p:cond delay="0"/>
                                          </p:stCondLst>
                                        </p:cTn>
                                        <p:tgtEl>
                                          <p:spTgt spid="16"/>
                                        </p:tgtEl>
                                        <p:attrNameLst>
                                          <p:attrName>style.visibility</p:attrName>
                                        </p:attrNameLst>
                                      </p:cBhvr>
                                      <p:to>
                                        <p:strVal val="visible"/>
                                      </p:to>
                                    </p:set>
                                    <p:anim calcmode="lin" valueType="num">
                                      <p:cBhvr>
                                        <p:cTn id="67" dur="450" fill="hold"/>
                                        <p:tgtEl>
                                          <p:spTgt spid="16"/>
                                        </p:tgtEl>
                                        <p:attrNameLst>
                                          <p:attrName>ppt_w</p:attrName>
                                        </p:attrNameLst>
                                      </p:cBhvr>
                                      <p:tavLst>
                                        <p:tav tm="0">
                                          <p:val>
                                            <p:fltVal val="0"/>
                                          </p:val>
                                        </p:tav>
                                        <p:tav tm="100000">
                                          <p:val>
                                            <p:strVal val="#ppt_w"/>
                                          </p:val>
                                        </p:tav>
                                      </p:tavLst>
                                    </p:anim>
                                    <p:anim calcmode="lin" valueType="num">
                                      <p:cBhvr>
                                        <p:cTn id="68" dur="450" fill="hold"/>
                                        <p:tgtEl>
                                          <p:spTgt spid="16"/>
                                        </p:tgtEl>
                                        <p:attrNameLst>
                                          <p:attrName>ppt_h</p:attrName>
                                        </p:attrNameLst>
                                      </p:cBhvr>
                                      <p:tavLst>
                                        <p:tav tm="0">
                                          <p:val>
                                            <p:fltVal val="0"/>
                                          </p:val>
                                        </p:tav>
                                        <p:tav tm="100000">
                                          <p:val>
                                            <p:strVal val="#ppt_h"/>
                                          </p:val>
                                        </p:tav>
                                      </p:tavLst>
                                    </p:anim>
                                    <p:animEffect transition="in" filter="fade">
                                      <p:cBhvr>
                                        <p:cTn id="69" dur="450"/>
                                        <p:tgtEl>
                                          <p:spTgt spid="16"/>
                                        </p:tgtEl>
                                      </p:cBhvr>
                                    </p:animEffect>
                                  </p:childTnLst>
                                </p:cTn>
                              </p:par>
                              <p:par>
                                <p:cTn id="70" presetID="53" presetClass="entr" presetSubtype="16" fill="hold" grpId="0" nodeType="withEffect">
                                  <p:stCondLst>
                                    <p:cond delay="630"/>
                                  </p:stCondLst>
                                  <p:childTnLst>
                                    <p:set>
                                      <p:cBhvr>
                                        <p:cTn id="71" dur="1" fill="hold">
                                          <p:stCondLst>
                                            <p:cond delay="0"/>
                                          </p:stCondLst>
                                        </p:cTn>
                                        <p:tgtEl>
                                          <p:spTgt spid="17"/>
                                        </p:tgtEl>
                                        <p:attrNameLst>
                                          <p:attrName>style.visibility</p:attrName>
                                        </p:attrNameLst>
                                      </p:cBhvr>
                                      <p:to>
                                        <p:strVal val="visible"/>
                                      </p:to>
                                    </p:set>
                                    <p:anim calcmode="lin" valueType="num">
                                      <p:cBhvr>
                                        <p:cTn id="72" dur="450" fill="hold"/>
                                        <p:tgtEl>
                                          <p:spTgt spid="17"/>
                                        </p:tgtEl>
                                        <p:attrNameLst>
                                          <p:attrName>ppt_w</p:attrName>
                                        </p:attrNameLst>
                                      </p:cBhvr>
                                      <p:tavLst>
                                        <p:tav tm="0">
                                          <p:val>
                                            <p:fltVal val="0"/>
                                          </p:val>
                                        </p:tav>
                                        <p:tav tm="100000">
                                          <p:val>
                                            <p:strVal val="#ppt_w"/>
                                          </p:val>
                                        </p:tav>
                                      </p:tavLst>
                                    </p:anim>
                                    <p:anim calcmode="lin" valueType="num">
                                      <p:cBhvr>
                                        <p:cTn id="73" dur="450" fill="hold"/>
                                        <p:tgtEl>
                                          <p:spTgt spid="17"/>
                                        </p:tgtEl>
                                        <p:attrNameLst>
                                          <p:attrName>ppt_h</p:attrName>
                                        </p:attrNameLst>
                                      </p:cBhvr>
                                      <p:tavLst>
                                        <p:tav tm="0">
                                          <p:val>
                                            <p:fltVal val="0"/>
                                          </p:val>
                                        </p:tav>
                                        <p:tav tm="100000">
                                          <p:val>
                                            <p:strVal val="#ppt_h"/>
                                          </p:val>
                                        </p:tav>
                                      </p:tavLst>
                                    </p:anim>
                                    <p:animEffect transition="in" filter="fade">
                                      <p:cBhvr>
                                        <p:cTn id="74" dur="450"/>
                                        <p:tgtEl>
                                          <p:spTgt spid="17"/>
                                        </p:tgtEl>
                                      </p:cBhvr>
                                    </p:animEffect>
                                  </p:childTnLst>
                                </p:cTn>
                              </p:par>
                              <p:par>
                                <p:cTn id="75" presetID="53" presetClass="entr" presetSubtype="16" fill="hold" grpId="0" nodeType="withEffect">
                                  <p:stCondLst>
                                    <p:cond delay="630"/>
                                  </p:stCondLst>
                                  <p:childTnLst>
                                    <p:set>
                                      <p:cBhvr>
                                        <p:cTn id="76" dur="1" fill="hold">
                                          <p:stCondLst>
                                            <p:cond delay="0"/>
                                          </p:stCondLst>
                                        </p:cTn>
                                        <p:tgtEl>
                                          <p:spTgt spid="18"/>
                                        </p:tgtEl>
                                        <p:attrNameLst>
                                          <p:attrName>style.visibility</p:attrName>
                                        </p:attrNameLst>
                                      </p:cBhvr>
                                      <p:to>
                                        <p:strVal val="visible"/>
                                      </p:to>
                                    </p:set>
                                    <p:anim calcmode="lin" valueType="num">
                                      <p:cBhvr>
                                        <p:cTn id="77" dur="450" fill="hold"/>
                                        <p:tgtEl>
                                          <p:spTgt spid="18"/>
                                        </p:tgtEl>
                                        <p:attrNameLst>
                                          <p:attrName>ppt_w</p:attrName>
                                        </p:attrNameLst>
                                      </p:cBhvr>
                                      <p:tavLst>
                                        <p:tav tm="0">
                                          <p:val>
                                            <p:fltVal val="0"/>
                                          </p:val>
                                        </p:tav>
                                        <p:tav tm="100000">
                                          <p:val>
                                            <p:strVal val="#ppt_w"/>
                                          </p:val>
                                        </p:tav>
                                      </p:tavLst>
                                    </p:anim>
                                    <p:anim calcmode="lin" valueType="num">
                                      <p:cBhvr>
                                        <p:cTn id="78" dur="450" fill="hold"/>
                                        <p:tgtEl>
                                          <p:spTgt spid="18"/>
                                        </p:tgtEl>
                                        <p:attrNameLst>
                                          <p:attrName>ppt_h</p:attrName>
                                        </p:attrNameLst>
                                      </p:cBhvr>
                                      <p:tavLst>
                                        <p:tav tm="0">
                                          <p:val>
                                            <p:fltVal val="0"/>
                                          </p:val>
                                        </p:tav>
                                        <p:tav tm="100000">
                                          <p:val>
                                            <p:strVal val="#ppt_h"/>
                                          </p:val>
                                        </p:tav>
                                      </p:tavLst>
                                    </p:anim>
                                    <p:animEffect transition="in" filter="fade">
                                      <p:cBhvr>
                                        <p:cTn id="79" dur="450"/>
                                        <p:tgtEl>
                                          <p:spTgt spid="18"/>
                                        </p:tgtEl>
                                      </p:cBhvr>
                                    </p:animEffect>
                                  </p:childTnLst>
                                </p:cTn>
                              </p:par>
                              <p:par>
                                <p:cTn id="80" presetID="53" presetClass="entr" presetSubtype="16" fill="hold" grpId="0" nodeType="withEffect">
                                  <p:stCondLst>
                                    <p:cond delay="945"/>
                                  </p:stCondLst>
                                  <p:childTnLst>
                                    <p:set>
                                      <p:cBhvr>
                                        <p:cTn id="81" dur="1" fill="hold">
                                          <p:stCondLst>
                                            <p:cond delay="0"/>
                                          </p:stCondLst>
                                        </p:cTn>
                                        <p:tgtEl>
                                          <p:spTgt spid="19"/>
                                        </p:tgtEl>
                                        <p:attrNameLst>
                                          <p:attrName>style.visibility</p:attrName>
                                        </p:attrNameLst>
                                      </p:cBhvr>
                                      <p:to>
                                        <p:strVal val="visible"/>
                                      </p:to>
                                    </p:set>
                                    <p:anim calcmode="lin" valueType="num">
                                      <p:cBhvr>
                                        <p:cTn id="82" dur="450" fill="hold"/>
                                        <p:tgtEl>
                                          <p:spTgt spid="19"/>
                                        </p:tgtEl>
                                        <p:attrNameLst>
                                          <p:attrName>ppt_w</p:attrName>
                                        </p:attrNameLst>
                                      </p:cBhvr>
                                      <p:tavLst>
                                        <p:tav tm="0">
                                          <p:val>
                                            <p:fltVal val="0"/>
                                          </p:val>
                                        </p:tav>
                                        <p:tav tm="100000">
                                          <p:val>
                                            <p:strVal val="#ppt_w"/>
                                          </p:val>
                                        </p:tav>
                                      </p:tavLst>
                                    </p:anim>
                                    <p:anim calcmode="lin" valueType="num">
                                      <p:cBhvr>
                                        <p:cTn id="83" dur="450" fill="hold"/>
                                        <p:tgtEl>
                                          <p:spTgt spid="19"/>
                                        </p:tgtEl>
                                        <p:attrNameLst>
                                          <p:attrName>ppt_h</p:attrName>
                                        </p:attrNameLst>
                                      </p:cBhvr>
                                      <p:tavLst>
                                        <p:tav tm="0">
                                          <p:val>
                                            <p:fltVal val="0"/>
                                          </p:val>
                                        </p:tav>
                                        <p:tav tm="100000">
                                          <p:val>
                                            <p:strVal val="#ppt_h"/>
                                          </p:val>
                                        </p:tav>
                                      </p:tavLst>
                                    </p:anim>
                                    <p:animEffect transition="in" filter="fade">
                                      <p:cBhvr>
                                        <p:cTn id="84" dur="450"/>
                                        <p:tgtEl>
                                          <p:spTgt spid="19"/>
                                        </p:tgtEl>
                                      </p:cBhvr>
                                    </p:animEffect>
                                  </p:childTnLst>
                                </p:cTn>
                              </p:par>
                              <p:par>
                                <p:cTn id="85" presetID="53" presetClass="entr" presetSubtype="16" fill="hold" grpId="0" nodeType="withEffect">
                                  <p:stCondLst>
                                    <p:cond delay="945"/>
                                  </p:stCondLst>
                                  <p:childTnLst>
                                    <p:set>
                                      <p:cBhvr>
                                        <p:cTn id="86" dur="1" fill="hold">
                                          <p:stCondLst>
                                            <p:cond delay="0"/>
                                          </p:stCondLst>
                                        </p:cTn>
                                        <p:tgtEl>
                                          <p:spTgt spid="20"/>
                                        </p:tgtEl>
                                        <p:attrNameLst>
                                          <p:attrName>style.visibility</p:attrName>
                                        </p:attrNameLst>
                                      </p:cBhvr>
                                      <p:to>
                                        <p:strVal val="visible"/>
                                      </p:to>
                                    </p:set>
                                    <p:anim calcmode="lin" valueType="num">
                                      <p:cBhvr>
                                        <p:cTn id="87" dur="450" fill="hold"/>
                                        <p:tgtEl>
                                          <p:spTgt spid="20"/>
                                        </p:tgtEl>
                                        <p:attrNameLst>
                                          <p:attrName>ppt_w</p:attrName>
                                        </p:attrNameLst>
                                      </p:cBhvr>
                                      <p:tavLst>
                                        <p:tav tm="0">
                                          <p:val>
                                            <p:fltVal val="0"/>
                                          </p:val>
                                        </p:tav>
                                        <p:tav tm="100000">
                                          <p:val>
                                            <p:strVal val="#ppt_w"/>
                                          </p:val>
                                        </p:tav>
                                      </p:tavLst>
                                    </p:anim>
                                    <p:anim calcmode="lin" valueType="num">
                                      <p:cBhvr>
                                        <p:cTn id="88" dur="450" fill="hold"/>
                                        <p:tgtEl>
                                          <p:spTgt spid="20"/>
                                        </p:tgtEl>
                                        <p:attrNameLst>
                                          <p:attrName>ppt_h</p:attrName>
                                        </p:attrNameLst>
                                      </p:cBhvr>
                                      <p:tavLst>
                                        <p:tav tm="0">
                                          <p:val>
                                            <p:fltVal val="0"/>
                                          </p:val>
                                        </p:tav>
                                        <p:tav tm="100000">
                                          <p:val>
                                            <p:strVal val="#ppt_h"/>
                                          </p:val>
                                        </p:tav>
                                      </p:tavLst>
                                    </p:anim>
                                    <p:animEffect transition="in" filter="fade">
                                      <p:cBhvr>
                                        <p:cTn id="89" dur="450"/>
                                        <p:tgtEl>
                                          <p:spTgt spid="20"/>
                                        </p:tgtEl>
                                      </p:cBhvr>
                                    </p:animEffect>
                                  </p:childTnLst>
                                </p:cTn>
                              </p:par>
                              <p:par>
                                <p:cTn id="90" presetID="53" presetClass="entr" presetSubtype="16" fill="hold" grpId="0" nodeType="withEffect">
                                  <p:stCondLst>
                                    <p:cond delay="945"/>
                                  </p:stCondLst>
                                  <p:childTnLst>
                                    <p:set>
                                      <p:cBhvr>
                                        <p:cTn id="91" dur="1" fill="hold">
                                          <p:stCondLst>
                                            <p:cond delay="0"/>
                                          </p:stCondLst>
                                        </p:cTn>
                                        <p:tgtEl>
                                          <p:spTgt spid="21"/>
                                        </p:tgtEl>
                                        <p:attrNameLst>
                                          <p:attrName>style.visibility</p:attrName>
                                        </p:attrNameLst>
                                      </p:cBhvr>
                                      <p:to>
                                        <p:strVal val="visible"/>
                                      </p:to>
                                    </p:set>
                                    <p:anim calcmode="lin" valueType="num">
                                      <p:cBhvr>
                                        <p:cTn id="92" dur="450" fill="hold"/>
                                        <p:tgtEl>
                                          <p:spTgt spid="21"/>
                                        </p:tgtEl>
                                        <p:attrNameLst>
                                          <p:attrName>ppt_w</p:attrName>
                                        </p:attrNameLst>
                                      </p:cBhvr>
                                      <p:tavLst>
                                        <p:tav tm="0">
                                          <p:val>
                                            <p:fltVal val="0"/>
                                          </p:val>
                                        </p:tav>
                                        <p:tav tm="100000">
                                          <p:val>
                                            <p:strVal val="#ppt_w"/>
                                          </p:val>
                                        </p:tav>
                                      </p:tavLst>
                                    </p:anim>
                                    <p:anim calcmode="lin" valueType="num">
                                      <p:cBhvr>
                                        <p:cTn id="93" dur="450" fill="hold"/>
                                        <p:tgtEl>
                                          <p:spTgt spid="21"/>
                                        </p:tgtEl>
                                        <p:attrNameLst>
                                          <p:attrName>ppt_h</p:attrName>
                                        </p:attrNameLst>
                                      </p:cBhvr>
                                      <p:tavLst>
                                        <p:tav tm="0">
                                          <p:val>
                                            <p:fltVal val="0"/>
                                          </p:val>
                                        </p:tav>
                                        <p:tav tm="100000">
                                          <p:val>
                                            <p:strVal val="#ppt_h"/>
                                          </p:val>
                                        </p:tav>
                                      </p:tavLst>
                                    </p:anim>
                                    <p:animEffect transition="in" filter="fade">
                                      <p:cBhvr>
                                        <p:cTn id="94" dur="450"/>
                                        <p:tgtEl>
                                          <p:spTgt spid="21"/>
                                        </p:tgtEl>
                                      </p:cBhvr>
                                    </p:animEffect>
                                  </p:childTnLst>
                                </p:cTn>
                              </p:par>
                              <p:par>
                                <p:cTn id="95" presetID="53" presetClass="entr" presetSubtype="16" fill="hold" grpId="0" nodeType="withEffect">
                                  <p:stCondLst>
                                    <p:cond delay="945"/>
                                  </p:stCondLst>
                                  <p:childTnLst>
                                    <p:set>
                                      <p:cBhvr>
                                        <p:cTn id="96" dur="1" fill="hold">
                                          <p:stCondLst>
                                            <p:cond delay="0"/>
                                          </p:stCondLst>
                                        </p:cTn>
                                        <p:tgtEl>
                                          <p:spTgt spid="22"/>
                                        </p:tgtEl>
                                        <p:attrNameLst>
                                          <p:attrName>style.visibility</p:attrName>
                                        </p:attrNameLst>
                                      </p:cBhvr>
                                      <p:to>
                                        <p:strVal val="visible"/>
                                      </p:to>
                                    </p:set>
                                    <p:anim calcmode="lin" valueType="num">
                                      <p:cBhvr>
                                        <p:cTn id="97" dur="450" fill="hold"/>
                                        <p:tgtEl>
                                          <p:spTgt spid="22"/>
                                        </p:tgtEl>
                                        <p:attrNameLst>
                                          <p:attrName>ppt_w</p:attrName>
                                        </p:attrNameLst>
                                      </p:cBhvr>
                                      <p:tavLst>
                                        <p:tav tm="0">
                                          <p:val>
                                            <p:fltVal val="0"/>
                                          </p:val>
                                        </p:tav>
                                        <p:tav tm="100000">
                                          <p:val>
                                            <p:strVal val="#ppt_w"/>
                                          </p:val>
                                        </p:tav>
                                      </p:tavLst>
                                    </p:anim>
                                    <p:anim calcmode="lin" valueType="num">
                                      <p:cBhvr>
                                        <p:cTn id="98" dur="450" fill="hold"/>
                                        <p:tgtEl>
                                          <p:spTgt spid="22"/>
                                        </p:tgtEl>
                                        <p:attrNameLst>
                                          <p:attrName>ppt_h</p:attrName>
                                        </p:attrNameLst>
                                      </p:cBhvr>
                                      <p:tavLst>
                                        <p:tav tm="0">
                                          <p:val>
                                            <p:fltVal val="0"/>
                                          </p:val>
                                        </p:tav>
                                        <p:tav tm="100000">
                                          <p:val>
                                            <p:strVal val="#ppt_h"/>
                                          </p:val>
                                        </p:tav>
                                      </p:tavLst>
                                    </p:anim>
                                    <p:animEffect transition="in" filter="fade">
                                      <p:cBhvr>
                                        <p:cTn id="99" dur="450"/>
                                        <p:tgtEl>
                                          <p:spTgt spid="22"/>
                                        </p:tgtEl>
                                      </p:cBhvr>
                                    </p:animEffect>
                                  </p:childTnLst>
                                </p:cTn>
                              </p:par>
                              <p:par>
                                <p:cTn id="100" presetID="53" presetClass="entr" presetSubtype="16" fill="hold" grpId="0" nodeType="withEffect">
                                  <p:stCondLst>
                                    <p:cond delay="945"/>
                                  </p:stCondLst>
                                  <p:childTnLst>
                                    <p:set>
                                      <p:cBhvr>
                                        <p:cTn id="101" dur="1" fill="hold">
                                          <p:stCondLst>
                                            <p:cond delay="0"/>
                                          </p:stCondLst>
                                        </p:cTn>
                                        <p:tgtEl>
                                          <p:spTgt spid="23"/>
                                        </p:tgtEl>
                                        <p:attrNameLst>
                                          <p:attrName>style.visibility</p:attrName>
                                        </p:attrNameLst>
                                      </p:cBhvr>
                                      <p:to>
                                        <p:strVal val="visible"/>
                                      </p:to>
                                    </p:set>
                                    <p:anim calcmode="lin" valueType="num">
                                      <p:cBhvr>
                                        <p:cTn id="102" dur="450" fill="hold"/>
                                        <p:tgtEl>
                                          <p:spTgt spid="23"/>
                                        </p:tgtEl>
                                        <p:attrNameLst>
                                          <p:attrName>ppt_w</p:attrName>
                                        </p:attrNameLst>
                                      </p:cBhvr>
                                      <p:tavLst>
                                        <p:tav tm="0">
                                          <p:val>
                                            <p:fltVal val="0"/>
                                          </p:val>
                                        </p:tav>
                                        <p:tav tm="100000">
                                          <p:val>
                                            <p:strVal val="#ppt_w"/>
                                          </p:val>
                                        </p:tav>
                                      </p:tavLst>
                                    </p:anim>
                                    <p:anim calcmode="lin" valueType="num">
                                      <p:cBhvr>
                                        <p:cTn id="103" dur="450" fill="hold"/>
                                        <p:tgtEl>
                                          <p:spTgt spid="23"/>
                                        </p:tgtEl>
                                        <p:attrNameLst>
                                          <p:attrName>ppt_h</p:attrName>
                                        </p:attrNameLst>
                                      </p:cBhvr>
                                      <p:tavLst>
                                        <p:tav tm="0">
                                          <p:val>
                                            <p:fltVal val="0"/>
                                          </p:val>
                                        </p:tav>
                                        <p:tav tm="100000">
                                          <p:val>
                                            <p:strVal val="#ppt_h"/>
                                          </p:val>
                                        </p:tav>
                                      </p:tavLst>
                                    </p:anim>
                                    <p:animEffect transition="in" filter="fade">
                                      <p:cBhvr>
                                        <p:cTn id="104" dur="450"/>
                                        <p:tgtEl>
                                          <p:spTgt spid="23"/>
                                        </p:tgtEl>
                                      </p:cBhvr>
                                    </p:animEffect>
                                  </p:childTnLst>
                                </p:cTn>
                              </p:par>
                              <p:par>
                                <p:cTn id="105" presetID="53" presetClass="entr" presetSubtype="16" fill="hold" grpId="0" nodeType="withEffect">
                                  <p:stCondLst>
                                    <p:cond delay="1260"/>
                                  </p:stCondLst>
                                  <p:childTnLst>
                                    <p:set>
                                      <p:cBhvr>
                                        <p:cTn id="106" dur="1" fill="hold">
                                          <p:stCondLst>
                                            <p:cond delay="0"/>
                                          </p:stCondLst>
                                        </p:cTn>
                                        <p:tgtEl>
                                          <p:spTgt spid="24"/>
                                        </p:tgtEl>
                                        <p:attrNameLst>
                                          <p:attrName>style.visibility</p:attrName>
                                        </p:attrNameLst>
                                      </p:cBhvr>
                                      <p:to>
                                        <p:strVal val="visible"/>
                                      </p:to>
                                    </p:set>
                                    <p:anim calcmode="lin" valueType="num">
                                      <p:cBhvr>
                                        <p:cTn id="107" dur="450" fill="hold"/>
                                        <p:tgtEl>
                                          <p:spTgt spid="24"/>
                                        </p:tgtEl>
                                        <p:attrNameLst>
                                          <p:attrName>ppt_w</p:attrName>
                                        </p:attrNameLst>
                                      </p:cBhvr>
                                      <p:tavLst>
                                        <p:tav tm="0">
                                          <p:val>
                                            <p:fltVal val="0"/>
                                          </p:val>
                                        </p:tav>
                                        <p:tav tm="100000">
                                          <p:val>
                                            <p:strVal val="#ppt_w"/>
                                          </p:val>
                                        </p:tav>
                                      </p:tavLst>
                                    </p:anim>
                                    <p:anim calcmode="lin" valueType="num">
                                      <p:cBhvr>
                                        <p:cTn id="108" dur="450" fill="hold"/>
                                        <p:tgtEl>
                                          <p:spTgt spid="24"/>
                                        </p:tgtEl>
                                        <p:attrNameLst>
                                          <p:attrName>ppt_h</p:attrName>
                                        </p:attrNameLst>
                                      </p:cBhvr>
                                      <p:tavLst>
                                        <p:tav tm="0">
                                          <p:val>
                                            <p:fltVal val="0"/>
                                          </p:val>
                                        </p:tav>
                                        <p:tav tm="100000">
                                          <p:val>
                                            <p:strVal val="#ppt_h"/>
                                          </p:val>
                                        </p:tav>
                                      </p:tavLst>
                                    </p:anim>
                                    <p:animEffect transition="in" filter="fade">
                                      <p:cBhvr>
                                        <p:cTn id="109" dur="450"/>
                                        <p:tgtEl>
                                          <p:spTgt spid="24"/>
                                        </p:tgtEl>
                                      </p:cBhvr>
                                    </p:animEffect>
                                  </p:childTnLst>
                                </p:cTn>
                              </p:par>
                              <p:par>
                                <p:cTn id="110" presetID="53" presetClass="entr" presetSubtype="16" fill="hold" grpId="0" nodeType="withEffect">
                                  <p:stCondLst>
                                    <p:cond delay="1260"/>
                                  </p:stCondLst>
                                  <p:childTnLst>
                                    <p:set>
                                      <p:cBhvr>
                                        <p:cTn id="111" dur="1" fill="hold">
                                          <p:stCondLst>
                                            <p:cond delay="0"/>
                                          </p:stCondLst>
                                        </p:cTn>
                                        <p:tgtEl>
                                          <p:spTgt spid="25"/>
                                        </p:tgtEl>
                                        <p:attrNameLst>
                                          <p:attrName>style.visibility</p:attrName>
                                        </p:attrNameLst>
                                      </p:cBhvr>
                                      <p:to>
                                        <p:strVal val="visible"/>
                                      </p:to>
                                    </p:set>
                                    <p:anim calcmode="lin" valueType="num">
                                      <p:cBhvr>
                                        <p:cTn id="112" dur="450" fill="hold"/>
                                        <p:tgtEl>
                                          <p:spTgt spid="25"/>
                                        </p:tgtEl>
                                        <p:attrNameLst>
                                          <p:attrName>ppt_w</p:attrName>
                                        </p:attrNameLst>
                                      </p:cBhvr>
                                      <p:tavLst>
                                        <p:tav tm="0">
                                          <p:val>
                                            <p:fltVal val="0"/>
                                          </p:val>
                                        </p:tav>
                                        <p:tav tm="100000">
                                          <p:val>
                                            <p:strVal val="#ppt_w"/>
                                          </p:val>
                                        </p:tav>
                                      </p:tavLst>
                                    </p:anim>
                                    <p:anim calcmode="lin" valueType="num">
                                      <p:cBhvr>
                                        <p:cTn id="113" dur="450" fill="hold"/>
                                        <p:tgtEl>
                                          <p:spTgt spid="25"/>
                                        </p:tgtEl>
                                        <p:attrNameLst>
                                          <p:attrName>ppt_h</p:attrName>
                                        </p:attrNameLst>
                                      </p:cBhvr>
                                      <p:tavLst>
                                        <p:tav tm="0">
                                          <p:val>
                                            <p:fltVal val="0"/>
                                          </p:val>
                                        </p:tav>
                                        <p:tav tm="100000">
                                          <p:val>
                                            <p:strVal val="#ppt_h"/>
                                          </p:val>
                                        </p:tav>
                                      </p:tavLst>
                                    </p:anim>
                                    <p:animEffect transition="in" filter="fade">
                                      <p:cBhvr>
                                        <p:cTn id="114" dur="450"/>
                                        <p:tgtEl>
                                          <p:spTgt spid="25"/>
                                        </p:tgtEl>
                                      </p:cBhvr>
                                    </p:animEffect>
                                  </p:childTnLst>
                                </p:cTn>
                              </p:par>
                              <p:par>
                                <p:cTn id="115" presetID="53" presetClass="entr" presetSubtype="16" fill="hold" grpId="0" nodeType="withEffect">
                                  <p:stCondLst>
                                    <p:cond delay="1260"/>
                                  </p:stCondLst>
                                  <p:childTnLst>
                                    <p:set>
                                      <p:cBhvr>
                                        <p:cTn id="116" dur="1" fill="hold">
                                          <p:stCondLst>
                                            <p:cond delay="0"/>
                                          </p:stCondLst>
                                        </p:cTn>
                                        <p:tgtEl>
                                          <p:spTgt spid="26"/>
                                        </p:tgtEl>
                                        <p:attrNameLst>
                                          <p:attrName>style.visibility</p:attrName>
                                        </p:attrNameLst>
                                      </p:cBhvr>
                                      <p:to>
                                        <p:strVal val="visible"/>
                                      </p:to>
                                    </p:set>
                                    <p:anim calcmode="lin" valueType="num">
                                      <p:cBhvr>
                                        <p:cTn id="117" dur="450" fill="hold"/>
                                        <p:tgtEl>
                                          <p:spTgt spid="26"/>
                                        </p:tgtEl>
                                        <p:attrNameLst>
                                          <p:attrName>ppt_w</p:attrName>
                                        </p:attrNameLst>
                                      </p:cBhvr>
                                      <p:tavLst>
                                        <p:tav tm="0">
                                          <p:val>
                                            <p:fltVal val="0"/>
                                          </p:val>
                                        </p:tav>
                                        <p:tav tm="100000">
                                          <p:val>
                                            <p:strVal val="#ppt_w"/>
                                          </p:val>
                                        </p:tav>
                                      </p:tavLst>
                                    </p:anim>
                                    <p:anim calcmode="lin" valueType="num">
                                      <p:cBhvr>
                                        <p:cTn id="118" dur="450" fill="hold"/>
                                        <p:tgtEl>
                                          <p:spTgt spid="26"/>
                                        </p:tgtEl>
                                        <p:attrNameLst>
                                          <p:attrName>ppt_h</p:attrName>
                                        </p:attrNameLst>
                                      </p:cBhvr>
                                      <p:tavLst>
                                        <p:tav tm="0">
                                          <p:val>
                                            <p:fltVal val="0"/>
                                          </p:val>
                                        </p:tav>
                                        <p:tav tm="100000">
                                          <p:val>
                                            <p:strVal val="#ppt_h"/>
                                          </p:val>
                                        </p:tav>
                                      </p:tavLst>
                                    </p:anim>
                                    <p:animEffect transition="in" filter="fade">
                                      <p:cBhvr>
                                        <p:cTn id="119" dur="450"/>
                                        <p:tgtEl>
                                          <p:spTgt spid="26"/>
                                        </p:tgtEl>
                                      </p:cBhvr>
                                    </p:animEffect>
                                  </p:childTnLst>
                                </p:cTn>
                              </p:par>
                              <p:par>
                                <p:cTn id="120" presetID="53" presetClass="entr" presetSubtype="16" fill="hold" grpId="0" nodeType="withEffect">
                                  <p:stCondLst>
                                    <p:cond delay="1260"/>
                                  </p:stCondLst>
                                  <p:childTnLst>
                                    <p:set>
                                      <p:cBhvr>
                                        <p:cTn id="121" dur="1" fill="hold">
                                          <p:stCondLst>
                                            <p:cond delay="0"/>
                                          </p:stCondLst>
                                        </p:cTn>
                                        <p:tgtEl>
                                          <p:spTgt spid="27"/>
                                        </p:tgtEl>
                                        <p:attrNameLst>
                                          <p:attrName>style.visibility</p:attrName>
                                        </p:attrNameLst>
                                      </p:cBhvr>
                                      <p:to>
                                        <p:strVal val="visible"/>
                                      </p:to>
                                    </p:set>
                                    <p:anim calcmode="lin" valueType="num">
                                      <p:cBhvr>
                                        <p:cTn id="122" dur="450" fill="hold"/>
                                        <p:tgtEl>
                                          <p:spTgt spid="27"/>
                                        </p:tgtEl>
                                        <p:attrNameLst>
                                          <p:attrName>ppt_w</p:attrName>
                                        </p:attrNameLst>
                                      </p:cBhvr>
                                      <p:tavLst>
                                        <p:tav tm="0">
                                          <p:val>
                                            <p:fltVal val="0"/>
                                          </p:val>
                                        </p:tav>
                                        <p:tav tm="100000">
                                          <p:val>
                                            <p:strVal val="#ppt_w"/>
                                          </p:val>
                                        </p:tav>
                                      </p:tavLst>
                                    </p:anim>
                                    <p:anim calcmode="lin" valueType="num">
                                      <p:cBhvr>
                                        <p:cTn id="123" dur="450" fill="hold"/>
                                        <p:tgtEl>
                                          <p:spTgt spid="27"/>
                                        </p:tgtEl>
                                        <p:attrNameLst>
                                          <p:attrName>ppt_h</p:attrName>
                                        </p:attrNameLst>
                                      </p:cBhvr>
                                      <p:tavLst>
                                        <p:tav tm="0">
                                          <p:val>
                                            <p:fltVal val="0"/>
                                          </p:val>
                                        </p:tav>
                                        <p:tav tm="100000">
                                          <p:val>
                                            <p:strVal val="#ppt_h"/>
                                          </p:val>
                                        </p:tav>
                                      </p:tavLst>
                                    </p:anim>
                                    <p:animEffect transition="in" filter="fade">
                                      <p:cBhvr>
                                        <p:cTn id="124" dur="450"/>
                                        <p:tgtEl>
                                          <p:spTgt spid="27"/>
                                        </p:tgtEl>
                                      </p:cBhvr>
                                    </p:animEffect>
                                  </p:childTnLst>
                                </p:cTn>
                              </p:par>
                              <p:par>
                                <p:cTn id="125" presetID="53" presetClass="entr" presetSubtype="16" fill="hold" grpId="0" nodeType="withEffect">
                                  <p:stCondLst>
                                    <p:cond delay="1260"/>
                                  </p:stCondLst>
                                  <p:childTnLst>
                                    <p:set>
                                      <p:cBhvr>
                                        <p:cTn id="126" dur="1" fill="hold">
                                          <p:stCondLst>
                                            <p:cond delay="0"/>
                                          </p:stCondLst>
                                        </p:cTn>
                                        <p:tgtEl>
                                          <p:spTgt spid="28"/>
                                        </p:tgtEl>
                                        <p:attrNameLst>
                                          <p:attrName>style.visibility</p:attrName>
                                        </p:attrNameLst>
                                      </p:cBhvr>
                                      <p:to>
                                        <p:strVal val="visible"/>
                                      </p:to>
                                    </p:set>
                                    <p:anim calcmode="lin" valueType="num">
                                      <p:cBhvr>
                                        <p:cTn id="127" dur="450" fill="hold"/>
                                        <p:tgtEl>
                                          <p:spTgt spid="28"/>
                                        </p:tgtEl>
                                        <p:attrNameLst>
                                          <p:attrName>ppt_w</p:attrName>
                                        </p:attrNameLst>
                                      </p:cBhvr>
                                      <p:tavLst>
                                        <p:tav tm="0">
                                          <p:val>
                                            <p:fltVal val="0"/>
                                          </p:val>
                                        </p:tav>
                                        <p:tav tm="100000">
                                          <p:val>
                                            <p:strVal val="#ppt_w"/>
                                          </p:val>
                                        </p:tav>
                                      </p:tavLst>
                                    </p:anim>
                                    <p:anim calcmode="lin" valueType="num">
                                      <p:cBhvr>
                                        <p:cTn id="128" dur="450" fill="hold"/>
                                        <p:tgtEl>
                                          <p:spTgt spid="28"/>
                                        </p:tgtEl>
                                        <p:attrNameLst>
                                          <p:attrName>ppt_h</p:attrName>
                                        </p:attrNameLst>
                                      </p:cBhvr>
                                      <p:tavLst>
                                        <p:tav tm="0">
                                          <p:val>
                                            <p:fltVal val="0"/>
                                          </p:val>
                                        </p:tav>
                                        <p:tav tm="100000">
                                          <p:val>
                                            <p:strVal val="#ppt_h"/>
                                          </p:val>
                                        </p:tav>
                                      </p:tavLst>
                                    </p:anim>
                                    <p:animEffect transition="in" filter="fade">
                                      <p:cBhvr>
                                        <p:cTn id="129" dur="450"/>
                                        <p:tgtEl>
                                          <p:spTgt spid="28"/>
                                        </p:tgtEl>
                                      </p:cBhvr>
                                    </p:animEffect>
                                  </p:childTnLst>
                                </p:cTn>
                              </p:par>
                              <p:par>
                                <p:cTn id="130" presetID="53" presetClass="entr" presetSubtype="16" fill="hold" grpId="0" nodeType="withEffect">
                                  <p:stCondLst>
                                    <p:cond delay="1575"/>
                                  </p:stCondLst>
                                  <p:childTnLst>
                                    <p:set>
                                      <p:cBhvr>
                                        <p:cTn id="131" dur="1" fill="hold">
                                          <p:stCondLst>
                                            <p:cond delay="0"/>
                                          </p:stCondLst>
                                        </p:cTn>
                                        <p:tgtEl>
                                          <p:spTgt spid="29"/>
                                        </p:tgtEl>
                                        <p:attrNameLst>
                                          <p:attrName>style.visibility</p:attrName>
                                        </p:attrNameLst>
                                      </p:cBhvr>
                                      <p:to>
                                        <p:strVal val="visible"/>
                                      </p:to>
                                    </p:set>
                                    <p:anim calcmode="lin" valueType="num">
                                      <p:cBhvr>
                                        <p:cTn id="132" dur="450" fill="hold"/>
                                        <p:tgtEl>
                                          <p:spTgt spid="29"/>
                                        </p:tgtEl>
                                        <p:attrNameLst>
                                          <p:attrName>ppt_w</p:attrName>
                                        </p:attrNameLst>
                                      </p:cBhvr>
                                      <p:tavLst>
                                        <p:tav tm="0">
                                          <p:val>
                                            <p:fltVal val="0"/>
                                          </p:val>
                                        </p:tav>
                                        <p:tav tm="100000">
                                          <p:val>
                                            <p:strVal val="#ppt_w"/>
                                          </p:val>
                                        </p:tav>
                                      </p:tavLst>
                                    </p:anim>
                                    <p:anim calcmode="lin" valueType="num">
                                      <p:cBhvr>
                                        <p:cTn id="133" dur="450" fill="hold"/>
                                        <p:tgtEl>
                                          <p:spTgt spid="29"/>
                                        </p:tgtEl>
                                        <p:attrNameLst>
                                          <p:attrName>ppt_h</p:attrName>
                                        </p:attrNameLst>
                                      </p:cBhvr>
                                      <p:tavLst>
                                        <p:tav tm="0">
                                          <p:val>
                                            <p:fltVal val="0"/>
                                          </p:val>
                                        </p:tav>
                                        <p:tav tm="100000">
                                          <p:val>
                                            <p:strVal val="#ppt_h"/>
                                          </p:val>
                                        </p:tav>
                                      </p:tavLst>
                                    </p:anim>
                                    <p:animEffect transition="in" filter="fade">
                                      <p:cBhvr>
                                        <p:cTn id="134" dur="450"/>
                                        <p:tgtEl>
                                          <p:spTgt spid="29"/>
                                        </p:tgtEl>
                                      </p:cBhvr>
                                    </p:animEffect>
                                  </p:childTnLst>
                                </p:cTn>
                              </p:par>
                              <p:par>
                                <p:cTn id="135" presetID="53" presetClass="entr" presetSubtype="16" fill="hold" grpId="0" nodeType="withEffect">
                                  <p:stCondLst>
                                    <p:cond delay="1575"/>
                                  </p:stCondLst>
                                  <p:childTnLst>
                                    <p:set>
                                      <p:cBhvr>
                                        <p:cTn id="136" dur="1" fill="hold">
                                          <p:stCondLst>
                                            <p:cond delay="0"/>
                                          </p:stCondLst>
                                        </p:cTn>
                                        <p:tgtEl>
                                          <p:spTgt spid="30"/>
                                        </p:tgtEl>
                                        <p:attrNameLst>
                                          <p:attrName>style.visibility</p:attrName>
                                        </p:attrNameLst>
                                      </p:cBhvr>
                                      <p:to>
                                        <p:strVal val="visible"/>
                                      </p:to>
                                    </p:set>
                                    <p:anim calcmode="lin" valueType="num">
                                      <p:cBhvr>
                                        <p:cTn id="137" dur="450" fill="hold"/>
                                        <p:tgtEl>
                                          <p:spTgt spid="30"/>
                                        </p:tgtEl>
                                        <p:attrNameLst>
                                          <p:attrName>ppt_w</p:attrName>
                                        </p:attrNameLst>
                                      </p:cBhvr>
                                      <p:tavLst>
                                        <p:tav tm="0">
                                          <p:val>
                                            <p:fltVal val="0"/>
                                          </p:val>
                                        </p:tav>
                                        <p:tav tm="100000">
                                          <p:val>
                                            <p:strVal val="#ppt_w"/>
                                          </p:val>
                                        </p:tav>
                                      </p:tavLst>
                                    </p:anim>
                                    <p:anim calcmode="lin" valueType="num">
                                      <p:cBhvr>
                                        <p:cTn id="138" dur="450" fill="hold"/>
                                        <p:tgtEl>
                                          <p:spTgt spid="30"/>
                                        </p:tgtEl>
                                        <p:attrNameLst>
                                          <p:attrName>ppt_h</p:attrName>
                                        </p:attrNameLst>
                                      </p:cBhvr>
                                      <p:tavLst>
                                        <p:tav tm="0">
                                          <p:val>
                                            <p:fltVal val="0"/>
                                          </p:val>
                                        </p:tav>
                                        <p:tav tm="100000">
                                          <p:val>
                                            <p:strVal val="#ppt_h"/>
                                          </p:val>
                                        </p:tav>
                                      </p:tavLst>
                                    </p:anim>
                                    <p:animEffect transition="in" filter="fade">
                                      <p:cBhvr>
                                        <p:cTn id="139" dur="450"/>
                                        <p:tgtEl>
                                          <p:spTgt spid="30"/>
                                        </p:tgtEl>
                                      </p:cBhvr>
                                    </p:animEffect>
                                  </p:childTnLst>
                                </p:cTn>
                              </p:par>
                              <p:par>
                                <p:cTn id="140" presetID="53" presetClass="entr" presetSubtype="16" fill="hold" grpId="0" nodeType="withEffect">
                                  <p:stCondLst>
                                    <p:cond delay="1575"/>
                                  </p:stCondLst>
                                  <p:childTnLst>
                                    <p:set>
                                      <p:cBhvr>
                                        <p:cTn id="141" dur="1" fill="hold">
                                          <p:stCondLst>
                                            <p:cond delay="0"/>
                                          </p:stCondLst>
                                        </p:cTn>
                                        <p:tgtEl>
                                          <p:spTgt spid="31"/>
                                        </p:tgtEl>
                                        <p:attrNameLst>
                                          <p:attrName>style.visibility</p:attrName>
                                        </p:attrNameLst>
                                      </p:cBhvr>
                                      <p:to>
                                        <p:strVal val="visible"/>
                                      </p:to>
                                    </p:set>
                                    <p:anim calcmode="lin" valueType="num">
                                      <p:cBhvr>
                                        <p:cTn id="142" dur="450" fill="hold"/>
                                        <p:tgtEl>
                                          <p:spTgt spid="31"/>
                                        </p:tgtEl>
                                        <p:attrNameLst>
                                          <p:attrName>ppt_w</p:attrName>
                                        </p:attrNameLst>
                                      </p:cBhvr>
                                      <p:tavLst>
                                        <p:tav tm="0">
                                          <p:val>
                                            <p:fltVal val="0"/>
                                          </p:val>
                                        </p:tav>
                                        <p:tav tm="100000">
                                          <p:val>
                                            <p:strVal val="#ppt_w"/>
                                          </p:val>
                                        </p:tav>
                                      </p:tavLst>
                                    </p:anim>
                                    <p:anim calcmode="lin" valueType="num">
                                      <p:cBhvr>
                                        <p:cTn id="143" dur="450" fill="hold"/>
                                        <p:tgtEl>
                                          <p:spTgt spid="31"/>
                                        </p:tgtEl>
                                        <p:attrNameLst>
                                          <p:attrName>ppt_h</p:attrName>
                                        </p:attrNameLst>
                                      </p:cBhvr>
                                      <p:tavLst>
                                        <p:tav tm="0">
                                          <p:val>
                                            <p:fltVal val="0"/>
                                          </p:val>
                                        </p:tav>
                                        <p:tav tm="100000">
                                          <p:val>
                                            <p:strVal val="#ppt_h"/>
                                          </p:val>
                                        </p:tav>
                                      </p:tavLst>
                                    </p:anim>
                                    <p:animEffect transition="in" filter="fade">
                                      <p:cBhvr>
                                        <p:cTn id="144" dur="450"/>
                                        <p:tgtEl>
                                          <p:spTgt spid="31"/>
                                        </p:tgtEl>
                                      </p:cBhvr>
                                    </p:animEffect>
                                  </p:childTnLst>
                                </p:cTn>
                              </p:par>
                              <p:par>
                                <p:cTn id="145" presetID="53" presetClass="entr" presetSubtype="16" fill="hold" grpId="0" nodeType="withEffect">
                                  <p:stCondLst>
                                    <p:cond delay="1575"/>
                                  </p:stCondLst>
                                  <p:childTnLst>
                                    <p:set>
                                      <p:cBhvr>
                                        <p:cTn id="146" dur="1" fill="hold">
                                          <p:stCondLst>
                                            <p:cond delay="0"/>
                                          </p:stCondLst>
                                        </p:cTn>
                                        <p:tgtEl>
                                          <p:spTgt spid="32"/>
                                        </p:tgtEl>
                                        <p:attrNameLst>
                                          <p:attrName>style.visibility</p:attrName>
                                        </p:attrNameLst>
                                      </p:cBhvr>
                                      <p:to>
                                        <p:strVal val="visible"/>
                                      </p:to>
                                    </p:set>
                                    <p:anim calcmode="lin" valueType="num">
                                      <p:cBhvr>
                                        <p:cTn id="147" dur="450" fill="hold"/>
                                        <p:tgtEl>
                                          <p:spTgt spid="32"/>
                                        </p:tgtEl>
                                        <p:attrNameLst>
                                          <p:attrName>ppt_w</p:attrName>
                                        </p:attrNameLst>
                                      </p:cBhvr>
                                      <p:tavLst>
                                        <p:tav tm="0">
                                          <p:val>
                                            <p:fltVal val="0"/>
                                          </p:val>
                                        </p:tav>
                                        <p:tav tm="100000">
                                          <p:val>
                                            <p:strVal val="#ppt_w"/>
                                          </p:val>
                                        </p:tav>
                                      </p:tavLst>
                                    </p:anim>
                                    <p:anim calcmode="lin" valueType="num">
                                      <p:cBhvr>
                                        <p:cTn id="148" dur="450" fill="hold"/>
                                        <p:tgtEl>
                                          <p:spTgt spid="32"/>
                                        </p:tgtEl>
                                        <p:attrNameLst>
                                          <p:attrName>ppt_h</p:attrName>
                                        </p:attrNameLst>
                                      </p:cBhvr>
                                      <p:tavLst>
                                        <p:tav tm="0">
                                          <p:val>
                                            <p:fltVal val="0"/>
                                          </p:val>
                                        </p:tav>
                                        <p:tav tm="100000">
                                          <p:val>
                                            <p:strVal val="#ppt_h"/>
                                          </p:val>
                                        </p:tav>
                                      </p:tavLst>
                                    </p:anim>
                                    <p:animEffect transition="in" filter="fade">
                                      <p:cBhvr>
                                        <p:cTn id="149" dur="450"/>
                                        <p:tgtEl>
                                          <p:spTgt spid="32"/>
                                        </p:tgtEl>
                                      </p:cBhvr>
                                    </p:animEffect>
                                  </p:childTnLst>
                                </p:cTn>
                              </p:par>
                              <p:par>
                                <p:cTn id="150" presetID="53" presetClass="entr" presetSubtype="16" fill="hold" grpId="0" nodeType="withEffect">
                                  <p:stCondLst>
                                    <p:cond delay="1575"/>
                                  </p:stCondLst>
                                  <p:childTnLst>
                                    <p:set>
                                      <p:cBhvr>
                                        <p:cTn id="151" dur="1" fill="hold">
                                          <p:stCondLst>
                                            <p:cond delay="0"/>
                                          </p:stCondLst>
                                        </p:cTn>
                                        <p:tgtEl>
                                          <p:spTgt spid="33"/>
                                        </p:tgtEl>
                                        <p:attrNameLst>
                                          <p:attrName>style.visibility</p:attrName>
                                        </p:attrNameLst>
                                      </p:cBhvr>
                                      <p:to>
                                        <p:strVal val="visible"/>
                                      </p:to>
                                    </p:set>
                                    <p:anim calcmode="lin" valueType="num">
                                      <p:cBhvr>
                                        <p:cTn id="152" dur="450" fill="hold"/>
                                        <p:tgtEl>
                                          <p:spTgt spid="33"/>
                                        </p:tgtEl>
                                        <p:attrNameLst>
                                          <p:attrName>ppt_w</p:attrName>
                                        </p:attrNameLst>
                                      </p:cBhvr>
                                      <p:tavLst>
                                        <p:tav tm="0">
                                          <p:val>
                                            <p:fltVal val="0"/>
                                          </p:val>
                                        </p:tav>
                                        <p:tav tm="100000">
                                          <p:val>
                                            <p:strVal val="#ppt_w"/>
                                          </p:val>
                                        </p:tav>
                                      </p:tavLst>
                                    </p:anim>
                                    <p:anim calcmode="lin" valueType="num">
                                      <p:cBhvr>
                                        <p:cTn id="153" dur="450" fill="hold"/>
                                        <p:tgtEl>
                                          <p:spTgt spid="33"/>
                                        </p:tgtEl>
                                        <p:attrNameLst>
                                          <p:attrName>ppt_h</p:attrName>
                                        </p:attrNameLst>
                                      </p:cBhvr>
                                      <p:tavLst>
                                        <p:tav tm="0">
                                          <p:val>
                                            <p:fltVal val="0"/>
                                          </p:val>
                                        </p:tav>
                                        <p:tav tm="100000">
                                          <p:val>
                                            <p:strVal val="#ppt_h"/>
                                          </p:val>
                                        </p:tav>
                                      </p:tavLst>
                                    </p:anim>
                                    <p:animEffect transition="in" filter="fade">
                                      <p:cBhvr>
                                        <p:cTn id="154"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04 · TOOLS &amp; COMMUNICATION</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Digital tools and communication</a:t>
            </a:r>
            <a:endParaRPr lang="en-US" sz="3400" dirty="0"/>
          </a:p>
        </p:txBody>
      </p:sp>
      <p:sp>
        <p:nvSpPr>
          <p:cNvPr id="4" name="a1-fade"/>
          <p:cNvSpPr/>
          <p:nvPr/>
        </p:nvSpPr>
        <p:spPr>
          <a:xfrm>
            <a:off x="640080" y="1783080"/>
            <a:ext cx="5120640" cy="4206240"/>
          </a:xfrm>
          <a:prstGeom prst="roundRect">
            <a:avLst>
              <a:gd name="adj" fmla="val 3261"/>
            </a:avLst>
          </a:prstGeom>
          <a:solidFill>
            <a:srgbClr val="F3F5F9"/>
          </a:solidFill>
          <a:ln w="12700">
            <a:solidFill>
              <a:srgbClr val="F3F5F9"/>
            </a:solidFill>
            <a:prstDash val="solid"/>
          </a:ln>
        </p:spPr>
      </p:sp>
      <p:sp>
        <p:nvSpPr>
          <p:cNvPr id="5" name="a1-fade"/>
          <p:cNvSpPr txBox="1"/>
          <p:nvPr/>
        </p:nvSpPr>
        <p:spPr>
          <a:xfrm>
            <a:off x="960120" y="2011680"/>
            <a:ext cx="4572000" cy="274320"/>
          </a:xfrm>
          <a:prstGeom prst="rect">
            <a:avLst/>
          </a:prstGeom>
          <a:noFill/>
          <a:ln/>
        </p:spPr>
        <p:txBody>
          <a:bodyPr wrap="square" lIns="0" tIns="0" rIns="0" bIns="0" rtlCol="0" anchor="t"/>
          <a:lstStyle/>
          <a:p>
            <a:pPr indent="0" marL="0">
              <a:buNone/>
            </a:pPr>
            <a:r>
              <a:rPr lang="en-US" sz="1300" b="1" spc="200" kern="0" dirty="0">
                <a:solidFill>
                  <a:srgbClr val="D9973A"/>
                </a:solidFill>
                <a:latin typeface="Calibri" pitchFamily="34" charset="0"/>
                <a:ea typeface="Calibri" pitchFamily="34" charset="-122"/>
                <a:cs typeface="Calibri" pitchFamily="34" charset="-120"/>
              </a:rPr>
              <a:t>DIGITAL TOOLS I USED</a:t>
            </a:r>
            <a:endParaRPr lang="en-US" sz="1300" dirty="0"/>
          </a:p>
        </p:txBody>
      </p:sp>
      <p:sp>
        <p:nvSpPr>
          <p:cNvPr id="6" name="a2-float"/>
          <p:cNvSpPr/>
          <p:nvPr/>
        </p:nvSpPr>
        <p:spPr>
          <a:xfrm>
            <a:off x="960120" y="2468880"/>
            <a:ext cx="530352" cy="530352"/>
          </a:xfrm>
          <a:prstGeom prst="ellipse">
            <a:avLst/>
          </a:prstGeom>
          <a:solidFill>
            <a:srgbClr val="D9973A"/>
          </a:solidFill>
          <a:ln w="12700">
            <a:solidFill>
              <a:srgbClr val="D9973A"/>
            </a:solidFill>
            <a:prstDash val="solid"/>
          </a:ln>
        </p:spPr>
      </p:sp>
      <p:pic>
        <p:nvPicPr>
          <p:cNvPr id="7" name="a2-float" descr="">    </p:cNvPr>
          <p:cNvPicPr>
            <a:picLocks noChangeAspect="1"/>
          </p:cNvPicPr>
          <p:nvPr/>
        </p:nvPicPr>
        <p:blipFill>
          <a:blip r:embed="rId1"/>
          <a:stretch>
            <a:fillRect/>
          </a:stretch>
        </p:blipFill>
        <p:spPr>
          <a:xfrm>
            <a:off x="1087404" y="2596164"/>
            <a:ext cx="275783" cy="275783"/>
          </a:xfrm>
          <a:prstGeom prst="rect">
            <a:avLst/>
          </a:prstGeom>
        </p:spPr>
      </p:pic>
      <p:sp>
        <p:nvSpPr>
          <p:cNvPr id="8" name="a2-float"/>
          <p:cNvSpPr txBox="1"/>
          <p:nvPr/>
        </p:nvSpPr>
        <p:spPr>
          <a:xfrm>
            <a:off x="1691640" y="2468880"/>
            <a:ext cx="3931920" cy="530352"/>
          </a:xfrm>
          <a:prstGeom prst="rect">
            <a:avLst/>
          </a:prstGeom>
          <a:noFill/>
          <a:ln/>
        </p:spPr>
        <p:txBody>
          <a:bodyPr wrap="square" lIns="0" tIns="0" rIns="0" bIns="0" rtlCol="0" anchor="ctr"/>
          <a:lstStyle/>
          <a:p>
            <a:pPr indent="0" marL="0">
              <a:buNone/>
            </a:pPr>
            <a:r>
              <a:rPr lang="en-US" sz="1600" dirty="0">
                <a:solidFill>
                  <a:srgbClr val="1B2A4A"/>
                </a:solidFill>
                <a:latin typeface="Calibri" pitchFamily="34" charset="0"/>
                <a:ea typeface="Calibri" pitchFamily="34" charset="-122"/>
                <a:cs typeface="Calibri" pitchFamily="34" charset="-120"/>
              </a:rPr>
              <a:t>Cash register (POS system)</a:t>
            </a:r>
            <a:endParaRPr lang="en-US" sz="1600" dirty="0"/>
          </a:p>
        </p:txBody>
      </p:sp>
      <p:sp>
        <p:nvSpPr>
          <p:cNvPr id="9" name="a3-float"/>
          <p:cNvSpPr/>
          <p:nvPr/>
        </p:nvSpPr>
        <p:spPr>
          <a:xfrm>
            <a:off x="960120" y="3154680"/>
            <a:ext cx="530352" cy="530352"/>
          </a:xfrm>
          <a:prstGeom prst="ellipse">
            <a:avLst/>
          </a:prstGeom>
          <a:solidFill>
            <a:srgbClr val="D9973A"/>
          </a:solidFill>
          <a:ln w="12700">
            <a:solidFill>
              <a:srgbClr val="D9973A"/>
            </a:solidFill>
            <a:prstDash val="solid"/>
          </a:ln>
        </p:spPr>
      </p:sp>
      <p:pic>
        <p:nvPicPr>
          <p:cNvPr id="10" name="a3-float" descr="">    </p:cNvPr>
          <p:cNvPicPr>
            <a:picLocks noChangeAspect="1"/>
          </p:cNvPicPr>
          <p:nvPr/>
        </p:nvPicPr>
        <p:blipFill>
          <a:blip r:embed="rId2"/>
          <a:stretch>
            <a:fillRect/>
          </a:stretch>
        </p:blipFill>
        <p:spPr>
          <a:xfrm>
            <a:off x="1087404" y="3281964"/>
            <a:ext cx="275783" cy="275783"/>
          </a:xfrm>
          <a:prstGeom prst="rect">
            <a:avLst/>
          </a:prstGeom>
        </p:spPr>
      </p:pic>
      <p:sp>
        <p:nvSpPr>
          <p:cNvPr id="11" name="a3-float"/>
          <p:cNvSpPr txBox="1"/>
          <p:nvPr/>
        </p:nvSpPr>
        <p:spPr>
          <a:xfrm>
            <a:off x="1691640" y="3154680"/>
            <a:ext cx="3931920" cy="530352"/>
          </a:xfrm>
          <a:prstGeom prst="rect">
            <a:avLst/>
          </a:prstGeom>
          <a:noFill/>
          <a:ln/>
        </p:spPr>
        <p:txBody>
          <a:bodyPr wrap="square" lIns="0" tIns="0" rIns="0" bIns="0" rtlCol="0" anchor="ctr"/>
          <a:lstStyle/>
          <a:p>
            <a:pPr indent="0" marL="0">
              <a:buNone/>
            </a:pPr>
            <a:r>
              <a:rPr lang="en-US" sz="1600" dirty="0">
                <a:solidFill>
                  <a:srgbClr val="1B2A4A"/>
                </a:solidFill>
                <a:latin typeface="Calibri" pitchFamily="34" charset="0"/>
                <a:ea typeface="Calibri" pitchFamily="34" charset="-122"/>
                <a:cs typeface="Calibri" pitchFamily="34" charset="-120"/>
              </a:rPr>
              <a:t>Card payment terminal</a:t>
            </a:r>
            <a:endParaRPr lang="en-US" sz="1600" dirty="0"/>
          </a:p>
        </p:txBody>
      </p:sp>
      <p:sp>
        <p:nvSpPr>
          <p:cNvPr id="12" name="a4-float"/>
          <p:cNvSpPr/>
          <p:nvPr/>
        </p:nvSpPr>
        <p:spPr>
          <a:xfrm>
            <a:off x="960120" y="3840480"/>
            <a:ext cx="530352" cy="530352"/>
          </a:xfrm>
          <a:prstGeom prst="ellipse">
            <a:avLst/>
          </a:prstGeom>
          <a:solidFill>
            <a:srgbClr val="D9973A"/>
          </a:solidFill>
          <a:ln w="12700">
            <a:solidFill>
              <a:srgbClr val="D9973A"/>
            </a:solidFill>
            <a:prstDash val="solid"/>
          </a:ln>
        </p:spPr>
      </p:sp>
      <p:pic>
        <p:nvPicPr>
          <p:cNvPr id="13" name="a4-float" descr="">    </p:cNvPr>
          <p:cNvPicPr>
            <a:picLocks noChangeAspect="1"/>
          </p:cNvPicPr>
          <p:nvPr/>
        </p:nvPicPr>
        <p:blipFill>
          <a:blip r:embed="rId3"/>
          <a:stretch>
            <a:fillRect/>
          </a:stretch>
        </p:blipFill>
        <p:spPr>
          <a:xfrm>
            <a:off x="1087404" y="3967764"/>
            <a:ext cx="275783" cy="275783"/>
          </a:xfrm>
          <a:prstGeom prst="rect">
            <a:avLst/>
          </a:prstGeom>
        </p:spPr>
      </p:pic>
      <p:sp>
        <p:nvSpPr>
          <p:cNvPr id="14" name="a4-float"/>
          <p:cNvSpPr txBox="1"/>
          <p:nvPr/>
        </p:nvSpPr>
        <p:spPr>
          <a:xfrm>
            <a:off x="1691640" y="3840480"/>
            <a:ext cx="3931920" cy="530352"/>
          </a:xfrm>
          <a:prstGeom prst="rect">
            <a:avLst/>
          </a:prstGeom>
          <a:noFill/>
          <a:ln/>
        </p:spPr>
        <p:txBody>
          <a:bodyPr wrap="square" lIns="0" tIns="0" rIns="0" bIns="0" rtlCol="0" anchor="ctr"/>
          <a:lstStyle/>
          <a:p>
            <a:pPr indent="0" marL="0">
              <a:buNone/>
            </a:pPr>
            <a:r>
              <a:rPr lang="en-US" sz="1600" dirty="0">
                <a:solidFill>
                  <a:srgbClr val="1B2A4A"/>
                </a:solidFill>
                <a:latin typeface="Calibri" pitchFamily="34" charset="0"/>
                <a:ea typeface="Calibri" pitchFamily="34" charset="-122"/>
                <a:cs typeface="Calibri" pitchFamily="34" charset="-120"/>
              </a:rPr>
              <a:t>Phone and e-mail</a:t>
            </a:r>
            <a:endParaRPr lang="en-US" sz="1600" dirty="0"/>
          </a:p>
        </p:txBody>
      </p:sp>
      <p:sp>
        <p:nvSpPr>
          <p:cNvPr id="15" name="a5-float"/>
          <p:cNvSpPr/>
          <p:nvPr/>
        </p:nvSpPr>
        <p:spPr>
          <a:xfrm>
            <a:off x="960120" y="4526280"/>
            <a:ext cx="530352" cy="530352"/>
          </a:xfrm>
          <a:prstGeom prst="ellipse">
            <a:avLst/>
          </a:prstGeom>
          <a:solidFill>
            <a:srgbClr val="D9973A"/>
          </a:solidFill>
          <a:ln w="12700">
            <a:solidFill>
              <a:srgbClr val="D9973A"/>
            </a:solidFill>
            <a:prstDash val="solid"/>
          </a:ln>
        </p:spPr>
      </p:sp>
      <p:pic>
        <p:nvPicPr>
          <p:cNvPr id="16" name="a5-float" descr="">    </p:cNvPr>
          <p:cNvPicPr>
            <a:picLocks noChangeAspect="1"/>
          </p:cNvPicPr>
          <p:nvPr/>
        </p:nvPicPr>
        <p:blipFill>
          <a:blip r:embed="rId4"/>
          <a:stretch>
            <a:fillRect/>
          </a:stretch>
        </p:blipFill>
        <p:spPr>
          <a:xfrm>
            <a:off x="1087404" y="4653564"/>
            <a:ext cx="275783" cy="275783"/>
          </a:xfrm>
          <a:prstGeom prst="rect">
            <a:avLst/>
          </a:prstGeom>
        </p:spPr>
      </p:pic>
      <p:sp>
        <p:nvSpPr>
          <p:cNvPr id="17" name="a5-float"/>
          <p:cNvSpPr txBox="1"/>
          <p:nvPr/>
        </p:nvSpPr>
        <p:spPr>
          <a:xfrm>
            <a:off x="1691640" y="4526280"/>
            <a:ext cx="3931920" cy="530352"/>
          </a:xfrm>
          <a:prstGeom prst="rect">
            <a:avLst/>
          </a:prstGeom>
          <a:noFill/>
          <a:ln/>
        </p:spPr>
        <p:txBody>
          <a:bodyPr wrap="square" lIns="0" tIns="0" rIns="0" bIns="0" rtlCol="0" anchor="ctr"/>
          <a:lstStyle/>
          <a:p>
            <a:pPr indent="0" marL="0">
              <a:buNone/>
            </a:pPr>
            <a:r>
              <a:rPr lang="en-US" sz="1600" dirty="0">
                <a:solidFill>
                  <a:srgbClr val="1B2A4A"/>
                </a:solidFill>
                <a:latin typeface="Calibri" pitchFamily="34" charset="0"/>
                <a:ea typeface="Calibri" pitchFamily="34" charset="-122"/>
                <a:cs typeface="Calibri" pitchFamily="34" charset="-120"/>
              </a:rPr>
              <a:t>Google business page: map and reviews</a:t>
            </a:r>
            <a:endParaRPr lang="en-US" sz="1600" dirty="0"/>
          </a:p>
        </p:txBody>
      </p:sp>
      <p:sp>
        <p:nvSpPr>
          <p:cNvPr id="18" name="a6-float"/>
          <p:cNvSpPr/>
          <p:nvPr/>
        </p:nvSpPr>
        <p:spPr>
          <a:xfrm>
            <a:off x="960120" y="5212080"/>
            <a:ext cx="530352" cy="530352"/>
          </a:xfrm>
          <a:prstGeom prst="ellipse">
            <a:avLst/>
          </a:prstGeom>
          <a:solidFill>
            <a:srgbClr val="D9973A"/>
          </a:solidFill>
          <a:ln w="12700">
            <a:solidFill>
              <a:srgbClr val="D9973A"/>
            </a:solidFill>
            <a:prstDash val="solid"/>
          </a:ln>
        </p:spPr>
      </p:sp>
      <p:pic>
        <p:nvPicPr>
          <p:cNvPr id="19" name="a6-float" descr="">    </p:cNvPr>
          <p:cNvPicPr>
            <a:picLocks noChangeAspect="1"/>
          </p:cNvPicPr>
          <p:nvPr/>
        </p:nvPicPr>
        <p:blipFill>
          <a:blip r:embed="rId5"/>
          <a:stretch>
            <a:fillRect/>
          </a:stretch>
        </p:blipFill>
        <p:spPr>
          <a:xfrm>
            <a:off x="1087404" y="5339364"/>
            <a:ext cx="275783" cy="275783"/>
          </a:xfrm>
          <a:prstGeom prst="rect">
            <a:avLst/>
          </a:prstGeom>
        </p:spPr>
      </p:pic>
      <p:sp>
        <p:nvSpPr>
          <p:cNvPr id="20" name="a6-float"/>
          <p:cNvSpPr txBox="1"/>
          <p:nvPr/>
        </p:nvSpPr>
        <p:spPr>
          <a:xfrm>
            <a:off x="1691640" y="5212080"/>
            <a:ext cx="3931920" cy="530352"/>
          </a:xfrm>
          <a:prstGeom prst="rect">
            <a:avLst/>
          </a:prstGeom>
          <a:noFill/>
          <a:ln/>
        </p:spPr>
        <p:txBody>
          <a:bodyPr wrap="square" lIns="0" tIns="0" rIns="0" bIns="0" rtlCol="0" anchor="ctr"/>
          <a:lstStyle/>
          <a:p>
            <a:pPr indent="0" marL="0">
              <a:buNone/>
            </a:pPr>
            <a:r>
              <a:rPr lang="en-US" sz="1600" dirty="0">
                <a:solidFill>
                  <a:srgbClr val="1B2A4A"/>
                </a:solidFill>
                <a:latin typeface="Calibri" pitchFamily="34" charset="0"/>
                <a:ea typeface="Calibri" pitchFamily="34" charset="-122"/>
                <a:cs typeface="Calibri" pitchFamily="34" charset="-120"/>
              </a:rPr>
              <a:t>Digital documents and tables</a:t>
            </a:r>
            <a:endParaRPr lang="en-US" sz="1600" dirty="0"/>
          </a:p>
        </p:txBody>
      </p:sp>
      <p:sp>
        <p:nvSpPr>
          <p:cNvPr id="21" name="a7-zoom"/>
          <p:cNvSpPr/>
          <p:nvPr/>
        </p:nvSpPr>
        <p:spPr>
          <a:xfrm>
            <a:off x="6062472" y="1783080"/>
            <a:ext cx="5486400" cy="1417320"/>
          </a:xfrm>
          <a:prstGeom prst="roundRect">
            <a:avLst>
              <a:gd name="adj" fmla="val 9677"/>
            </a:avLst>
          </a:prstGeom>
          <a:solidFill>
            <a:srgbClr val="FBF1E2"/>
          </a:solidFill>
          <a:ln w="12700">
            <a:solidFill>
              <a:srgbClr val="FBF1E2"/>
            </a:solidFill>
            <a:prstDash val="solid"/>
          </a:ln>
        </p:spPr>
      </p:sp>
      <p:pic>
        <p:nvPicPr>
          <p:cNvPr id="22" name="a7-zoom" descr="">    </p:cNvPr>
          <p:cNvPicPr>
            <a:picLocks noChangeAspect="1"/>
          </p:cNvPicPr>
          <p:nvPr/>
        </p:nvPicPr>
        <p:blipFill>
          <a:blip r:embed="rId6"/>
          <a:stretch>
            <a:fillRect/>
          </a:stretch>
        </p:blipFill>
        <p:spPr>
          <a:xfrm>
            <a:off x="6355080" y="2011680"/>
            <a:ext cx="384048" cy="384048"/>
          </a:xfrm>
          <a:prstGeom prst="rect">
            <a:avLst/>
          </a:prstGeom>
        </p:spPr>
      </p:pic>
      <p:sp>
        <p:nvSpPr>
          <p:cNvPr id="23" name="a7-zoom"/>
          <p:cNvSpPr txBox="1"/>
          <p:nvPr/>
        </p:nvSpPr>
        <p:spPr>
          <a:xfrm>
            <a:off x="6858000" y="1984248"/>
            <a:ext cx="4480560" cy="41148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With customers</a:t>
            </a:r>
            <a:endParaRPr lang="en-US" sz="1800" dirty="0"/>
          </a:p>
        </p:txBody>
      </p:sp>
      <p:sp>
        <p:nvSpPr>
          <p:cNvPr id="24" name="a7-zoom"/>
          <p:cNvSpPr txBox="1"/>
          <p:nvPr/>
        </p:nvSpPr>
        <p:spPr>
          <a:xfrm>
            <a:off x="6355080" y="2468880"/>
            <a:ext cx="5029200" cy="640080"/>
          </a:xfrm>
          <a:prstGeom prst="rect">
            <a:avLst/>
          </a:prstGeom>
          <a:noFill/>
          <a:ln/>
        </p:spPr>
        <p:txBody>
          <a:bodyPr wrap="square" lIns="0" tIns="0" rIns="0" bIns="0" rtlCol="0" anchor="t"/>
          <a:lstStyle/>
          <a:p>
            <a:pPr indent="0" marL="0">
              <a:buNone/>
            </a:pPr>
            <a:r>
              <a:rPr lang="en-US" sz="1450" b="1" dirty="0">
                <a:solidFill>
                  <a:srgbClr val="1B2A4A"/>
                </a:solidFill>
                <a:latin typeface="Calibri" pitchFamily="34" charset="0"/>
                <a:ea typeface="Calibri" pitchFamily="34" charset="-122"/>
                <a:cs typeface="Calibri" pitchFamily="34" charset="-120"/>
              </a:rPr>
              <a:t>Channels: </a:t>
            </a:r>
            <a:pPr indent="0" marL="0">
              <a:buNone/>
            </a:pPr>
            <a:r>
              <a:rPr lang="en-US" sz="1450" dirty="0">
                <a:solidFill>
                  <a:srgbClr val="5B6577"/>
                </a:solidFill>
                <a:latin typeface="Calibri" pitchFamily="34" charset="0"/>
                <a:ea typeface="Calibri" pitchFamily="34" charset="-122"/>
                <a:cs typeface="Calibri" pitchFamily="34" charset="-120"/>
              </a:rPr>
              <a:t>face to face, phone, e-mail, online reviews</a:t>
            </a:r>
            <a:endParaRPr lang="en-US" sz="1450" dirty="0"/>
          </a:p>
          <a:p>
            <a:pPr indent="0" marL="0">
              <a:buNone/>
            </a:pPr>
            <a:r>
              <a:rPr lang="en-US" sz="1450" b="1" dirty="0">
                <a:solidFill>
                  <a:srgbClr val="1B2A4A"/>
                </a:solidFill>
                <a:latin typeface="Calibri" pitchFamily="34" charset="0"/>
                <a:ea typeface="Calibri" pitchFamily="34" charset="-122"/>
                <a:cs typeface="Calibri" pitchFamily="34" charset="-120"/>
              </a:rPr>
              <a:t>Style: </a:t>
            </a:r>
            <a:pPr indent="0" marL="0">
              <a:buNone/>
            </a:pPr>
            <a:r>
              <a:rPr lang="en-US" sz="1450" dirty="0">
                <a:solidFill>
                  <a:srgbClr val="5B6577"/>
                </a:solidFill>
                <a:latin typeface="Calibri" pitchFamily="34" charset="0"/>
                <a:ea typeface="Calibri" pitchFamily="34" charset="-122"/>
                <a:cs typeface="Calibri" pitchFamily="34" charset="-120"/>
              </a:rPr>
              <a:t>polite and formal (French “vous”)</a:t>
            </a:r>
            <a:endParaRPr lang="en-US" sz="1450" dirty="0"/>
          </a:p>
        </p:txBody>
      </p:sp>
      <p:sp>
        <p:nvSpPr>
          <p:cNvPr id="25" name="a8-zoom"/>
          <p:cNvSpPr/>
          <p:nvPr/>
        </p:nvSpPr>
        <p:spPr>
          <a:xfrm>
            <a:off x="6062472" y="3383280"/>
            <a:ext cx="5486400" cy="1417320"/>
          </a:xfrm>
          <a:prstGeom prst="roundRect">
            <a:avLst>
              <a:gd name="adj" fmla="val 9677"/>
            </a:avLst>
          </a:prstGeom>
          <a:solidFill>
            <a:srgbClr val="1B2A4A"/>
          </a:solidFill>
          <a:ln w="12700">
            <a:solidFill>
              <a:srgbClr val="1B2A4A"/>
            </a:solidFill>
            <a:prstDash val="solid"/>
          </a:ln>
        </p:spPr>
      </p:sp>
      <p:pic>
        <p:nvPicPr>
          <p:cNvPr id="26" name="a8-zoom" descr="">    </p:cNvPr>
          <p:cNvPicPr>
            <a:picLocks noChangeAspect="1"/>
          </p:cNvPicPr>
          <p:nvPr/>
        </p:nvPicPr>
        <p:blipFill>
          <a:blip r:embed="rId7"/>
          <a:stretch>
            <a:fillRect/>
          </a:stretch>
        </p:blipFill>
        <p:spPr>
          <a:xfrm>
            <a:off x="6355080" y="3611880"/>
            <a:ext cx="384048" cy="384048"/>
          </a:xfrm>
          <a:prstGeom prst="rect">
            <a:avLst/>
          </a:prstGeom>
        </p:spPr>
      </p:pic>
      <p:sp>
        <p:nvSpPr>
          <p:cNvPr id="27" name="a8-zoom"/>
          <p:cNvSpPr txBox="1"/>
          <p:nvPr/>
        </p:nvSpPr>
        <p:spPr>
          <a:xfrm>
            <a:off x="6858000" y="3584448"/>
            <a:ext cx="448056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In the team</a:t>
            </a:r>
            <a:endParaRPr lang="en-US" sz="1800" dirty="0"/>
          </a:p>
        </p:txBody>
      </p:sp>
      <p:sp>
        <p:nvSpPr>
          <p:cNvPr id="28" name="a8-zoom"/>
          <p:cNvSpPr txBox="1"/>
          <p:nvPr/>
        </p:nvSpPr>
        <p:spPr>
          <a:xfrm>
            <a:off x="6355080" y="4069080"/>
            <a:ext cx="5029200" cy="6400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Channels: </a:t>
            </a:r>
            <a:pPr indent="0" marL="0">
              <a:buNone/>
            </a:pPr>
            <a:r>
              <a:rPr lang="en-US" sz="1450" dirty="0">
                <a:solidFill>
                  <a:srgbClr val="C9D3E6"/>
                </a:solidFill>
                <a:latin typeface="Calibri" pitchFamily="34" charset="0"/>
                <a:ea typeface="Calibri" pitchFamily="34" charset="-122"/>
                <a:cs typeface="Calibri" pitchFamily="34" charset="-120"/>
              </a:rPr>
              <a:t>daily face-to-face talks, phone</a:t>
            </a:r>
            <a:endParaRPr lang="en-US" sz="1450" dirty="0"/>
          </a:p>
          <a:p>
            <a:pPr indent="0" marL="0">
              <a:buNone/>
            </a:pPr>
            <a:r>
              <a:rPr lang="en-US" sz="1450" b="1" dirty="0">
                <a:solidFill>
                  <a:srgbClr val="FFFFFF"/>
                </a:solidFill>
                <a:latin typeface="Calibri" pitchFamily="34" charset="0"/>
                <a:ea typeface="Calibri" pitchFamily="34" charset="-122"/>
                <a:cs typeface="Calibri" pitchFamily="34" charset="-120"/>
              </a:rPr>
              <a:t>Style: </a:t>
            </a:r>
            <a:pPr indent="0" marL="0">
              <a:buNone/>
            </a:pPr>
            <a:r>
              <a:rPr lang="en-US" sz="1450" dirty="0">
                <a:solidFill>
                  <a:srgbClr val="C9D3E6"/>
                </a:solidFill>
                <a:latin typeface="Calibri" pitchFamily="34" charset="0"/>
                <a:ea typeface="Calibri" pitchFamily="34" charset="-122"/>
                <a:cs typeface="Calibri" pitchFamily="34" charset="-120"/>
              </a:rPr>
              <a:t>friendly, clear and direct</a:t>
            </a:r>
            <a:endParaRPr lang="en-US" sz="1450" dirty="0"/>
          </a:p>
        </p:txBody>
      </p:sp>
      <p:sp>
        <p:nvSpPr>
          <p:cNvPr id="29" name="a9-zoom"/>
          <p:cNvSpPr/>
          <p:nvPr/>
        </p:nvSpPr>
        <p:spPr>
          <a:xfrm>
            <a:off x="6062472" y="4983480"/>
            <a:ext cx="5486400" cy="1005840"/>
          </a:xfrm>
          <a:prstGeom prst="roundRect">
            <a:avLst>
              <a:gd name="adj" fmla="val 13636"/>
            </a:avLst>
          </a:prstGeom>
          <a:solidFill>
            <a:srgbClr val="FFFFFF"/>
          </a:solidFill>
          <a:ln w="19050">
            <a:solidFill>
              <a:srgbClr val="D9973A"/>
            </a:solidFill>
            <a:prstDash val="solid"/>
          </a:ln>
        </p:spPr>
      </p:sp>
      <p:sp>
        <p:nvSpPr>
          <p:cNvPr id="30" name="a9-zoom"/>
          <p:cNvSpPr/>
          <p:nvPr/>
        </p:nvSpPr>
        <p:spPr>
          <a:xfrm>
            <a:off x="6355080" y="5193792"/>
            <a:ext cx="585216" cy="585216"/>
          </a:xfrm>
          <a:prstGeom prst="ellipse">
            <a:avLst/>
          </a:prstGeom>
          <a:solidFill>
            <a:srgbClr val="D9973A"/>
          </a:solidFill>
          <a:ln w="12700">
            <a:solidFill>
              <a:srgbClr val="D9973A"/>
            </a:solidFill>
            <a:prstDash val="solid"/>
          </a:ln>
        </p:spPr>
      </p:sp>
      <p:pic>
        <p:nvPicPr>
          <p:cNvPr id="31" name="a9-zoom" descr="">    </p:cNvPr>
          <p:cNvPicPr>
            <a:picLocks noChangeAspect="1"/>
          </p:cNvPicPr>
          <p:nvPr/>
        </p:nvPicPr>
        <p:blipFill>
          <a:blip r:embed="rId8"/>
          <a:stretch>
            <a:fillRect/>
          </a:stretch>
        </p:blipFill>
        <p:spPr>
          <a:xfrm>
            <a:off x="6495532" y="5334244"/>
            <a:ext cx="304312" cy="304312"/>
          </a:xfrm>
          <a:prstGeom prst="rect">
            <a:avLst/>
          </a:prstGeom>
        </p:spPr>
      </p:pic>
      <p:sp>
        <p:nvSpPr>
          <p:cNvPr id="32" name="a9-zoom"/>
          <p:cNvSpPr txBox="1"/>
          <p:nvPr/>
        </p:nvSpPr>
        <p:spPr>
          <a:xfrm>
            <a:off x="7132320" y="4983480"/>
            <a:ext cx="4297680" cy="1005840"/>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Languages at work</a:t>
            </a:r>
            <a:endParaRPr lang="en-US" sz="1700" dirty="0"/>
          </a:p>
          <a:p>
            <a:pPr indent="0" marL="0">
              <a:buNone/>
            </a:pPr>
            <a:r>
              <a:rPr lang="en-US" sz="1450" dirty="0">
                <a:solidFill>
                  <a:srgbClr val="5B6577"/>
                </a:solidFill>
                <a:latin typeface="Calibri" pitchFamily="34" charset="0"/>
                <a:ea typeface="Calibri" pitchFamily="34" charset="-122"/>
                <a:cs typeface="Calibri" pitchFamily="34" charset="-120"/>
              </a:rPr>
              <a:t>French with customers and the team  ·  English (C1)</a:t>
            </a:r>
            <a:endParaRPr lang="en-US" sz="1700" dirty="0"/>
          </a:p>
        </p:txBody>
      </p:sp>
      <p:sp>
        <p:nvSpPr>
          <p:cNvPr id="33" name="Text 23"/>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34" name="Text 24"/>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12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42" presetClass="entr" presetSubtype="0" fill="hold" grpId="0" nodeType="withEffect">
                                  <p:stCondLst>
                                    <p:cond delay="35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fill="hold"/>
                                        <p:tgtEl>
                                          <p:spTgt spid="6"/>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fill="hold"/>
                                        <p:tgtEl>
                                          <p:spTgt spid="7"/>
                                        </p:tgtEl>
                                        <p:attrNameLst>
                                          <p:attrName>ppt_x</p:attrName>
                                        </p:attrNameLst>
                                      </p:cBhvr>
                                      <p:tavLst>
                                        <p:tav tm="0">
                                          <p:val>
                                            <p:strVal val="#ppt_x"/>
                                          </p:val>
                                        </p:tav>
                                        <p:tav tm="100000">
                                          <p:val>
                                            <p:strVal val="#ppt_x"/>
                                          </p:val>
                                        </p:tav>
                                      </p:tavLst>
                                    </p:anim>
                                    <p:anim calcmode="lin" valueType="num">
                                      <p:cBhvr>
                                        <p:cTn id="20" dur="600" fill="hold"/>
                                        <p:tgtEl>
                                          <p:spTgt spid="7"/>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35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00"/>
                                        <p:tgtEl>
                                          <p:spTgt spid="8"/>
                                        </p:tgtEl>
                                      </p:cBhvr>
                                    </p:animEffect>
                                    <p:anim calcmode="lin" valueType="num">
                                      <p:cBhvr>
                                        <p:cTn id="24" dur="600" fill="hold"/>
                                        <p:tgtEl>
                                          <p:spTgt spid="8"/>
                                        </p:tgtEl>
                                        <p:attrNameLst>
                                          <p:attrName>ppt_x</p:attrName>
                                        </p:attrNameLst>
                                      </p:cBhvr>
                                      <p:tavLst>
                                        <p:tav tm="0">
                                          <p:val>
                                            <p:strVal val="#ppt_x"/>
                                          </p:val>
                                        </p:tav>
                                        <p:tav tm="100000">
                                          <p:val>
                                            <p:strVal val="#ppt_x"/>
                                          </p:val>
                                        </p:tav>
                                      </p:tavLst>
                                    </p:anim>
                                    <p:anim calcmode="lin" valueType="num">
                                      <p:cBhvr>
                                        <p:cTn id="25" dur="600" fill="hold"/>
                                        <p:tgtEl>
                                          <p:spTgt spid="8"/>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77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anim calcmode="lin" valueType="num">
                                      <p:cBhvr>
                                        <p:cTn id="29" dur="600" fill="hold"/>
                                        <p:tgtEl>
                                          <p:spTgt spid="9"/>
                                        </p:tgtEl>
                                        <p:attrNameLst>
                                          <p:attrName>ppt_x</p:attrName>
                                        </p:attrNameLst>
                                      </p:cBhvr>
                                      <p:tavLst>
                                        <p:tav tm="0">
                                          <p:val>
                                            <p:strVal val="#ppt_x"/>
                                          </p:val>
                                        </p:tav>
                                        <p:tav tm="100000">
                                          <p:val>
                                            <p:strVal val="#ppt_x"/>
                                          </p:val>
                                        </p:tav>
                                      </p:tavLst>
                                    </p:anim>
                                    <p:anim calcmode="lin" valueType="num">
                                      <p:cBhvr>
                                        <p:cTn id="30" dur="6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77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600"/>
                                        <p:tgtEl>
                                          <p:spTgt spid="10"/>
                                        </p:tgtEl>
                                      </p:cBhvr>
                                    </p:animEffect>
                                    <p:anim calcmode="lin" valueType="num">
                                      <p:cBhvr>
                                        <p:cTn id="34" dur="600" fill="hold"/>
                                        <p:tgtEl>
                                          <p:spTgt spid="10"/>
                                        </p:tgtEl>
                                        <p:attrNameLst>
                                          <p:attrName>ppt_x</p:attrName>
                                        </p:attrNameLst>
                                      </p:cBhvr>
                                      <p:tavLst>
                                        <p:tav tm="0">
                                          <p:val>
                                            <p:strVal val="#ppt_x"/>
                                          </p:val>
                                        </p:tav>
                                        <p:tav tm="100000">
                                          <p:val>
                                            <p:strVal val="#ppt_x"/>
                                          </p:val>
                                        </p:tav>
                                      </p:tavLst>
                                    </p:anim>
                                    <p:anim calcmode="lin" valueType="num">
                                      <p:cBhvr>
                                        <p:cTn id="35" dur="600" fill="hold"/>
                                        <p:tgtEl>
                                          <p:spTgt spid="10"/>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77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anim calcmode="lin" valueType="num">
                                      <p:cBhvr>
                                        <p:cTn id="39" dur="600" fill="hold"/>
                                        <p:tgtEl>
                                          <p:spTgt spid="11"/>
                                        </p:tgtEl>
                                        <p:attrNameLst>
                                          <p:attrName>ppt_x</p:attrName>
                                        </p:attrNameLst>
                                      </p:cBhvr>
                                      <p:tavLst>
                                        <p:tav tm="0">
                                          <p:val>
                                            <p:strVal val="#ppt_x"/>
                                          </p:val>
                                        </p:tav>
                                        <p:tav tm="100000">
                                          <p:val>
                                            <p:strVal val="#ppt_x"/>
                                          </p:val>
                                        </p:tav>
                                      </p:tavLst>
                                    </p:anim>
                                    <p:anim calcmode="lin" valueType="num">
                                      <p:cBhvr>
                                        <p:cTn id="40" dur="600" fill="hold"/>
                                        <p:tgtEl>
                                          <p:spTgt spid="11"/>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119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600"/>
                                        <p:tgtEl>
                                          <p:spTgt spid="12"/>
                                        </p:tgtEl>
                                      </p:cBhvr>
                                    </p:animEffect>
                                    <p:anim calcmode="lin" valueType="num">
                                      <p:cBhvr>
                                        <p:cTn id="44" dur="600" fill="hold"/>
                                        <p:tgtEl>
                                          <p:spTgt spid="12"/>
                                        </p:tgtEl>
                                        <p:attrNameLst>
                                          <p:attrName>ppt_x</p:attrName>
                                        </p:attrNameLst>
                                      </p:cBhvr>
                                      <p:tavLst>
                                        <p:tav tm="0">
                                          <p:val>
                                            <p:strVal val="#ppt_x"/>
                                          </p:val>
                                        </p:tav>
                                        <p:tav tm="100000">
                                          <p:val>
                                            <p:strVal val="#ppt_x"/>
                                          </p:val>
                                        </p:tav>
                                      </p:tavLst>
                                    </p:anim>
                                    <p:anim calcmode="lin" valueType="num">
                                      <p:cBhvr>
                                        <p:cTn id="45" dur="600" fill="hold"/>
                                        <p:tgtEl>
                                          <p:spTgt spid="12"/>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119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600"/>
                                        <p:tgtEl>
                                          <p:spTgt spid="13"/>
                                        </p:tgtEl>
                                      </p:cBhvr>
                                    </p:animEffect>
                                    <p:anim calcmode="lin" valueType="num">
                                      <p:cBhvr>
                                        <p:cTn id="49" dur="600" fill="hold"/>
                                        <p:tgtEl>
                                          <p:spTgt spid="13"/>
                                        </p:tgtEl>
                                        <p:attrNameLst>
                                          <p:attrName>ppt_x</p:attrName>
                                        </p:attrNameLst>
                                      </p:cBhvr>
                                      <p:tavLst>
                                        <p:tav tm="0">
                                          <p:val>
                                            <p:strVal val="#ppt_x"/>
                                          </p:val>
                                        </p:tav>
                                        <p:tav tm="100000">
                                          <p:val>
                                            <p:strVal val="#ppt_x"/>
                                          </p:val>
                                        </p:tav>
                                      </p:tavLst>
                                    </p:anim>
                                    <p:anim calcmode="lin" valueType="num">
                                      <p:cBhvr>
                                        <p:cTn id="50" dur="600" fill="hold"/>
                                        <p:tgtEl>
                                          <p:spTgt spid="13"/>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119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600"/>
                                        <p:tgtEl>
                                          <p:spTgt spid="14"/>
                                        </p:tgtEl>
                                      </p:cBhvr>
                                    </p:animEffect>
                                    <p:anim calcmode="lin" valueType="num">
                                      <p:cBhvr>
                                        <p:cTn id="54" dur="600" fill="hold"/>
                                        <p:tgtEl>
                                          <p:spTgt spid="14"/>
                                        </p:tgtEl>
                                        <p:attrNameLst>
                                          <p:attrName>ppt_x</p:attrName>
                                        </p:attrNameLst>
                                      </p:cBhvr>
                                      <p:tavLst>
                                        <p:tav tm="0">
                                          <p:val>
                                            <p:strVal val="#ppt_x"/>
                                          </p:val>
                                        </p:tav>
                                        <p:tav tm="100000">
                                          <p:val>
                                            <p:strVal val="#ppt_x"/>
                                          </p:val>
                                        </p:tav>
                                      </p:tavLst>
                                    </p:anim>
                                    <p:anim calcmode="lin" valueType="num">
                                      <p:cBhvr>
                                        <p:cTn id="55" dur="600" fill="hold"/>
                                        <p:tgtEl>
                                          <p:spTgt spid="14"/>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161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600"/>
                                        <p:tgtEl>
                                          <p:spTgt spid="15"/>
                                        </p:tgtEl>
                                      </p:cBhvr>
                                    </p:animEffect>
                                    <p:anim calcmode="lin" valueType="num">
                                      <p:cBhvr>
                                        <p:cTn id="59" dur="600" fill="hold"/>
                                        <p:tgtEl>
                                          <p:spTgt spid="15"/>
                                        </p:tgtEl>
                                        <p:attrNameLst>
                                          <p:attrName>ppt_x</p:attrName>
                                        </p:attrNameLst>
                                      </p:cBhvr>
                                      <p:tavLst>
                                        <p:tav tm="0">
                                          <p:val>
                                            <p:strVal val="#ppt_x"/>
                                          </p:val>
                                        </p:tav>
                                        <p:tav tm="100000">
                                          <p:val>
                                            <p:strVal val="#ppt_x"/>
                                          </p:val>
                                        </p:tav>
                                      </p:tavLst>
                                    </p:anim>
                                    <p:anim calcmode="lin" valueType="num">
                                      <p:cBhvr>
                                        <p:cTn id="60" dur="600" fill="hold"/>
                                        <p:tgtEl>
                                          <p:spTgt spid="15"/>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161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600"/>
                                        <p:tgtEl>
                                          <p:spTgt spid="16"/>
                                        </p:tgtEl>
                                      </p:cBhvr>
                                    </p:animEffect>
                                    <p:anim calcmode="lin" valueType="num">
                                      <p:cBhvr>
                                        <p:cTn id="64" dur="600" fill="hold"/>
                                        <p:tgtEl>
                                          <p:spTgt spid="16"/>
                                        </p:tgtEl>
                                        <p:attrNameLst>
                                          <p:attrName>ppt_x</p:attrName>
                                        </p:attrNameLst>
                                      </p:cBhvr>
                                      <p:tavLst>
                                        <p:tav tm="0">
                                          <p:val>
                                            <p:strVal val="#ppt_x"/>
                                          </p:val>
                                        </p:tav>
                                        <p:tav tm="100000">
                                          <p:val>
                                            <p:strVal val="#ppt_x"/>
                                          </p:val>
                                        </p:tav>
                                      </p:tavLst>
                                    </p:anim>
                                    <p:anim calcmode="lin" valueType="num">
                                      <p:cBhvr>
                                        <p:cTn id="65" dur="600" fill="hold"/>
                                        <p:tgtEl>
                                          <p:spTgt spid="16"/>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161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600"/>
                                        <p:tgtEl>
                                          <p:spTgt spid="17"/>
                                        </p:tgtEl>
                                      </p:cBhvr>
                                    </p:animEffect>
                                    <p:anim calcmode="lin" valueType="num">
                                      <p:cBhvr>
                                        <p:cTn id="69" dur="600" fill="hold"/>
                                        <p:tgtEl>
                                          <p:spTgt spid="17"/>
                                        </p:tgtEl>
                                        <p:attrNameLst>
                                          <p:attrName>ppt_x</p:attrName>
                                        </p:attrNameLst>
                                      </p:cBhvr>
                                      <p:tavLst>
                                        <p:tav tm="0">
                                          <p:val>
                                            <p:strVal val="#ppt_x"/>
                                          </p:val>
                                        </p:tav>
                                        <p:tav tm="100000">
                                          <p:val>
                                            <p:strVal val="#ppt_x"/>
                                          </p:val>
                                        </p:tav>
                                      </p:tavLst>
                                    </p:anim>
                                    <p:anim calcmode="lin" valueType="num">
                                      <p:cBhvr>
                                        <p:cTn id="70" dur="600" fill="hold"/>
                                        <p:tgtEl>
                                          <p:spTgt spid="17"/>
                                        </p:tgtEl>
                                        <p:attrNameLst>
                                          <p:attrName>ppt_y</p:attrName>
                                        </p:attrNameLst>
                                      </p:cBhvr>
                                      <p:tavLst>
                                        <p:tav tm="0">
                                          <p:val>
                                            <p:strVal val="#ppt_y+.1"/>
                                          </p:val>
                                        </p:tav>
                                        <p:tav tm="100000">
                                          <p:val>
                                            <p:strVal val="#ppt_y"/>
                                          </p:val>
                                        </p:tav>
                                      </p:tavLst>
                                    </p:anim>
                                  </p:childTnLst>
                                </p:cTn>
                              </p:par>
                              <p:par>
                                <p:cTn id="71" presetID="42" presetClass="entr" presetSubtype="0" fill="hold" grpId="0" nodeType="withEffect">
                                  <p:stCondLst>
                                    <p:cond delay="203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600"/>
                                        <p:tgtEl>
                                          <p:spTgt spid="18"/>
                                        </p:tgtEl>
                                      </p:cBhvr>
                                    </p:animEffect>
                                    <p:anim calcmode="lin" valueType="num">
                                      <p:cBhvr>
                                        <p:cTn id="74" dur="600" fill="hold"/>
                                        <p:tgtEl>
                                          <p:spTgt spid="18"/>
                                        </p:tgtEl>
                                        <p:attrNameLst>
                                          <p:attrName>ppt_x</p:attrName>
                                        </p:attrNameLst>
                                      </p:cBhvr>
                                      <p:tavLst>
                                        <p:tav tm="0">
                                          <p:val>
                                            <p:strVal val="#ppt_x"/>
                                          </p:val>
                                        </p:tav>
                                        <p:tav tm="100000">
                                          <p:val>
                                            <p:strVal val="#ppt_x"/>
                                          </p:val>
                                        </p:tav>
                                      </p:tavLst>
                                    </p:anim>
                                    <p:anim calcmode="lin" valueType="num">
                                      <p:cBhvr>
                                        <p:cTn id="75" dur="600" fill="hold"/>
                                        <p:tgtEl>
                                          <p:spTgt spid="18"/>
                                        </p:tgtEl>
                                        <p:attrNameLst>
                                          <p:attrName>ppt_y</p:attrName>
                                        </p:attrNameLst>
                                      </p:cBhvr>
                                      <p:tavLst>
                                        <p:tav tm="0">
                                          <p:val>
                                            <p:strVal val="#ppt_y+.1"/>
                                          </p:val>
                                        </p:tav>
                                        <p:tav tm="100000">
                                          <p:val>
                                            <p:strVal val="#ppt_y"/>
                                          </p:val>
                                        </p:tav>
                                      </p:tavLst>
                                    </p:anim>
                                  </p:childTnLst>
                                </p:cTn>
                              </p:par>
                              <p:par>
                                <p:cTn id="76" presetID="42" presetClass="entr" presetSubtype="0" fill="hold" grpId="0" nodeType="withEffect">
                                  <p:stCondLst>
                                    <p:cond delay="2030"/>
                                  </p:stCondLst>
                                  <p:childTnLst>
                                    <p:set>
                                      <p:cBhvr>
                                        <p:cTn id="77" dur="1" fill="hold">
                                          <p:stCondLst>
                                            <p:cond delay="0"/>
                                          </p:stCondLst>
                                        </p:cTn>
                                        <p:tgtEl>
                                          <p:spTgt spid="19"/>
                                        </p:tgtEl>
                                        <p:attrNameLst>
                                          <p:attrName>style.visibility</p:attrName>
                                        </p:attrNameLst>
                                      </p:cBhvr>
                                      <p:to>
                                        <p:strVal val="visible"/>
                                      </p:to>
                                    </p:set>
                                    <p:animEffect transition="in" filter="fade">
                                      <p:cBhvr>
                                        <p:cTn id="78" dur="600"/>
                                        <p:tgtEl>
                                          <p:spTgt spid="19"/>
                                        </p:tgtEl>
                                      </p:cBhvr>
                                    </p:animEffect>
                                    <p:anim calcmode="lin" valueType="num">
                                      <p:cBhvr>
                                        <p:cTn id="79" dur="600" fill="hold"/>
                                        <p:tgtEl>
                                          <p:spTgt spid="19"/>
                                        </p:tgtEl>
                                        <p:attrNameLst>
                                          <p:attrName>ppt_x</p:attrName>
                                        </p:attrNameLst>
                                      </p:cBhvr>
                                      <p:tavLst>
                                        <p:tav tm="0">
                                          <p:val>
                                            <p:strVal val="#ppt_x"/>
                                          </p:val>
                                        </p:tav>
                                        <p:tav tm="100000">
                                          <p:val>
                                            <p:strVal val="#ppt_x"/>
                                          </p:val>
                                        </p:tav>
                                      </p:tavLst>
                                    </p:anim>
                                    <p:anim calcmode="lin" valueType="num">
                                      <p:cBhvr>
                                        <p:cTn id="80" dur="600" fill="hold"/>
                                        <p:tgtEl>
                                          <p:spTgt spid="19"/>
                                        </p:tgtEl>
                                        <p:attrNameLst>
                                          <p:attrName>ppt_y</p:attrName>
                                        </p:attrNameLst>
                                      </p:cBhvr>
                                      <p:tavLst>
                                        <p:tav tm="0">
                                          <p:val>
                                            <p:strVal val="#ppt_y+.1"/>
                                          </p:val>
                                        </p:tav>
                                        <p:tav tm="100000">
                                          <p:val>
                                            <p:strVal val="#ppt_y"/>
                                          </p:val>
                                        </p:tav>
                                      </p:tavLst>
                                    </p:anim>
                                  </p:childTnLst>
                                </p:cTn>
                              </p:par>
                              <p:par>
                                <p:cTn id="81" presetID="42" presetClass="entr" presetSubtype="0" fill="hold" grpId="0" nodeType="withEffect">
                                  <p:stCondLst>
                                    <p:cond delay="2030"/>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600"/>
                                        <p:tgtEl>
                                          <p:spTgt spid="20"/>
                                        </p:tgtEl>
                                      </p:cBhvr>
                                    </p:animEffect>
                                    <p:anim calcmode="lin" valueType="num">
                                      <p:cBhvr>
                                        <p:cTn id="84" dur="600" fill="hold"/>
                                        <p:tgtEl>
                                          <p:spTgt spid="20"/>
                                        </p:tgtEl>
                                        <p:attrNameLst>
                                          <p:attrName>ppt_x</p:attrName>
                                        </p:attrNameLst>
                                      </p:cBhvr>
                                      <p:tavLst>
                                        <p:tav tm="0">
                                          <p:val>
                                            <p:strVal val="#ppt_x"/>
                                          </p:val>
                                        </p:tav>
                                        <p:tav tm="100000">
                                          <p:val>
                                            <p:strVal val="#ppt_x"/>
                                          </p:val>
                                        </p:tav>
                                      </p:tavLst>
                                    </p:anim>
                                    <p:anim calcmode="lin" valueType="num">
                                      <p:cBhvr>
                                        <p:cTn id="85" dur="600" fill="hold"/>
                                        <p:tgtEl>
                                          <p:spTgt spid="20"/>
                                        </p:tgtEl>
                                        <p:attrNameLst>
                                          <p:attrName>ppt_y</p:attrName>
                                        </p:attrNameLst>
                                      </p:cBhvr>
                                      <p:tavLst>
                                        <p:tav tm="0">
                                          <p:val>
                                            <p:strVal val="#ppt_y+.1"/>
                                          </p:val>
                                        </p:tav>
                                        <p:tav tm="100000">
                                          <p:val>
                                            <p:strVal val="#ppt_y"/>
                                          </p:val>
                                        </p:tav>
                                      </p:tavLst>
                                    </p:anim>
                                  </p:childTnLst>
                                </p:cTn>
                              </p:par>
                              <p:par>
                                <p:cTn id="86" presetID="53" presetClass="entr" presetSubtype="16" fill="hold" grpId="0" nodeType="withEffect">
                                  <p:stCondLst>
                                    <p:cond delay="2450"/>
                                  </p:stCondLst>
                                  <p:childTnLst>
                                    <p:set>
                                      <p:cBhvr>
                                        <p:cTn id="87" dur="1" fill="hold">
                                          <p:stCondLst>
                                            <p:cond delay="0"/>
                                          </p:stCondLst>
                                        </p:cTn>
                                        <p:tgtEl>
                                          <p:spTgt spid="21"/>
                                        </p:tgtEl>
                                        <p:attrNameLst>
                                          <p:attrName>style.visibility</p:attrName>
                                        </p:attrNameLst>
                                      </p:cBhvr>
                                      <p:to>
                                        <p:strVal val="visible"/>
                                      </p:to>
                                    </p:set>
                                    <p:anim calcmode="lin" valueType="num">
                                      <p:cBhvr>
                                        <p:cTn id="88" dur="450" fill="hold"/>
                                        <p:tgtEl>
                                          <p:spTgt spid="21"/>
                                        </p:tgtEl>
                                        <p:attrNameLst>
                                          <p:attrName>ppt_w</p:attrName>
                                        </p:attrNameLst>
                                      </p:cBhvr>
                                      <p:tavLst>
                                        <p:tav tm="0">
                                          <p:val>
                                            <p:fltVal val="0"/>
                                          </p:val>
                                        </p:tav>
                                        <p:tav tm="100000">
                                          <p:val>
                                            <p:strVal val="#ppt_w"/>
                                          </p:val>
                                        </p:tav>
                                      </p:tavLst>
                                    </p:anim>
                                    <p:anim calcmode="lin" valueType="num">
                                      <p:cBhvr>
                                        <p:cTn id="89" dur="450" fill="hold"/>
                                        <p:tgtEl>
                                          <p:spTgt spid="21"/>
                                        </p:tgtEl>
                                        <p:attrNameLst>
                                          <p:attrName>ppt_h</p:attrName>
                                        </p:attrNameLst>
                                      </p:cBhvr>
                                      <p:tavLst>
                                        <p:tav tm="0">
                                          <p:val>
                                            <p:fltVal val="0"/>
                                          </p:val>
                                        </p:tav>
                                        <p:tav tm="100000">
                                          <p:val>
                                            <p:strVal val="#ppt_h"/>
                                          </p:val>
                                        </p:tav>
                                      </p:tavLst>
                                    </p:anim>
                                    <p:animEffect transition="in" filter="fade">
                                      <p:cBhvr>
                                        <p:cTn id="90" dur="450"/>
                                        <p:tgtEl>
                                          <p:spTgt spid="21"/>
                                        </p:tgtEl>
                                      </p:cBhvr>
                                    </p:animEffect>
                                  </p:childTnLst>
                                </p:cTn>
                              </p:par>
                              <p:par>
                                <p:cTn id="91" presetID="53" presetClass="entr" presetSubtype="16" fill="hold" grpId="0" nodeType="withEffect">
                                  <p:stCondLst>
                                    <p:cond delay="2450"/>
                                  </p:stCondLst>
                                  <p:childTnLst>
                                    <p:set>
                                      <p:cBhvr>
                                        <p:cTn id="92" dur="1" fill="hold">
                                          <p:stCondLst>
                                            <p:cond delay="0"/>
                                          </p:stCondLst>
                                        </p:cTn>
                                        <p:tgtEl>
                                          <p:spTgt spid="22"/>
                                        </p:tgtEl>
                                        <p:attrNameLst>
                                          <p:attrName>style.visibility</p:attrName>
                                        </p:attrNameLst>
                                      </p:cBhvr>
                                      <p:to>
                                        <p:strVal val="visible"/>
                                      </p:to>
                                    </p:set>
                                    <p:anim calcmode="lin" valueType="num">
                                      <p:cBhvr>
                                        <p:cTn id="93" dur="450" fill="hold"/>
                                        <p:tgtEl>
                                          <p:spTgt spid="22"/>
                                        </p:tgtEl>
                                        <p:attrNameLst>
                                          <p:attrName>ppt_w</p:attrName>
                                        </p:attrNameLst>
                                      </p:cBhvr>
                                      <p:tavLst>
                                        <p:tav tm="0">
                                          <p:val>
                                            <p:fltVal val="0"/>
                                          </p:val>
                                        </p:tav>
                                        <p:tav tm="100000">
                                          <p:val>
                                            <p:strVal val="#ppt_w"/>
                                          </p:val>
                                        </p:tav>
                                      </p:tavLst>
                                    </p:anim>
                                    <p:anim calcmode="lin" valueType="num">
                                      <p:cBhvr>
                                        <p:cTn id="94" dur="450" fill="hold"/>
                                        <p:tgtEl>
                                          <p:spTgt spid="22"/>
                                        </p:tgtEl>
                                        <p:attrNameLst>
                                          <p:attrName>ppt_h</p:attrName>
                                        </p:attrNameLst>
                                      </p:cBhvr>
                                      <p:tavLst>
                                        <p:tav tm="0">
                                          <p:val>
                                            <p:fltVal val="0"/>
                                          </p:val>
                                        </p:tav>
                                        <p:tav tm="100000">
                                          <p:val>
                                            <p:strVal val="#ppt_h"/>
                                          </p:val>
                                        </p:tav>
                                      </p:tavLst>
                                    </p:anim>
                                    <p:animEffect transition="in" filter="fade">
                                      <p:cBhvr>
                                        <p:cTn id="95" dur="450"/>
                                        <p:tgtEl>
                                          <p:spTgt spid="22"/>
                                        </p:tgtEl>
                                      </p:cBhvr>
                                    </p:animEffect>
                                  </p:childTnLst>
                                </p:cTn>
                              </p:par>
                              <p:par>
                                <p:cTn id="96" presetID="53" presetClass="entr" presetSubtype="16" fill="hold" grpId="0" nodeType="withEffect">
                                  <p:stCondLst>
                                    <p:cond delay="2450"/>
                                  </p:stCondLst>
                                  <p:childTnLst>
                                    <p:set>
                                      <p:cBhvr>
                                        <p:cTn id="97" dur="1" fill="hold">
                                          <p:stCondLst>
                                            <p:cond delay="0"/>
                                          </p:stCondLst>
                                        </p:cTn>
                                        <p:tgtEl>
                                          <p:spTgt spid="23"/>
                                        </p:tgtEl>
                                        <p:attrNameLst>
                                          <p:attrName>style.visibility</p:attrName>
                                        </p:attrNameLst>
                                      </p:cBhvr>
                                      <p:to>
                                        <p:strVal val="visible"/>
                                      </p:to>
                                    </p:set>
                                    <p:anim calcmode="lin" valueType="num">
                                      <p:cBhvr>
                                        <p:cTn id="98" dur="450" fill="hold"/>
                                        <p:tgtEl>
                                          <p:spTgt spid="23"/>
                                        </p:tgtEl>
                                        <p:attrNameLst>
                                          <p:attrName>ppt_w</p:attrName>
                                        </p:attrNameLst>
                                      </p:cBhvr>
                                      <p:tavLst>
                                        <p:tav tm="0">
                                          <p:val>
                                            <p:fltVal val="0"/>
                                          </p:val>
                                        </p:tav>
                                        <p:tav tm="100000">
                                          <p:val>
                                            <p:strVal val="#ppt_w"/>
                                          </p:val>
                                        </p:tav>
                                      </p:tavLst>
                                    </p:anim>
                                    <p:anim calcmode="lin" valueType="num">
                                      <p:cBhvr>
                                        <p:cTn id="99" dur="450" fill="hold"/>
                                        <p:tgtEl>
                                          <p:spTgt spid="23"/>
                                        </p:tgtEl>
                                        <p:attrNameLst>
                                          <p:attrName>ppt_h</p:attrName>
                                        </p:attrNameLst>
                                      </p:cBhvr>
                                      <p:tavLst>
                                        <p:tav tm="0">
                                          <p:val>
                                            <p:fltVal val="0"/>
                                          </p:val>
                                        </p:tav>
                                        <p:tav tm="100000">
                                          <p:val>
                                            <p:strVal val="#ppt_h"/>
                                          </p:val>
                                        </p:tav>
                                      </p:tavLst>
                                    </p:anim>
                                    <p:animEffect transition="in" filter="fade">
                                      <p:cBhvr>
                                        <p:cTn id="100" dur="450"/>
                                        <p:tgtEl>
                                          <p:spTgt spid="23"/>
                                        </p:tgtEl>
                                      </p:cBhvr>
                                    </p:animEffect>
                                  </p:childTnLst>
                                </p:cTn>
                              </p:par>
                              <p:par>
                                <p:cTn id="101" presetID="53" presetClass="entr" presetSubtype="16" fill="hold" grpId="0" nodeType="withEffect">
                                  <p:stCondLst>
                                    <p:cond delay="2450"/>
                                  </p:stCondLst>
                                  <p:childTnLst>
                                    <p:set>
                                      <p:cBhvr>
                                        <p:cTn id="102" dur="1" fill="hold">
                                          <p:stCondLst>
                                            <p:cond delay="0"/>
                                          </p:stCondLst>
                                        </p:cTn>
                                        <p:tgtEl>
                                          <p:spTgt spid="24"/>
                                        </p:tgtEl>
                                        <p:attrNameLst>
                                          <p:attrName>style.visibility</p:attrName>
                                        </p:attrNameLst>
                                      </p:cBhvr>
                                      <p:to>
                                        <p:strVal val="visible"/>
                                      </p:to>
                                    </p:set>
                                    <p:anim calcmode="lin" valueType="num">
                                      <p:cBhvr>
                                        <p:cTn id="103" dur="450" fill="hold"/>
                                        <p:tgtEl>
                                          <p:spTgt spid="24"/>
                                        </p:tgtEl>
                                        <p:attrNameLst>
                                          <p:attrName>ppt_w</p:attrName>
                                        </p:attrNameLst>
                                      </p:cBhvr>
                                      <p:tavLst>
                                        <p:tav tm="0">
                                          <p:val>
                                            <p:fltVal val="0"/>
                                          </p:val>
                                        </p:tav>
                                        <p:tav tm="100000">
                                          <p:val>
                                            <p:strVal val="#ppt_w"/>
                                          </p:val>
                                        </p:tav>
                                      </p:tavLst>
                                    </p:anim>
                                    <p:anim calcmode="lin" valueType="num">
                                      <p:cBhvr>
                                        <p:cTn id="104" dur="450" fill="hold"/>
                                        <p:tgtEl>
                                          <p:spTgt spid="24"/>
                                        </p:tgtEl>
                                        <p:attrNameLst>
                                          <p:attrName>ppt_h</p:attrName>
                                        </p:attrNameLst>
                                      </p:cBhvr>
                                      <p:tavLst>
                                        <p:tav tm="0">
                                          <p:val>
                                            <p:fltVal val="0"/>
                                          </p:val>
                                        </p:tav>
                                        <p:tav tm="100000">
                                          <p:val>
                                            <p:strVal val="#ppt_h"/>
                                          </p:val>
                                        </p:tav>
                                      </p:tavLst>
                                    </p:anim>
                                    <p:animEffect transition="in" filter="fade">
                                      <p:cBhvr>
                                        <p:cTn id="105" dur="450"/>
                                        <p:tgtEl>
                                          <p:spTgt spid="24"/>
                                        </p:tgtEl>
                                      </p:cBhvr>
                                    </p:animEffect>
                                  </p:childTnLst>
                                </p:cTn>
                              </p:par>
                              <p:par>
                                <p:cTn id="106" presetID="53" presetClass="entr" presetSubtype="16" fill="hold" grpId="0" nodeType="withEffect">
                                  <p:stCondLst>
                                    <p:cond delay="2765"/>
                                  </p:stCondLst>
                                  <p:childTnLst>
                                    <p:set>
                                      <p:cBhvr>
                                        <p:cTn id="107" dur="1" fill="hold">
                                          <p:stCondLst>
                                            <p:cond delay="0"/>
                                          </p:stCondLst>
                                        </p:cTn>
                                        <p:tgtEl>
                                          <p:spTgt spid="25"/>
                                        </p:tgtEl>
                                        <p:attrNameLst>
                                          <p:attrName>style.visibility</p:attrName>
                                        </p:attrNameLst>
                                      </p:cBhvr>
                                      <p:to>
                                        <p:strVal val="visible"/>
                                      </p:to>
                                    </p:set>
                                    <p:anim calcmode="lin" valueType="num">
                                      <p:cBhvr>
                                        <p:cTn id="108" dur="450" fill="hold"/>
                                        <p:tgtEl>
                                          <p:spTgt spid="25"/>
                                        </p:tgtEl>
                                        <p:attrNameLst>
                                          <p:attrName>ppt_w</p:attrName>
                                        </p:attrNameLst>
                                      </p:cBhvr>
                                      <p:tavLst>
                                        <p:tav tm="0">
                                          <p:val>
                                            <p:fltVal val="0"/>
                                          </p:val>
                                        </p:tav>
                                        <p:tav tm="100000">
                                          <p:val>
                                            <p:strVal val="#ppt_w"/>
                                          </p:val>
                                        </p:tav>
                                      </p:tavLst>
                                    </p:anim>
                                    <p:anim calcmode="lin" valueType="num">
                                      <p:cBhvr>
                                        <p:cTn id="109" dur="450" fill="hold"/>
                                        <p:tgtEl>
                                          <p:spTgt spid="25"/>
                                        </p:tgtEl>
                                        <p:attrNameLst>
                                          <p:attrName>ppt_h</p:attrName>
                                        </p:attrNameLst>
                                      </p:cBhvr>
                                      <p:tavLst>
                                        <p:tav tm="0">
                                          <p:val>
                                            <p:fltVal val="0"/>
                                          </p:val>
                                        </p:tav>
                                        <p:tav tm="100000">
                                          <p:val>
                                            <p:strVal val="#ppt_h"/>
                                          </p:val>
                                        </p:tav>
                                      </p:tavLst>
                                    </p:anim>
                                    <p:animEffect transition="in" filter="fade">
                                      <p:cBhvr>
                                        <p:cTn id="110" dur="450"/>
                                        <p:tgtEl>
                                          <p:spTgt spid="25"/>
                                        </p:tgtEl>
                                      </p:cBhvr>
                                    </p:animEffect>
                                  </p:childTnLst>
                                </p:cTn>
                              </p:par>
                              <p:par>
                                <p:cTn id="111" presetID="53" presetClass="entr" presetSubtype="16" fill="hold" grpId="0" nodeType="withEffect">
                                  <p:stCondLst>
                                    <p:cond delay="2765"/>
                                  </p:stCondLst>
                                  <p:childTnLst>
                                    <p:set>
                                      <p:cBhvr>
                                        <p:cTn id="112" dur="1" fill="hold">
                                          <p:stCondLst>
                                            <p:cond delay="0"/>
                                          </p:stCondLst>
                                        </p:cTn>
                                        <p:tgtEl>
                                          <p:spTgt spid="26"/>
                                        </p:tgtEl>
                                        <p:attrNameLst>
                                          <p:attrName>style.visibility</p:attrName>
                                        </p:attrNameLst>
                                      </p:cBhvr>
                                      <p:to>
                                        <p:strVal val="visible"/>
                                      </p:to>
                                    </p:set>
                                    <p:anim calcmode="lin" valueType="num">
                                      <p:cBhvr>
                                        <p:cTn id="113" dur="450" fill="hold"/>
                                        <p:tgtEl>
                                          <p:spTgt spid="26"/>
                                        </p:tgtEl>
                                        <p:attrNameLst>
                                          <p:attrName>ppt_w</p:attrName>
                                        </p:attrNameLst>
                                      </p:cBhvr>
                                      <p:tavLst>
                                        <p:tav tm="0">
                                          <p:val>
                                            <p:fltVal val="0"/>
                                          </p:val>
                                        </p:tav>
                                        <p:tav tm="100000">
                                          <p:val>
                                            <p:strVal val="#ppt_w"/>
                                          </p:val>
                                        </p:tav>
                                      </p:tavLst>
                                    </p:anim>
                                    <p:anim calcmode="lin" valueType="num">
                                      <p:cBhvr>
                                        <p:cTn id="114" dur="450" fill="hold"/>
                                        <p:tgtEl>
                                          <p:spTgt spid="26"/>
                                        </p:tgtEl>
                                        <p:attrNameLst>
                                          <p:attrName>ppt_h</p:attrName>
                                        </p:attrNameLst>
                                      </p:cBhvr>
                                      <p:tavLst>
                                        <p:tav tm="0">
                                          <p:val>
                                            <p:fltVal val="0"/>
                                          </p:val>
                                        </p:tav>
                                        <p:tav tm="100000">
                                          <p:val>
                                            <p:strVal val="#ppt_h"/>
                                          </p:val>
                                        </p:tav>
                                      </p:tavLst>
                                    </p:anim>
                                    <p:animEffect transition="in" filter="fade">
                                      <p:cBhvr>
                                        <p:cTn id="115" dur="450"/>
                                        <p:tgtEl>
                                          <p:spTgt spid="26"/>
                                        </p:tgtEl>
                                      </p:cBhvr>
                                    </p:animEffect>
                                  </p:childTnLst>
                                </p:cTn>
                              </p:par>
                              <p:par>
                                <p:cTn id="116" presetID="53" presetClass="entr" presetSubtype="16" fill="hold" grpId="0" nodeType="withEffect">
                                  <p:stCondLst>
                                    <p:cond delay="2765"/>
                                  </p:stCondLst>
                                  <p:childTnLst>
                                    <p:set>
                                      <p:cBhvr>
                                        <p:cTn id="117" dur="1" fill="hold">
                                          <p:stCondLst>
                                            <p:cond delay="0"/>
                                          </p:stCondLst>
                                        </p:cTn>
                                        <p:tgtEl>
                                          <p:spTgt spid="27"/>
                                        </p:tgtEl>
                                        <p:attrNameLst>
                                          <p:attrName>style.visibility</p:attrName>
                                        </p:attrNameLst>
                                      </p:cBhvr>
                                      <p:to>
                                        <p:strVal val="visible"/>
                                      </p:to>
                                    </p:set>
                                    <p:anim calcmode="lin" valueType="num">
                                      <p:cBhvr>
                                        <p:cTn id="118" dur="450" fill="hold"/>
                                        <p:tgtEl>
                                          <p:spTgt spid="27"/>
                                        </p:tgtEl>
                                        <p:attrNameLst>
                                          <p:attrName>ppt_w</p:attrName>
                                        </p:attrNameLst>
                                      </p:cBhvr>
                                      <p:tavLst>
                                        <p:tav tm="0">
                                          <p:val>
                                            <p:fltVal val="0"/>
                                          </p:val>
                                        </p:tav>
                                        <p:tav tm="100000">
                                          <p:val>
                                            <p:strVal val="#ppt_w"/>
                                          </p:val>
                                        </p:tav>
                                      </p:tavLst>
                                    </p:anim>
                                    <p:anim calcmode="lin" valueType="num">
                                      <p:cBhvr>
                                        <p:cTn id="119" dur="450" fill="hold"/>
                                        <p:tgtEl>
                                          <p:spTgt spid="27"/>
                                        </p:tgtEl>
                                        <p:attrNameLst>
                                          <p:attrName>ppt_h</p:attrName>
                                        </p:attrNameLst>
                                      </p:cBhvr>
                                      <p:tavLst>
                                        <p:tav tm="0">
                                          <p:val>
                                            <p:fltVal val="0"/>
                                          </p:val>
                                        </p:tav>
                                        <p:tav tm="100000">
                                          <p:val>
                                            <p:strVal val="#ppt_h"/>
                                          </p:val>
                                        </p:tav>
                                      </p:tavLst>
                                    </p:anim>
                                    <p:animEffect transition="in" filter="fade">
                                      <p:cBhvr>
                                        <p:cTn id="120" dur="450"/>
                                        <p:tgtEl>
                                          <p:spTgt spid="27"/>
                                        </p:tgtEl>
                                      </p:cBhvr>
                                    </p:animEffect>
                                  </p:childTnLst>
                                </p:cTn>
                              </p:par>
                              <p:par>
                                <p:cTn id="121" presetID="53" presetClass="entr" presetSubtype="16" fill="hold" grpId="0" nodeType="withEffect">
                                  <p:stCondLst>
                                    <p:cond delay="2765"/>
                                  </p:stCondLst>
                                  <p:childTnLst>
                                    <p:set>
                                      <p:cBhvr>
                                        <p:cTn id="122" dur="1" fill="hold">
                                          <p:stCondLst>
                                            <p:cond delay="0"/>
                                          </p:stCondLst>
                                        </p:cTn>
                                        <p:tgtEl>
                                          <p:spTgt spid="28"/>
                                        </p:tgtEl>
                                        <p:attrNameLst>
                                          <p:attrName>style.visibility</p:attrName>
                                        </p:attrNameLst>
                                      </p:cBhvr>
                                      <p:to>
                                        <p:strVal val="visible"/>
                                      </p:to>
                                    </p:set>
                                    <p:anim calcmode="lin" valueType="num">
                                      <p:cBhvr>
                                        <p:cTn id="123" dur="450" fill="hold"/>
                                        <p:tgtEl>
                                          <p:spTgt spid="28"/>
                                        </p:tgtEl>
                                        <p:attrNameLst>
                                          <p:attrName>ppt_w</p:attrName>
                                        </p:attrNameLst>
                                      </p:cBhvr>
                                      <p:tavLst>
                                        <p:tav tm="0">
                                          <p:val>
                                            <p:fltVal val="0"/>
                                          </p:val>
                                        </p:tav>
                                        <p:tav tm="100000">
                                          <p:val>
                                            <p:strVal val="#ppt_w"/>
                                          </p:val>
                                        </p:tav>
                                      </p:tavLst>
                                    </p:anim>
                                    <p:anim calcmode="lin" valueType="num">
                                      <p:cBhvr>
                                        <p:cTn id="124" dur="450" fill="hold"/>
                                        <p:tgtEl>
                                          <p:spTgt spid="28"/>
                                        </p:tgtEl>
                                        <p:attrNameLst>
                                          <p:attrName>ppt_h</p:attrName>
                                        </p:attrNameLst>
                                      </p:cBhvr>
                                      <p:tavLst>
                                        <p:tav tm="0">
                                          <p:val>
                                            <p:fltVal val="0"/>
                                          </p:val>
                                        </p:tav>
                                        <p:tav tm="100000">
                                          <p:val>
                                            <p:strVal val="#ppt_h"/>
                                          </p:val>
                                        </p:tav>
                                      </p:tavLst>
                                    </p:anim>
                                    <p:animEffect transition="in" filter="fade">
                                      <p:cBhvr>
                                        <p:cTn id="125" dur="450"/>
                                        <p:tgtEl>
                                          <p:spTgt spid="28"/>
                                        </p:tgtEl>
                                      </p:cBhvr>
                                    </p:animEffect>
                                  </p:childTnLst>
                                </p:cTn>
                              </p:par>
                              <p:par>
                                <p:cTn id="126" presetID="53" presetClass="entr" presetSubtype="16" fill="hold" grpId="0" nodeType="withEffect">
                                  <p:stCondLst>
                                    <p:cond delay="3080"/>
                                  </p:stCondLst>
                                  <p:childTnLst>
                                    <p:set>
                                      <p:cBhvr>
                                        <p:cTn id="127" dur="1" fill="hold">
                                          <p:stCondLst>
                                            <p:cond delay="0"/>
                                          </p:stCondLst>
                                        </p:cTn>
                                        <p:tgtEl>
                                          <p:spTgt spid="29"/>
                                        </p:tgtEl>
                                        <p:attrNameLst>
                                          <p:attrName>style.visibility</p:attrName>
                                        </p:attrNameLst>
                                      </p:cBhvr>
                                      <p:to>
                                        <p:strVal val="visible"/>
                                      </p:to>
                                    </p:set>
                                    <p:anim calcmode="lin" valueType="num">
                                      <p:cBhvr>
                                        <p:cTn id="128" dur="450" fill="hold"/>
                                        <p:tgtEl>
                                          <p:spTgt spid="29"/>
                                        </p:tgtEl>
                                        <p:attrNameLst>
                                          <p:attrName>ppt_w</p:attrName>
                                        </p:attrNameLst>
                                      </p:cBhvr>
                                      <p:tavLst>
                                        <p:tav tm="0">
                                          <p:val>
                                            <p:fltVal val="0"/>
                                          </p:val>
                                        </p:tav>
                                        <p:tav tm="100000">
                                          <p:val>
                                            <p:strVal val="#ppt_w"/>
                                          </p:val>
                                        </p:tav>
                                      </p:tavLst>
                                    </p:anim>
                                    <p:anim calcmode="lin" valueType="num">
                                      <p:cBhvr>
                                        <p:cTn id="129" dur="450" fill="hold"/>
                                        <p:tgtEl>
                                          <p:spTgt spid="29"/>
                                        </p:tgtEl>
                                        <p:attrNameLst>
                                          <p:attrName>ppt_h</p:attrName>
                                        </p:attrNameLst>
                                      </p:cBhvr>
                                      <p:tavLst>
                                        <p:tav tm="0">
                                          <p:val>
                                            <p:fltVal val="0"/>
                                          </p:val>
                                        </p:tav>
                                        <p:tav tm="100000">
                                          <p:val>
                                            <p:strVal val="#ppt_h"/>
                                          </p:val>
                                        </p:tav>
                                      </p:tavLst>
                                    </p:anim>
                                    <p:animEffect transition="in" filter="fade">
                                      <p:cBhvr>
                                        <p:cTn id="130" dur="450"/>
                                        <p:tgtEl>
                                          <p:spTgt spid="29"/>
                                        </p:tgtEl>
                                      </p:cBhvr>
                                    </p:animEffect>
                                  </p:childTnLst>
                                </p:cTn>
                              </p:par>
                              <p:par>
                                <p:cTn id="131" presetID="53" presetClass="entr" presetSubtype="16" fill="hold" grpId="0" nodeType="withEffect">
                                  <p:stCondLst>
                                    <p:cond delay="3080"/>
                                  </p:stCondLst>
                                  <p:childTnLst>
                                    <p:set>
                                      <p:cBhvr>
                                        <p:cTn id="132" dur="1" fill="hold">
                                          <p:stCondLst>
                                            <p:cond delay="0"/>
                                          </p:stCondLst>
                                        </p:cTn>
                                        <p:tgtEl>
                                          <p:spTgt spid="30"/>
                                        </p:tgtEl>
                                        <p:attrNameLst>
                                          <p:attrName>style.visibility</p:attrName>
                                        </p:attrNameLst>
                                      </p:cBhvr>
                                      <p:to>
                                        <p:strVal val="visible"/>
                                      </p:to>
                                    </p:set>
                                    <p:anim calcmode="lin" valueType="num">
                                      <p:cBhvr>
                                        <p:cTn id="133" dur="450" fill="hold"/>
                                        <p:tgtEl>
                                          <p:spTgt spid="30"/>
                                        </p:tgtEl>
                                        <p:attrNameLst>
                                          <p:attrName>ppt_w</p:attrName>
                                        </p:attrNameLst>
                                      </p:cBhvr>
                                      <p:tavLst>
                                        <p:tav tm="0">
                                          <p:val>
                                            <p:fltVal val="0"/>
                                          </p:val>
                                        </p:tav>
                                        <p:tav tm="100000">
                                          <p:val>
                                            <p:strVal val="#ppt_w"/>
                                          </p:val>
                                        </p:tav>
                                      </p:tavLst>
                                    </p:anim>
                                    <p:anim calcmode="lin" valueType="num">
                                      <p:cBhvr>
                                        <p:cTn id="134" dur="450" fill="hold"/>
                                        <p:tgtEl>
                                          <p:spTgt spid="30"/>
                                        </p:tgtEl>
                                        <p:attrNameLst>
                                          <p:attrName>ppt_h</p:attrName>
                                        </p:attrNameLst>
                                      </p:cBhvr>
                                      <p:tavLst>
                                        <p:tav tm="0">
                                          <p:val>
                                            <p:fltVal val="0"/>
                                          </p:val>
                                        </p:tav>
                                        <p:tav tm="100000">
                                          <p:val>
                                            <p:strVal val="#ppt_h"/>
                                          </p:val>
                                        </p:tav>
                                      </p:tavLst>
                                    </p:anim>
                                    <p:animEffect transition="in" filter="fade">
                                      <p:cBhvr>
                                        <p:cTn id="135" dur="450"/>
                                        <p:tgtEl>
                                          <p:spTgt spid="30"/>
                                        </p:tgtEl>
                                      </p:cBhvr>
                                    </p:animEffect>
                                  </p:childTnLst>
                                </p:cTn>
                              </p:par>
                              <p:par>
                                <p:cTn id="136" presetID="53" presetClass="entr" presetSubtype="16" fill="hold" grpId="0" nodeType="withEffect">
                                  <p:stCondLst>
                                    <p:cond delay="3080"/>
                                  </p:stCondLst>
                                  <p:childTnLst>
                                    <p:set>
                                      <p:cBhvr>
                                        <p:cTn id="137" dur="1" fill="hold">
                                          <p:stCondLst>
                                            <p:cond delay="0"/>
                                          </p:stCondLst>
                                        </p:cTn>
                                        <p:tgtEl>
                                          <p:spTgt spid="31"/>
                                        </p:tgtEl>
                                        <p:attrNameLst>
                                          <p:attrName>style.visibility</p:attrName>
                                        </p:attrNameLst>
                                      </p:cBhvr>
                                      <p:to>
                                        <p:strVal val="visible"/>
                                      </p:to>
                                    </p:set>
                                    <p:anim calcmode="lin" valueType="num">
                                      <p:cBhvr>
                                        <p:cTn id="138" dur="450" fill="hold"/>
                                        <p:tgtEl>
                                          <p:spTgt spid="31"/>
                                        </p:tgtEl>
                                        <p:attrNameLst>
                                          <p:attrName>ppt_w</p:attrName>
                                        </p:attrNameLst>
                                      </p:cBhvr>
                                      <p:tavLst>
                                        <p:tav tm="0">
                                          <p:val>
                                            <p:fltVal val="0"/>
                                          </p:val>
                                        </p:tav>
                                        <p:tav tm="100000">
                                          <p:val>
                                            <p:strVal val="#ppt_w"/>
                                          </p:val>
                                        </p:tav>
                                      </p:tavLst>
                                    </p:anim>
                                    <p:anim calcmode="lin" valueType="num">
                                      <p:cBhvr>
                                        <p:cTn id="139" dur="450" fill="hold"/>
                                        <p:tgtEl>
                                          <p:spTgt spid="31"/>
                                        </p:tgtEl>
                                        <p:attrNameLst>
                                          <p:attrName>ppt_h</p:attrName>
                                        </p:attrNameLst>
                                      </p:cBhvr>
                                      <p:tavLst>
                                        <p:tav tm="0">
                                          <p:val>
                                            <p:fltVal val="0"/>
                                          </p:val>
                                        </p:tav>
                                        <p:tav tm="100000">
                                          <p:val>
                                            <p:strVal val="#ppt_h"/>
                                          </p:val>
                                        </p:tav>
                                      </p:tavLst>
                                    </p:anim>
                                    <p:animEffect transition="in" filter="fade">
                                      <p:cBhvr>
                                        <p:cTn id="140" dur="450"/>
                                        <p:tgtEl>
                                          <p:spTgt spid="31"/>
                                        </p:tgtEl>
                                      </p:cBhvr>
                                    </p:animEffect>
                                  </p:childTnLst>
                                </p:cTn>
                              </p:par>
                              <p:par>
                                <p:cTn id="141" presetID="53" presetClass="entr" presetSubtype="16" fill="hold" grpId="0" nodeType="withEffect">
                                  <p:stCondLst>
                                    <p:cond delay="3080"/>
                                  </p:stCondLst>
                                  <p:childTnLst>
                                    <p:set>
                                      <p:cBhvr>
                                        <p:cTn id="142" dur="1" fill="hold">
                                          <p:stCondLst>
                                            <p:cond delay="0"/>
                                          </p:stCondLst>
                                        </p:cTn>
                                        <p:tgtEl>
                                          <p:spTgt spid="32"/>
                                        </p:tgtEl>
                                        <p:attrNameLst>
                                          <p:attrName>style.visibility</p:attrName>
                                        </p:attrNameLst>
                                      </p:cBhvr>
                                      <p:to>
                                        <p:strVal val="visible"/>
                                      </p:to>
                                    </p:set>
                                    <p:anim calcmode="lin" valueType="num">
                                      <p:cBhvr>
                                        <p:cTn id="143" dur="450" fill="hold"/>
                                        <p:tgtEl>
                                          <p:spTgt spid="32"/>
                                        </p:tgtEl>
                                        <p:attrNameLst>
                                          <p:attrName>ppt_w</p:attrName>
                                        </p:attrNameLst>
                                      </p:cBhvr>
                                      <p:tavLst>
                                        <p:tav tm="0">
                                          <p:val>
                                            <p:fltVal val="0"/>
                                          </p:val>
                                        </p:tav>
                                        <p:tav tm="100000">
                                          <p:val>
                                            <p:strVal val="#ppt_w"/>
                                          </p:val>
                                        </p:tav>
                                      </p:tavLst>
                                    </p:anim>
                                    <p:anim calcmode="lin" valueType="num">
                                      <p:cBhvr>
                                        <p:cTn id="144" dur="450" fill="hold"/>
                                        <p:tgtEl>
                                          <p:spTgt spid="32"/>
                                        </p:tgtEl>
                                        <p:attrNameLst>
                                          <p:attrName>ppt_h</p:attrName>
                                        </p:attrNameLst>
                                      </p:cBhvr>
                                      <p:tavLst>
                                        <p:tav tm="0">
                                          <p:val>
                                            <p:fltVal val="0"/>
                                          </p:val>
                                        </p:tav>
                                        <p:tav tm="100000">
                                          <p:val>
                                            <p:strVal val="#ppt_h"/>
                                          </p:val>
                                        </p:tav>
                                      </p:tavLst>
                                    </p:anim>
                                    <p:animEffect transition="in" filter="fade">
                                      <p:cBhvr>
                                        <p:cTn id="145" dur="4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3" grpId="0" animBg="1"/>
      <p:bldP spid="24" grpId="0" animBg="1"/>
      <p:bldP spid="25" grpId="0" animBg="1"/>
      <p:bldP spid="27" grpId="0" animBg="1"/>
      <p:bldP spid="28" grpId="0" animBg="1"/>
      <p:bldP spid="29" grpId="0" animBg="1"/>
      <p:bldP spid="30" grpId="0" animBg="1"/>
      <p:bldP spid="3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04 · CUSTOMERS</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Taking care of customers (CRM)</a:t>
            </a:r>
            <a:endParaRPr lang="en-US" sz="3400" dirty="0"/>
          </a:p>
        </p:txBody>
      </p:sp>
      <p:sp>
        <p:nvSpPr>
          <p:cNvPr id="4" name="a1-zoom"/>
          <p:cNvSpPr/>
          <p:nvPr/>
        </p:nvSpPr>
        <p:spPr>
          <a:xfrm>
            <a:off x="1965960" y="2377440"/>
            <a:ext cx="3200400" cy="3200400"/>
          </a:xfrm>
          <a:prstGeom prst="ellipse">
            <a:avLst/>
          </a:prstGeom>
          <a:ln w="31750">
            <a:solidFill>
              <a:srgbClr val="D9973A"/>
            </a:solidFill>
            <a:prstDash val="dash"/>
          </a:ln>
        </p:spPr>
      </p:sp>
      <p:sp>
        <p:nvSpPr>
          <p:cNvPr id="5" name="a1-zoom"/>
          <p:cNvSpPr/>
          <p:nvPr/>
        </p:nvSpPr>
        <p:spPr>
          <a:xfrm>
            <a:off x="2697480" y="3108960"/>
            <a:ext cx="1737360" cy="1737360"/>
          </a:xfrm>
          <a:prstGeom prst="ellipse">
            <a:avLst/>
          </a:prstGeom>
          <a:solidFill>
            <a:srgbClr val="1B2A4A"/>
          </a:solidFill>
          <a:ln w="12700">
            <a:solidFill>
              <a:srgbClr val="1B2A4A"/>
            </a:solidFill>
            <a:prstDash val="solid"/>
          </a:ln>
        </p:spPr>
      </p:sp>
      <p:pic>
        <p:nvPicPr>
          <p:cNvPr id="6" name="a1-zoom" descr="">    </p:cNvPr>
          <p:cNvPicPr>
            <a:picLocks noChangeAspect="1"/>
          </p:cNvPicPr>
          <p:nvPr/>
        </p:nvPicPr>
        <p:blipFill>
          <a:blip r:embed="rId1"/>
          <a:stretch>
            <a:fillRect/>
          </a:stretch>
        </p:blipFill>
        <p:spPr>
          <a:xfrm>
            <a:off x="3291840" y="3410712"/>
            <a:ext cx="548640" cy="548640"/>
          </a:xfrm>
          <a:prstGeom prst="rect">
            <a:avLst/>
          </a:prstGeom>
        </p:spPr>
      </p:pic>
      <p:sp>
        <p:nvSpPr>
          <p:cNvPr id="7" name="a1-zoom"/>
          <p:cNvSpPr txBox="1"/>
          <p:nvPr/>
        </p:nvSpPr>
        <p:spPr>
          <a:xfrm>
            <a:off x="2743200" y="3995928"/>
            <a:ext cx="1645920" cy="54864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Happy</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customer</a:t>
            </a:r>
            <a:endParaRPr lang="en-US" sz="1400" dirty="0"/>
          </a:p>
        </p:txBody>
      </p:sp>
      <p:sp>
        <p:nvSpPr>
          <p:cNvPr id="8" name="a2-zoom"/>
          <p:cNvSpPr/>
          <p:nvPr/>
        </p:nvSpPr>
        <p:spPr>
          <a:xfrm>
            <a:off x="3108960" y="1920240"/>
            <a:ext cx="914400" cy="914400"/>
          </a:xfrm>
          <a:prstGeom prst="ellipse">
            <a:avLst/>
          </a:prstGeom>
          <a:solidFill>
            <a:srgbClr val="D9973A"/>
          </a:solidFill>
          <a:ln w="12700">
            <a:solidFill>
              <a:srgbClr val="D9973A"/>
            </a:solidFill>
            <a:prstDash val="solid"/>
          </a:ln>
        </p:spPr>
      </p:sp>
      <p:pic>
        <p:nvPicPr>
          <p:cNvPr id="9" name="a2-zoom" descr="">    </p:cNvPr>
          <p:cNvPicPr>
            <a:picLocks noChangeAspect="1"/>
          </p:cNvPicPr>
          <p:nvPr/>
        </p:nvPicPr>
        <p:blipFill>
          <a:blip r:embed="rId2"/>
          <a:stretch>
            <a:fillRect/>
          </a:stretch>
        </p:blipFill>
        <p:spPr>
          <a:xfrm>
            <a:off x="3328416" y="2139696"/>
            <a:ext cx="475488" cy="475488"/>
          </a:xfrm>
          <a:prstGeom prst="rect">
            <a:avLst/>
          </a:prstGeom>
        </p:spPr>
      </p:pic>
      <p:sp>
        <p:nvSpPr>
          <p:cNvPr id="10" name="a2-zoom"/>
          <p:cNvSpPr txBox="1"/>
          <p:nvPr/>
        </p:nvSpPr>
        <p:spPr>
          <a:xfrm>
            <a:off x="4160520" y="2057400"/>
            <a:ext cx="11887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mbria" pitchFamily="34" charset="0"/>
                <a:ea typeface="Cambria" pitchFamily="34" charset="-122"/>
                <a:cs typeface="Cambria" pitchFamily="34" charset="-120"/>
              </a:rPr>
              <a:t>Listen</a:t>
            </a:r>
            <a:endParaRPr lang="en-US" sz="1700" dirty="0"/>
          </a:p>
        </p:txBody>
      </p:sp>
      <p:sp>
        <p:nvSpPr>
          <p:cNvPr id="11" name="a2-zoom"/>
          <p:cNvSpPr txBox="1"/>
          <p:nvPr/>
        </p:nvSpPr>
        <p:spPr>
          <a:xfrm>
            <a:off x="6400800" y="1828800"/>
            <a:ext cx="5148072" cy="68580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1. Listen  </a:t>
            </a:r>
            <a:pPr indent="0" marL="0">
              <a:buNone/>
            </a:pPr>
            <a:r>
              <a:rPr lang="en-US" sz="1600" dirty="0">
                <a:solidFill>
                  <a:srgbClr val="5B6577"/>
                </a:solidFill>
                <a:latin typeface="Calibri" pitchFamily="34" charset="0"/>
                <a:ea typeface="Calibri" pitchFamily="34" charset="-122"/>
                <a:cs typeface="Calibri" pitchFamily="34" charset="-120"/>
              </a:rPr>
              <a:t>– understand what the customer needs</a:t>
            </a:r>
            <a:endParaRPr lang="en-US" sz="1900" dirty="0"/>
          </a:p>
        </p:txBody>
      </p:sp>
      <p:sp>
        <p:nvSpPr>
          <p:cNvPr id="12" name="a3-zoom"/>
          <p:cNvSpPr/>
          <p:nvPr/>
        </p:nvSpPr>
        <p:spPr>
          <a:xfrm>
            <a:off x="4709160" y="3520440"/>
            <a:ext cx="914400" cy="914400"/>
          </a:xfrm>
          <a:prstGeom prst="ellipse">
            <a:avLst/>
          </a:prstGeom>
          <a:solidFill>
            <a:srgbClr val="D9973A"/>
          </a:solidFill>
          <a:ln w="12700">
            <a:solidFill>
              <a:srgbClr val="D9973A"/>
            </a:solidFill>
            <a:prstDash val="solid"/>
          </a:ln>
        </p:spPr>
      </p:sp>
      <p:pic>
        <p:nvPicPr>
          <p:cNvPr id="13" name="a3-zoom" descr="">    </p:cNvPr>
          <p:cNvPicPr>
            <a:picLocks noChangeAspect="1"/>
          </p:cNvPicPr>
          <p:nvPr/>
        </p:nvPicPr>
        <p:blipFill>
          <a:blip r:embed="rId3"/>
          <a:stretch>
            <a:fillRect/>
          </a:stretch>
        </p:blipFill>
        <p:spPr>
          <a:xfrm>
            <a:off x="4928616" y="3739896"/>
            <a:ext cx="475488" cy="475488"/>
          </a:xfrm>
          <a:prstGeom prst="rect">
            <a:avLst/>
          </a:prstGeom>
        </p:spPr>
      </p:pic>
      <p:sp>
        <p:nvSpPr>
          <p:cNvPr id="14" name="a3-zoom"/>
          <p:cNvSpPr txBox="1"/>
          <p:nvPr/>
        </p:nvSpPr>
        <p:spPr>
          <a:xfrm>
            <a:off x="5120640" y="4480560"/>
            <a:ext cx="109728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mbria" pitchFamily="34" charset="0"/>
                <a:ea typeface="Cambria" pitchFamily="34" charset="-122"/>
                <a:cs typeface="Cambria" pitchFamily="34" charset="-120"/>
              </a:rPr>
              <a:t>Help</a:t>
            </a:r>
            <a:endParaRPr lang="en-US" sz="1700" dirty="0"/>
          </a:p>
        </p:txBody>
      </p:sp>
      <p:sp>
        <p:nvSpPr>
          <p:cNvPr id="15" name="a3-zoom"/>
          <p:cNvSpPr txBox="1"/>
          <p:nvPr/>
        </p:nvSpPr>
        <p:spPr>
          <a:xfrm>
            <a:off x="6400800" y="2670048"/>
            <a:ext cx="5148072" cy="68580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2. Help  </a:t>
            </a:r>
            <a:pPr indent="0" marL="0">
              <a:buNone/>
            </a:pPr>
            <a:r>
              <a:rPr lang="en-US" sz="1600" dirty="0">
                <a:solidFill>
                  <a:srgbClr val="5B6577"/>
                </a:solidFill>
                <a:latin typeface="Calibri" pitchFamily="34" charset="0"/>
                <a:ea typeface="Calibri" pitchFamily="34" charset="-122"/>
                <a:cs typeface="Calibri" pitchFamily="34" charset="-120"/>
              </a:rPr>
              <a:t>– answer questions and handle requests</a:t>
            </a:r>
            <a:endParaRPr lang="en-US" sz="1900" dirty="0"/>
          </a:p>
        </p:txBody>
      </p:sp>
      <p:sp>
        <p:nvSpPr>
          <p:cNvPr id="16" name="a4-zoom"/>
          <p:cNvSpPr/>
          <p:nvPr/>
        </p:nvSpPr>
        <p:spPr>
          <a:xfrm>
            <a:off x="3108960" y="5120640"/>
            <a:ext cx="914400" cy="914400"/>
          </a:xfrm>
          <a:prstGeom prst="ellipse">
            <a:avLst/>
          </a:prstGeom>
          <a:solidFill>
            <a:srgbClr val="D9973A"/>
          </a:solidFill>
          <a:ln w="12700">
            <a:solidFill>
              <a:srgbClr val="D9973A"/>
            </a:solidFill>
            <a:prstDash val="solid"/>
          </a:ln>
        </p:spPr>
      </p:sp>
      <p:pic>
        <p:nvPicPr>
          <p:cNvPr id="17" name="a4-zoom" descr="">    </p:cNvPr>
          <p:cNvPicPr>
            <a:picLocks noChangeAspect="1"/>
          </p:cNvPicPr>
          <p:nvPr/>
        </p:nvPicPr>
        <p:blipFill>
          <a:blip r:embed="rId4"/>
          <a:stretch>
            <a:fillRect/>
          </a:stretch>
        </p:blipFill>
        <p:spPr>
          <a:xfrm>
            <a:off x="3328416" y="5340096"/>
            <a:ext cx="475488" cy="475488"/>
          </a:xfrm>
          <a:prstGeom prst="rect">
            <a:avLst/>
          </a:prstGeom>
        </p:spPr>
      </p:pic>
      <p:sp>
        <p:nvSpPr>
          <p:cNvPr id="18" name="a4-zoom"/>
          <p:cNvSpPr txBox="1"/>
          <p:nvPr/>
        </p:nvSpPr>
        <p:spPr>
          <a:xfrm>
            <a:off x="4160520" y="5532120"/>
            <a:ext cx="11887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mbria" pitchFamily="34" charset="0"/>
                <a:ea typeface="Cambria" pitchFamily="34" charset="-122"/>
                <a:cs typeface="Cambria" pitchFamily="34" charset="-120"/>
              </a:rPr>
              <a:t>Solve</a:t>
            </a:r>
            <a:endParaRPr lang="en-US" sz="1700" dirty="0"/>
          </a:p>
        </p:txBody>
      </p:sp>
      <p:sp>
        <p:nvSpPr>
          <p:cNvPr id="19" name="a4-zoom"/>
          <p:cNvSpPr txBox="1"/>
          <p:nvPr/>
        </p:nvSpPr>
        <p:spPr>
          <a:xfrm>
            <a:off x="6400800" y="3511296"/>
            <a:ext cx="5148072" cy="68580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3. Solve  </a:t>
            </a:r>
            <a:pPr indent="0" marL="0">
              <a:buNone/>
            </a:pPr>
            <a:r>
              <a:rPr lang="en-US" sz="1600" dirty="0">
                <a:solidFill>
                  <a:srgbClr val="5B6577"/>
                </a:solidFill>
                <a:latin typeface="Calibri" pitchFamily="34" charset="0"/>
                <a:ea typeface="Calibri" pitchFamily="34" charset="-122"/>
                <a:cs typeface="Calibri" pitchFamily="34" charset="-120"/>
              </a:rPr>
              <a:t>– fix problems quickly and politely</a:t>
            </a:r>
            <a:endParaRPr lang="en-US" sz="1900" dirty="0"/>
          </a:p>
        </p:txBody>
      </p:sp>
      <p:sp>
        <p:nvSpPr>
          <p:cNvPr id="20" name="a5-zoom"/>
          <p:cNvSpPr/>
          <p:nvPr/>
        </p:nvSpPr>
        <p:spPr>
          <a:xfrm>
            <a:off x="1508760" y="3520440"/>
            <a:ext cx="914400" cy="914400"/>
          </a:xfrm>
          <a:prstGeom prst="ellipse">
            <a:avLst/>
          </a:prstGeom>
          <a:solidFill>
            <a:srgbClr val="D9973A"/>
          </a:solidFill>
          <a:ln w="12700">
            <a:solidFill>
              <a:srgbClr val="D9973A"/>
            </a:solidFill>
            <a:prstDash val="solid"/>
          </a:ln>
        </p:spPr>
      </p:sp>
      <p:pic>
        <p:nvPicPr>
          <p:cNvPr id="21" name="a5-zoom" descr="">    </p:cNvPr>
          <p:cNvPicPr>
            <a:picLocks noChangeAspect="1"/>
          </p:cNvPicPr>
          <p:nvPr/>
        </p:nvPicPr>
        <p:blipFill>
          <a:blip r:embed="rId5"/>
          <a:stretch>
            <a:fillRect/>
          </a:stretch>
        </p:blipFill>
        <p:spPr>
          <a:xfrm>
            <a:off x="1728216" y="3739896"/>
            <a:ext cx="475488" cy="475488"/>
          </a:xfrm>
          <a:prstGeom prst="rect">
            <a:avLst/>
          </a:prstGeom>
        </p:spPr>
      </p:pic>
      <p:sp>
        <p:nvSpPr>
          <p:cNvPr id="22" name="a5-zoom"/>
          <p:cNvSpPr txBox="1"/>
          <p:nvPr/>
        </p:nvSpPr>
        <p:spPr>
          <a:xfrm>
            <a:off x="182880" y="3794760"/>
            <a:ext cx="1234440" cy="365760"/>
          </a:xfrm>
          <a:prstGeom prst="rect">
            <a:avLst/>
          </a:prstGeom>
          <a:noFill/>
          <a:ln/>
        </p:spPr>
        <p:txBody>
          <a:bodyPr wrap="square" lIns="0" tIns="0" rIns="0" bIns="0" rtlCol="0" anchor="t"/>
          <a:lstStyle/>
          <a:p>
            <a:pPr algn="r" indent="0" marL="0">
              <a:buNone/>
            </a:pPr>
            <a:r>
              <a:rPr lang="en-US" sz="1700" b="1" dirty="0">
                <a:solidFill>
                  <a:srgbClr val="1B2A4A"/>
                </a:solidFill>
                <a:latin typeface="Cambria" pitchFamily="34" charset="0"/>
                <a:ea typeface="Cambria" pitchFamily="34" charset="-122"/>
                <a:cs typeface="Cambria" pitchFamily="34" charset="-120"/>
              </a:rPr>
              <a:t>Keep</a:t>
            </a:r>
            <a:endParaRPr lang="en-US" sz="1700" dirty="0"/>
          </a:p>
        </p:txBody>
      </p:sp>
      <p:sp>
        <p:nvSpPr>
          <p:cNvPr id="23" name="a5-zoom"/>
          <p:cNvSpPr txBox="1"/>
          <p:nvPr/>
        </p:nvSpPr>
        <p:spPr>
          <a:xfrm>
            <a:off x="6400800" y="4352544"/>
            <a:ext cx="5148072" cy="685800"/>
          </a:xfrm>
          <a:prstGeom prst="rect">
            <a:avLst/>
          </a:prstGeom>
          <a:noFill/>
          <a:ln/>
        </p:spPr>
        <p:txBody>
          <a:bodyPr wrap="square" lIns="0" tIns="0" rIns="0" bIns="0" rtlCol="0" anchor="ctr"/>
          <a:lstStyle/>
          <a:p>
            <a:pPr indent="0" marL="0">
              <a:buNone/>
            </a:pPr>
            <a:r>
              <a:rPr lang="en-US" sz="1900" b="1" dirty="0">
                <a:solidFill>
                  <a:srgbClr val="1B2A4A"/>
                </a:solidFill>
                <a:latin typeface="Cambria" pitchFamily="34" charset="0"/>
                <a:ea typeface="Cambria" pitchFamily="34" charset="-122"/>
                <a:cs typeface="Cambria" pitchFamily="34" charset="-120"/>
              </a:rPr>
              <a:t>4. Keep  </a:t>
            </a:r>
            <a:pPr indent="0" marL="0">
              <a:buNone/>
            </a:pPr>
            <a:r>
              <a:rPr lang="en-US" sz="1600" dirty="0">
                <a:solidFill>
                  <a:srgbClr val="5B6577"/>
                </a:solidFill>
                <a:latin typeface="Calibri" pitchFamily="34" charset="0"/>
                <a:ea typeface="Calibri" pitchFamily="34" charset="-122"/>
                <a:cs typeface="Calibri" pitchFamily="34" charset="-120"/>
              </a:rPr>
              <a:t>– good service makes loyal customers</a:t>
            </a:r>
            <a:endParaRPr lang="en-US" sz="1900" dirty="0"/>
          </a:p>
        </p:txBody>
      </p:sp>
      <p:sp>
        <p:nvSpPr>
          <p:cNvPr id="24" name="a6-zoom"/>
          <p:cNvSpPr txBox="1"/>
          <p:nvPr/>
        </p:nvSpPr>
        <p:spPr>
          <a:xfrm>
            <a:off x="6400800" y="5349240"/>
            <a:ext cx="5148072" cy="777240"/>
          </a:xfrm>
          <a:prstGeom prst="roundRect">
            <a:avLst>
              <a:gd name="adj" fmla="val 14118"/>
            </a:avLst>
          </a:prstGeom>
          <a:solidFill>
            <a:srgbClr val="FBF1E2"/>
          </a:solidFill>
          <a:ln/>
        </p:spPr>
        <p:txBody>
          <a:bodyPr wrap="square" lIns="0" tIns="0" rIns="0" bIns="0" rtlCol="0" anchor="ctr"/>
          <a:lstStyle/>
          <a:p>
            <a:pPr algn="ctr" indent="0" marL="0">
              <a:buNone/>
            </a:pPr>
            <a:r>
              <a:rPr lang="en-US" sz="1800" b="1" dirty="0">
                <a:solidFill>
                  <a:srgbClr val="D9973A"/>
                </a:solidFill>
                <a:latin typeface="Calibri" pitchFamily="34" charset="0"/>
                <a:ea typeface="Calibri" pitchFamily="34" charset="-122"/>
                <a:cs typeface="Calibri" pitchFamily="34" charset="-120"/>
              </a:rPr>
              <a:t>Main lesson: </a:t>
            </a:r>
            <a:pPr algn="ctr" indent="0" marL="0">
              <a:buNone/>
            </a:pPr>
            <a:r>
              <a:rPr lang="en-US" sz="1800" b="1" dirty="0">
                <a:solidFill>
                  <a:srgbClr val="1B2A4A"/>
                </a:solidFill>
                <a:latin typeface="Calibri" pitchFamily="34" charset="0"/>
                <a:ea typeface="Calibri" pitchFamily="34" charset="-122"/>
                <a:cs typeface="Calibri" pitchFamily="34" charset="-120"/>
              </a:rPr>
              <a:t>a happy customer comes back!</a:t>
            </a:r>
            <a:endParaRPr lang="en-US" sz="1800" dirty="0"/>
          </a:p>
        </p:txBody>
      </p:sp>
      <p:sp>
        <p:nvSpPr>
          <p:cNvPr id="25" name="Text 18"/>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26" name="Text 19"/>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13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450" fill="hold"/>
                                        <p:tgtEl>
                                          <p:spTgt spid="5"/>
                                        </p:tgtEl>
                                        <p:attrNameLst>
                                          <p:attrName>ppt_w</p:attrName>
                                        </p:attrNameLst>
                                      </p:cBhvr>
                                      <p:tavLst>
                                        <p:tav tm="0">
                                          <p:val>
                                            <p:fltVal val="0"/>
                                          </p:val>
                                        </p:tav>
                                        <p:tav tm="100000">
                                          <p:val>
                                            <p:strVal val="#ppt_w"/>
                                          </p:val>
                                        </p:tav>
                                      </p:tavLst>
                                    </p:anim>
                                    <p:anim calcmode="lin" valueType="num">
                                      <p:cBhvr>
                                        <p:cTn id="13" dur="450" fill="hold"/>
                                        <p:tgtEl>
                                          <p:spTgt spid="5"/>
                                        </p:tgtEl>
                                        <p:attrNameLst>
                                          <p:attrName>ppt_h</p:attrName>
                                        </p:attrNameLst>
                                      </p:cBhvr>
                                      <p:tavLst>
                                        <p:tav tm="0">
                                          <p:val>
                                            <p:fltVal val="0"/>
                                          </p:val>
                                        </p:tav>
                                        <p:tav tm="100000">
                                          <p:val>
                                            <p:strVal val="#ppt_h"/>
                                          </p:val>
                                        </p:tav>
                                      </p:tavLst>
                                    </p:anim>
                                    <p:animEffect transition="in" filter="fade">
                                      <p:cBhvr>
                                        <p:cTn id="14" dur="450"/>
                                        <p:tgtEl>
                                          <p:spTgt spid="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450" fill="hold"/>
                                        <p:tgtEl>
                                          <p:spTgt spid="6"/>
                                        </p:tgtEl>
                                        <p:attrNameLst>
                                          <p:attrName>ppt_w</p:attrName>
                                        </p:attrNameLst>
                                      </p:cBhvr>
                                      <p:tavLst>
                                        <p:tav tm="0">
                                          <p:val>
                                            <p:fltVal val="0"/>
                                          </p:val>
                                        </p:tav>
                                        <p:tav tm="100000">
                                          <p:val>
                                            <p:strVal val="#ppt_w"/>
                                          </p:val>
                                        </p:tav>
                                      </p:tavLst>
                                    </p:anim>
                                    <p:anim calcmode="lin" valueType="num">
                                      <p:cBhvr>
                                        <p:cTn id="18" dur="450" fill="hold"/>
                                        <p:tgtEl>
                                          <p:spTgt spid="6"/>
                                        </p:tgtEl>
                                        <p:attrNameLst>
                                          <p:attrName>ppt_h</p:attrName>
                                        </p:attrNameLst>
                                      </p:cBhvr>
                                      <p:tavLst>
                                        <p:tav tm="0">
                                          <p:val>
                                            <p:fltVal val="0"/>
                                          </p:val>
                                        </p:tav>
                                        <p:tav tm="100000">
                                          <p:val>
                                            <p:strVal val="#ppt_h"/>
                                          </p:val>
                                        </p:tav>
                                      </p:tavLst>
                                    </p:anim>
                                    <p:animEffect transition="in" filter="fade">
                                      <p:cBhvr>
                                        <p:cTn id="19" dur="450"/>
                                        <p:tgtEl>
                                          <p:spTgt spid="6"/>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fltVal val="0"/>
                                          </p:val>
                                        </p:tav>
                                        <p:tav tm="100000">
                                          <p:val>
                                            <p:strVal val="#ppt_w"/>
                                          </p:val>
                                        </p:tav>
                                      </p:tavLst>
                                    </p:anim>
                                    <p:anim calcmode="lin" valueType="num">
                                      <p:cBhvr>
                                        <p:cTn id="23" dur="450" fill="hold"/>
                                        <p:tgtEl>
                                          <p:spTgt spid="7"/>
                                        </p:tgtEl>
                                        <p:attrNameLst>
                                          <p:attrName>ppt_h</p:attrName>
                                        </p:attrNameLst>
                                      </p:cBhvr>
                                      <p:tavLst>
                                        <p:tav tm="0">
                                          <p:val>
                                            <p:fltVal val="0"/>
                                          </p:val>
                                        </p:tav>
                                        <p:tav tm="100000">
                                          <p:val>
                                            <p:strVal val="#ppt_h"/>
                                          </p:val>
                                        </p:tav>
                                      </p:tavLst>
                                    </p:anim>
                                    <p:animEffect transition="in" filter="fade">
                                      <p:cBhvr>
                                        <p:cTn id="24" dur="450"/>
                                        <p:tgtEl>
                                          <p:spTgt spid="7"/>
                                        </p:tgtEl>
                                      </p:cBhvr>
                                    </p:animEffect>
                                  </p:childTnLst>
                                </p:cTn>
                              </p:par>
                              <p:par>
                                <p:cTn id="25" presetID="53" presetClass="entr" presetSubtype="16" fill="hold" grpId="0" nodeType="withEffect">
                                  <p:stCondLst>
                                    <p:cond delay="315"/>
                                  </p:stCondLst>
                                  <p:childTnLst>
                                    <p:set>
                                      <p:cBhvr>
                                        <p:cTn id="26" dur="1" fill="hold">
                                          <p:stCondLst>
                                            <p:cond delay="0"/>
                                          </p:stCondLst>
                                        </p:cTn>
                                        <p:tgtEl>
                                          <p:spTgt spid="8"/>
                                        </p:tgtEl>
                                        <p:attrNameLst>
                                          <p:attrName>style.visibility</p:attrName>
                                        </p:attrNameLst>
                                      </p:cBhvr>
                                      <p:to>
                                        <p:strVal val="visible"/>
                                      </p:to>
                                    </p:set>
                                    <p:anim calcmode="lin" valueType="num">
                                      <p:cBhvr>
                                        <p:cTn id="27" dur="450" fill="hold"/>
                                        <p:tgtEl>
                                          <p:spTgt spid="8"/>
                                        </p:tgtEl>
                                        <p:attrNameLst>
                                          <p:attrName>ppt_w</p:attrName>
                                        </p:attrNameLst>
                                      </p:cBhvr>
                                      <p:tavLst>
                                        <p:tav tm="0">
                                          <p:val>
                                            <p:fltVal val="0"/>
                                          </p:val>
                                        </p:tav>
                                        <p:tav tm="100000">
                                          <p:val>
                                            <p:strVal val="#ppt_w"/>
                                          </p:val>
                                        </p:tav>
                                      </p:tavLst>
                                    </p:anim>
                                    <p:anim calcmode="lin" valueType="num">
                                      <p:cBhvr>
                                        <p:cTn id="28" dur="450" fill="hold"/>
                                        <p:tgtEl>
                                          <p:spTgt spid="8"/>
                                        </p:tgtEl>
                                        <p:attrNameLst>
                                          <p:attrName>ppt_h</p:attrName>
                                        </p:attrNameLst>
                                      </p:cBhvr>
                                      <p:tavLst>
                                        <p:tav tm="0">
                                          <p:val>
                                            <p:fltVal val="0"/>
                                          </p:val>
                                        </p:tav>
                                        <p:tav tm="100000">
                                          <p:val>
                                            <p:strVal val="#ppt_h"/>
                                          </p:val>
                                        </p:tav>
                                      </p:tavLst>
                                    </p:anim>
                                    <p:animEffect transition="in" filter="fade">
                                      <p:cBhvr>
                                        <p:cTn id="29" dur="450"/>
                                        <p:tgtEl>
                                          <p:spTgt spid="8"/>
                                        </p:tgtEl>
                                      </p:cBhvr>
                                    </p:animEffect>
                                  </p:childTnLst>
                                </p:cTn>
                              </p:par>
                              <p:par>
                                <p:cTn id="30" presetID="53" presetClass="entr" presetSubtype="16" fill="hold" grpId="0" nodeType="withEffect">
                                  <p:stCondLst>
                                    <p:cond delay="315"/>
                                  </p:stCondLst>
                                  <p:childTnLst>
                                    <p:set>
                                      <p:cBhvr>
                                        <p:cTn id="31" dur="1" fill="hold">
                                          <p:stCondLst>
                                            <p:cond delay="0"/>
                                          </p:stCondLst>
                                        </p:cTn>
                                        <p:tgtEl>
                                          <p:spTgt spid="9"/>
                                        </p:tgtEl>
                                        <p:attrNameLst>
                                          <p:attrName>style.visibility</p:attrName>
                                        </p:attrNameLst>
                                      </p:cBhvr>
                                      <p:to>
                                        <p:strVal val="visible"/>
                                      </p:to>
                                    </p:set>
                                    <p:anim calcmode="lin" valueType="num">
                                      <p:cBhvr>
                                        <p:cTn id="32" dur="450" fill="hold"/>
                                        <p:tgtEl>
                                          <p:spTgt spid="9"/>
                                        </p:tgtEl>
                                        <p:attrNameLst>
                                          <p:attrName>ppt_w</p:attrName>
                                        </p:attrNameLst>
                                      </p:cBhvr>
                                      <p:tavLst>
                                        <p:tav tm="0">
                                          <p:val>
                                            <p:fltVal val="0"/>
                                          </p:val>
                                        </p:tav>
                                        <p:tav tm="100000">
                                          <p:val>
                                            <p:strVal val="#ppt_w"/>
                                          </p:val>
                                        </p:tav>
                                      </p:tavLst>
                                    </p:anim>
                                    <p:anim calcmode="lin" valueType="num">
                                      <p:cBhvr>
                                        <p:cTn id="33" dur="450" fill="hold"/>
                                        <p:tgtEl>
                                          <p:spTgt spid="9"/>
                                        </p:tgtEl>
                                        <p:attrNameLst>
                                          <p:attrName>ppt_h</p:attrName>
                                        </p:attrNameLst>
                                      </p:cBhvr>
                                      <p:tavLst>
                                        <p:tav tm="0">
                                          <p:val>
                                            <p:fltVal val="0"/>
                                          </p:val>
                                        </p:tav>
                                        <p:tav tm="100000">
                                          <p:val>
                                            <p:strVal val="#ppt_h"/>
                                          </p:val>
                                        </p:tav>
                                      </p:tavLst>
                                    </p:anim>
                                    <p:animEffect transition="in" filter="fade">
                                      <p:cBhvr>
                                        <p:cTn id="34" dur="450"/>
                                        <p:tgtEl>
                                          <p:spTgt spid="9"/>
                                        </p:tgtEl>
                                      </p:cBhvr>
                                    </p:animEffect>
                                  </p:childTnLst>
                                </p:cTn>
                              </p:par>
                              <p:par>
                                <p:cTn id="35" presetID="53" presetClass="entr" presetSubtype="16" fill="hold" grpId="0" nodeType="withEffect">
                                  <p:stCondLst>
                                    <p:cond delay="315"/>
                                  </p:stCondLst>
                                  <p:childTnLst>
                                    <p:set>
                                      <p:cBhvr>
                                        <p:cTn id="36" dur="1" fill="hold">
                                          <p:stCondLst>
                                            <p:cond delay="0"/>
                                          </p:stCondLst>
                                        </p:cTn>
                                        <p:tgtEl>
                                          <p:spTgt spid="10"/>
                                        </p:tgtEl>
                                        <p:attrNameLst>
                                          <p:attrName>style.visibility</p:attrName>
                                        </p:attrNameLst>
                                      </p:cBhvr>
                                      <p:to>
                                        <p:strVal val="visible"/>
                                      </p:to>
                                    </p:set>
                                    <p:anim calcmode="lin" valueType="num">
                                      <p:cBhvr>
                                        <p:cTn id="37" dur="450" fill="hold"/>
                                        <p:tgtEl>
                                          <p:spTgt spid="10"/>
                                        </p:tgtEl>
                                        <p:attrNameLst>
                                          <p:attrName>ppt_w</p:attrName>
                                        </p:attrNameLst>
                                      </p:cBhvr>
                                      <p:tavLst>
                                        <p:tav tm="0">
                                          <p:val>
                                            <p:fltVal val="0"/>
                                          </p:val>
                                        </p:tav>
                                        <p:tav tm="100000">
                                          <p:val>
                                            <p:strVal val="#ppt_w"/>
                                          </p:val>
                                        </p:tav>
                                      </p:tavLst>
                                    </p:anim>
                                    <p:anim calcmode="lin" valueType="num">
                                      <p:cBhvr>
                                        <p:cTn id="38" dur="450" fill="hold"/>
                                        <p:tgtEl>
                                          <p:spTgt spid="10"/>
                                        </p:tgtEl>
                                        <p:attrNameLst>
                                          <p:attrName>ppt_h</p:attrName>
                                        </p:attrNameLst>
                                      </p:cBhvr>
                                      <p:tavLst>
                                        <p:tav tm="0">
                                          <p:val>
                                            <p:fltVal val="0"/>
                                          </p:val>
                                        </p:tav>
                                        <p:tav tm="100000">
                                          <p:val>
                                            <p:strVal val="#ppt_h"/>
                                          </p:val>
                                        </p:tav>
                                      </p:tavLst>
                                    </p:anim>
                                    <p:animEffect transition="in" filter="fade">
                                      <p:cBhvr>
                                        <p:cTn id="39" dur="450"/>
                                        <p:tgtEl>
                                          <p:spTgt spid="10"/>
                                        </p:tgtEl>
                                      </p:cBhvr>
                                    </p:animEffect>
                                  </p:childTnLst>
                                </p:cTn>
                              </p:par>
                              <p:par>
                                <p:cTn id="40" presetID="53" presetClass="entr" presetSubtype="16" fill="hold" grpId="0" nodeType="withEffect">
                                  <p:stCondLst>
                                    <p:cond delay="315"/>
                                  </p:stCondLst>
                                  <p:childTnLst>
                                    <p:set>
                                      <p:cBhvr>
                                        <p:cTn id="41" dur="1" fill="hold">
                                          <p:stCondLst>
                                            <p:cond delay="0"/>
                                          </p:stCondLst>
                                        </p:cTn>
                                        <p:tgtEl>
                                          <p:spTgt spid="11"/>
                                        </p:tgtEl>
                                        <p:attrNameLst>
                                          <p:attrName>style.visibility</p:attrName>
                                        </p:attrNameLst>
                                      </p:cBhvr>
                                      <p:to>
                                        <p:strVal val="visible"/>
                                      </p:to>
                                    </p:set>
                                    <p:anim calcmode="lin" valueType="num">
                                      <p:cBhvr>
                                        <p:cTn id="42" dur="450" fill="hold"/>
                                        <p:tgtEl>
                                          <p:spTgt spid="11"/>
                                        </p:tgtEl>
                                        <p:attrNameLst>
                                          <p:attrName>ppt_w</p:attrName>
                                        </p:attrNameLst>
                                      </p:cBhvr>
                                      <p:tavLst>
                                        <p:tav tm="0">
                                          <p:val>
                                            <p:fltVal val="0"/>
                                          </p:val>
                                        </p:tav>
                                        <p:tav tm="100000">
                                          <p:val>
                                            <p:strVal val="#ppt_w"/>
                                          </p:val>
                                        </p:tav>
                                      </p:tavLst>
                                    </p:anim>
                                    <p:anim calcmode="lin" valueType="num">
                                      <p:cBhvr>
                                        <p:cTn id="43" dur="450" fill="hold"/>
                                        <p:tgtEl>
                                          <p:spTgt spid="11"/>
                                        </p:tgtEl>
                                        <p:attrNameLst>
                                          <p:attrName>ppt_h</p:attrName>
                                        </p:attrNameLst>
                                      </p:cBhvr>
                                      <p:tavLst>
                                        <p:tav tm="0">
                                          <p:val>
                                            <p:fltVal val="0"/>
                                          </p:val>
                                        </p:tav>
                                        <p:tav tm="100000">
                                          <p:val>
                                            <p:strVal val="#ppt_h"/>
                                          </p:val>
                                        </p:tav>
                                      </p:tavLst>
                                    </p:anim>
                                    <p:animEffect transition="in" filter="fade">
                                      <p:cBhvr>
                                        <p:cTn id="44" dur="450"/>
                                        <p:tgtEl>
                                          <p:spTgt spid="11"/>
                                        </p:tgtEl>
                                      </p:cBhvr>
                                    </p:animEffect>
                                  </p:childTnLst>
                                </p:cTn>
                              </p:par>
                              <p:par>
                                <p:cTn id="45" presetID="53" presetClass="entr" presetSubtype="16" fill="hold" grpId="0" nodeType="withEffect">
                                  <p:stCondLst>
                                    <p:cond delay="630"/>
                                  </p:stCondLst>
                                  <p:childTnLst>
                                    <p:set>
                                      <p:cBhvr>
                                        <p:cTn id="46" dur="1" fill="hold">
                                          <p:stCondLst>
                                            <p:cond delay="0"/>
                                          </p:stCondLst>
                                        </p:cTn>
                                        <p:tgtEl>
                                          <p:spTgt spid="12"/>
                                        </p:tgtEl>
                                        <p:attrNameLst>
                                          <p:attrName>style.visibility</p:attrName>
                                        </p:attrNameLst>
                                      </p:cBhvr>
                                      <p:to>
                                        <p:strVal val="visible"/>
                                      </p:to>
                                    </p:set>
                                    <p:anim calcmode="lin" valueType="num">
                                      <p:cBhvr>
                                        <p:cTn id="47" dur="450" fill="hold"/>
                                        <p:tgtEl>
                                          <p:spTgt spid="12"/>
                                        </p:tgtEl>
                                        <p:attrNameLst>
                                          <p:attrName>ppt_w</p:attrName>
                                        </p:attrNameLst>
                                      </p:cBhvr>
                                      <p:tavLst>
                                        <p:tav tm="0">
                                          <p:val>
                                            <p:fltVal val="0"/>
                                          </p:val>
                                        </p:tav>
                                        <p:tav tm="100000">
                                          <p:val>
                                            <p:strVal val="#ppt_w"/>
                                          </p:val>
                                        </p:tav>
                                      </p:tavLst>
                                    </p:anim>
                                    <p:anim calcmode="lin" valueType="num">
                                      <p:cBhvr>
                                        <p:cTn id="48" dur="450" fill="hold"/>
                                        <p:tgtEl>
                                          <p:spTgt spid="12"/>
                                        </p:tgtEl>
                                        <p:attrNameLst>
                                          <p:attrName>ppt_h</p:attrName>
                                        </p:attrNameLst>
                                      </p:cBhvr>
                                      <p:tavLst>
                                        <p:tav tm="0">
                                          <p:val>
                                            <p:fltVal val="0"/>
                                          </p:val>
                                        </p:tav>
                                        <p:tav tm="100000">
                                          <p:val>
                                            <p:strVal val="#ppt_h"/>
                                          </p:val>
                                        </p:tav>
                                      </p:tavLst>
                                    </p:anim>
                                    <p:animEffect transition="in" filter="fade">
                                      <p:cBhvr>
                                        <p:cTn id="49" dur="450"/>
                                        <p:tgtEl>
                                          <p:spTgt spid="12"/>
                                        </p:tgtEl>
                                      </p:cBhvr>
                                    </p:animEffect>
                                  </p:childTnLst>
                                </p:cTn>
                              </p:par>
                              <p:par>
                                <p:cTn id="50" presetID="53" presetClass="entr" presetSubtype="16" fill="hold" grpId="0" nodeType="withEffect">
                                  <p:stCondLst>
                                    <p:cond delay="630"/>
                                  </p:stCondLst>
                                  <p:childTnLst>
                                    <p:set>
                                      <p:cBhvr>
                                        <p:cTn id="51" dur="1" fill="hold">
                                          <p:stCondLst>
                                            <p:cond delay="0"/>
                                          </p:stCondLst>
                                        </p:cTn>
                                        <p:tgtEl>
                                          <p:spTgt spid="13"/>
                                        </p:tgtEl>
                                        <p:attrNameLst>
                                          <p:attrName>style.visibility</p:attrName>
                                        </p:attrNameLst>
                                      </p:cBhvr>
                                      <p:to>
                                        <p:strVal val="visible"/>
                                      </p:to>
                                    </p:set>
                                    <p:anim calcmode="lin" valueType="num">
                                      <p:cBhvr>
                                        <p:cTn id="52" dur="450" fill="hold"/>
                                        <p:tgtEl>
                                          <p:spTgt spid="13"/>
                                        </p:tgtEl>
                                        <p:attrNameLst>
                                          <p:attrName>ppt_w</p:attrName>
                                        </p:attrNameLst>
                                      </p:cBhvr>
                                      <p:tavLst>
                                        <p:tav tm="0">
                                          <p:val>
                                            <p:fltVal val="0"/>
                                          </p:val>
                                        </p:tav>
                                        <p:tav tm="100000">
                                          <p:val>
                                            <p:strVal val="#ppt_w"/>
                                          </p:val>
                                        </p:tav>
                                      </p:tavLst>
                                    </p:anim>
                                    <p:anim calcmode="lin" valueType="num">
                                      <p:cBhvr>
                                        <p:cTn id="53" dur="450" fill="hold"/>
                                        <p:tgtEl>
                                          <p:spTgt spid="13"/>
                                        </p:tgtEl>
                                        <p:attrNameLst>
                                          <p:attrName>ppt_h</p:attrName>
                                        </p:attrNameLst>
                                      </p:cBhvr>
                                      <p:tavLst>
                                        <p:tav tm="0">
                                          <p:val>
                                            <p:fltVal val="0"/>
                                          </p:val>
                                        </p:tav>
                                        <p:tav tm="100000">
                                          <p:val>
                                            <p:strVal val="#ppt_h"/>
                                          </p:val>
                                        </p:tav>
                                      </p:tavLst>
                                    </p:anim>
                                    <p:animEffect transition="in" filter="fade">
                                      <p:cBhvr>
                                        <p:cTn id="54" dur="450"/>
                                        <p:tgtEl>
                                          <p:spTgt spid="13"/>
                                        </p:tgtEl>
                                      </p:cBhvr>
                                    </p:animEffect>
                                  </p:childTnLst>
                                </p:cTn>
                              </p:par>
                              <p:par>
                                <p:cTn id="55" presetID="53" presetClass="entr" presetSubtype="16" fill="hold" grpId="0" nodeType="withEffect">
                                  <p:stCondLst>
                                    <p:cond delay="630"/>
                                  </p:stCondLst>
                                  <p:childTnLst>
                                    <p:set>
                                      <p:cBhvr>
                                        <p:cTn id="56" dur="1" fill="hold">
                                          <p:stCondLst>
                                            <p:cond delay="0"/>
                                          </p:stCondLst>
                                        </p:cTn>
                                        <p:tgtEl>
                                          <p:spTgt spid="14"/>
                                        </p:tgtEl>
                                        <p:attrNameLst>
                                          <p:attrName>style.visibility</p:attrName>
                                        </p:attrNameLst>
                                      </p:cBhvr>
                                      <p:to>
                                        <p:strVal val="visible"/>
                                      </p:to>
                                    </p:set>
                                    <p:anim calcmode="lin" valueType="num">
                                      <p:cBhvr>
                                        <p:cTn id="57" dur="450" fill="hold"/>
                                        <p:tgtEl>
                                          <p:spTgt spid="14"/>
                                        </p:tgtEl>
                                        <p:attrNameLst>
                                          <p:attrName>ppt_w</p:attrName>
                                        </p:attrNameLst>
                                      </p:cBhvr>
                                      <p:tavLst>
                                        <p:tav tm="0">
                                          <p:val>
                                            <p:fltVal val="0"/>
                                          </p:val>
                                        </p:tav>
                                        <p:tav tm="100000">
                                          <p:val>
                                            <p:strVal val="#ppt_w"/>
                                          </p:val>
                                        </p:tav>
                                      </p:tavLst>
                                    </p:anim>
                                    <p:anim calcmode="lin" valueType="num">
                                      <p:cBhvr>
                                        <p:cTn id="58" dur="450" fill="hold"/>
                                        <p:tgtEl>
                                          <p:spTgt spid="14"/>
                                        </p:tgtEl>
                                        <p:attrNameLst>
                                          <p:attrName>ppt_h</p:attrName>
                                        </p:attrNameLst>
                                      </p:cBhvr>
                                      <p:tavLst>
                                        <p:tav tm="0">
                                          <p:val>
                                            <p:fltVal val="0"/>
                                          </p:val>
                                        </p:tav>
                                        <p:tav tm="100000">
                                          <p:val>
                                            <p:strVal val="#ppt_h"/>
                                          </p:val>
                                        </p:tav>
                                      </p:tavLst>
                                    </p:anim>
                                    <p:animEffect transition="in" filter="fade">
                                      <p:cBhvr>
                                        <p:cTn id="59" dur="450"/>
                                        <p:tgtEl>
                                          <p:spTgt spid="14"/>
                                        </p:tgtEl>
                                      </p:cBhvr>
                                    </p:animEffect>
                                  </p:childTnLst>
                                </p:cTn>
                              </p:par>
                              <p:par>
                                <p:cTn id="60" presetID="53" presetClass="entr" presetSubtype="16" fill="hold" grpId="0" nodeType="withEffect">
                                  <p:stCondLst>
                                    <p:cond delay="630"/>
                                  </p:stCondLst>
                                  <p:childTnLst>
                                    <p:set>
                                      <p:cBhvr>
                                        <p:cTn id="61" dur="1" fill="hold">
                                          <p:stCondLst>
                                            <p:cond delay="0"/>
                                          </p:stCondLst>
                                        </p:cTn>
                                        <p:tgtEl>
                                          <p:spTgt spid="15"/>
                                        </p:tgtEl>
                                        <p:attrNameLst>
                                          <p:attrName>style.visibility</p:attrName>
                                        </p:attrNameLst>
                                      </p:cBhvr>
                                      <p:to>
                                        <p:strVal val="visible"/>
                                      </p:to>
                                    </p:set>
                                    <p:anim calcmode="lin" valueType="num">
                                      <p:cBhvr>
                                        <p:cTn id="62" dur="450" fill="hold"/>
                                        <p:tgtEl>
                                          <p:spTgt spid="15"/>
                                        </p:tgtEl>
                                        <p:attrNameLst>
                                          <p:attrName>ppt_w</p:attrName>
                                        </p:attrNameLst>
                                      </p:cBhvr>
                                      <p:tavLst>
                                        <p:tav tm="0">
                                          <p:val>
                                            <p:fltVal val="0"/>
                                          </p:val>
                                        </p:tav>
                                        <p:tav tm="100000">
                                          <p:val>
                                            <p:strVal val="#ppt_w"/>
                                          </p:val>
                                        </p:tav>
                                      </p:tavLst>
                                    </p:anim>
                                    <p:anim calcmode="lin" valueType="num">
                                      <p:cBhvr>
                                        <p:cTn id="63" dur="450" fill="hold"/>
                                        <p:tgtEl>
                                          <p:spTgt spid="15"/>
                                        </p:tgtEl>
                                        <p:attrNameLst>
                                          <p:attrName>ppt_h</p:attrName>
                                        </p:attrNameLst>
                                      </p:cBhvr>
                                      <p:tavLst>
                                        <p:tav tm="0">
                                          <p:val>
                                            <p:fltVal val="0"/>
                                          </p:val>
                                        </p:tav>
                                        <p:tav tm="100000">
                                          <p:val>
                                            <p:strVal val="#ppt_h"/>
                                          </p:val>
                                        </p:tav>
                                      </p:tavLst>
                                    </p:anim>
                                    <p:animEffect transition="in" filter="fade">
                                      <p:cBhvr>
                                        <p:cTn id="64" dur="450"/>
                                        <p:tgtEl>
                                          <p:spTgt spid="15"/>
                                        </p:tgtEl>
                                      </p:cBhvr>
                                    </p:animEffect>
                                  </p:childTnLst>
                                </p:cTn>
                              </p:par>
                              <p:par>
                                <p:cTn id="65" presetID="53" presetClass="entr" presetSubtype="16" fill="hold" grpId="0" nodeType="withEffect">
                                  <p:stCondLst>
                                    <p:cond delay="945"/>
                                  </p:stCondLst>
                                  <p:childTnLst>
                                    <p:set>
                                      <p:cBhvr>
                                        <p:cTn id="66" dur="1" fill="hold">
                                          <p:stCondLst>
                                            <p:cond delay="0"/>
                                          </p:stCondLst>
                                        </p:cTn>
                                        <p:tgtEl>
                                          <p:spTgt spid="16"/>
                                        </p:tgtEl>
                                        <p:attrNameLst>
                                          <p:attrName>style.visibility</p:attrName>
                                        </p:attrNameLst>
                                      </p:cBhvr>
                                      <p:to>
                                        <p:strVal val="visible"/>
                                      </p:to>
                                    </p:set>
                                    <p:anim calcmode="lin" valueType="num">
                                      <p:cBhvr>
                                        <p:cTn id="67" dur="450" fill="hold"/>
                                        <p:tgtEl>
                                          <p:spTgt spid="16"/>
                                        </p:tgtEl>
                                        <p:attrNameLst>
                                          <p:attrName>ppt_w</p:attrName>
                                        </p:attrNameLst>
                                      </p:cBhvr>
                                      <p:tavLst>
                                        <p:tav tm="0">
                                          <p:val>
                                            <p:fltVal val="0"/>
                                          </p:val>
                                        </p:tav>
                                        <p:tav tm="100000">
                                          <p:val>
                                            <p:strVal val="#ppt_w"/>
                                          </p:val>
                                        </p:tav>
                                      </p:tavLst>
                                    </p:anim>
                                    <p:anim calcmode="lin" valueType="num">
                                      <p:cBhvr>
                                        <p:cTn id="68" dur="450" fill="hold"/>
                                        <p:tgtEl>
                                          <p:spTgt spid="16"/>
                                        </p:tgtEl>
                                        <p:attrNameLst>
                                          <p:attrName>ppt_h</p:attrName>
                                        </p:attrNameLst>
                                      </p:cBhvr>
                                      <p:tavLst>
                                        <p:tav tm="0">
                                          <p:val>
                                            <p:fltVal val="0"/>
                                          </p:val>
                                        </p:tav>
                                        <p:tav tm="100000">
                                          <p:val>
                                            <p:strVal val="#ppt_h"/>
                                          </p:val>
                                        </p:tav>
                                      </p:tavLst>
                                    </p:anim>
                                    <p:animEffect transition="in" filter="fade">
                                      <p:cBhvr>
                                        <p:cTn id="69" dur="450"/>
                                        <p:tgtEl>
                                          <p:spTgt spid="16"/>
                                        </p:tgtEl>
                                      </p:cBhvr>
                                    </p:animEffect>
                                  </p:childTnLst>
                                </p:cTn>
                              </p:par>
                              <p:par>
                                <p:cTn id="70" presetID="53" presetClass="entr" presetSubtype="16" fill="hold" grpId="0" nodeType="withEffect">
                                  <p:stCondLst>
                                    <p:cond delay="945"/>
                                  </p:stCondLst>
                                  <p:childTnLst>
                                    <p:set>
                                      <p:cBhvr>
                                        <p:cTn id="71" dur="1" fill="hold">
                                          <p:stCondLst>
                                            <p:cond delay="0"/>
                                          </p:stCondLst>
                                        </p:cTn>
                                        <p:tgtEl>
                                          <p:spTgt spid="17"/>
                                        </p:tgtEl>
                                        <p:attrNameLst>
                                          <p:attrName>style.visibility</p:attrName>
                                        </p:attrNameLst>
                                      </p:cBhvr>
                                      <p:to>
                                        <p:strVal val="visible"/>
                                      </p:to>
                                    </p:set>
                                    <p:anim calcmode="lin" valueType="num">
                                      <p:cBhvr>
                                        <p:cTn id="72" dur="450" fill="hold"/>
                                        <p:tgtEl>
                                          <p:spTgt spid="17"/>
                                        </p:tgtEl>
                                        <p:attrNameLst>
                                          <p:attrName>ppt_w</p:attrName>
                                        </p:attrNameLst>
                                      </p:cBhvr>
                                      <p:tavLst>
                                        <p:tav tm="0">
                                          <p:val>
                                            <p:fltVal val="0"/>
                                          </p:val>
                                        </p:tav>
                                        <p:tav tm="100000">
                                          <p:val>
                                            <p:strVal val="#ppt_w"/>
                                          </p:val>
                                        </p:tav>
                                      </p:tavLst>
                                    </p:anim>
                                    <p:anim calcmode="lin" valueType="num">
                                      <p:cBhvr>
                                        <p:cTn id="73" dur="450" fill="hold"/>
                                        <p:tgtEl>
                                          <p:spTgt spid="17"/>
                                        </p:tgtEl>
                                        <p:attrNameLst>
                                          <p:attrName>ppt_h</p:attrName>
                                        </p:attrNameLst>
                                      </p:cBhvr>
                                      <p:tavLst>
                                        <p:tav tm="0">
                                          <p:val>
                                            <p:fltVal val="0"/>
                                          </p:val>
                                        </p:tav>
                                        <p:tav tm="100000">
                                          <p:val>
                                            <p:strVal val="#ppt_h"/>
                                          </p:val>
                                        </p:tav>
                                      </p:tavLst>
                                    </p:anim>
                                    <p:animEffect transition="in" filter="fade">
                                      <p:cBhvr>
                                        <p:cTn id="74" dur="450"/>
                                        <p:tgtEl>
                                          <p:spTgt spid="17"/>
                                        </p:tgtEl>
                                      </p:cBhvr>
                                    </p:animEffect>
                                  </p:childTnLst>
                                </p:cTn>
                              </p:par>
                              <p:par>
                                <p:cTn id="75" presetID="53" presetClass="entr" presetSubtype="16" fill="hold" grpId="0" nodeType="withEffect">
                                  <p:stCondLst>
                                    <p:cond delay="945"/>
                                  </p:stCondLst>
                                  <p:childTnLst>
                                    <p:set>
                                      <p:cBhvr>
                                        <p:cTn id="76" dur="1" fill="hold">
                                          <p:stCondLst>
                                            <p:cond delay="0"/>
                                          </p:stCondLst>
                                        </p:cTn>
                                        <p:tgtEl>
                                          <p:spTgt spid="18"/>
                                        </p:tgtEl>
                                        <p:attrNameLst>
                                          <p:attrName>style.visibility</p:attrName>
                                        </p:attrNameLst>
                                      </p:cBhvr>
                                      <p:to>
                                        <p:strVal val="visible"/>
                                      </p:to>
                                    </p:set>
                                    <p:anim calcmode="lin" valueType="num">
                                      <p:cBhvr>
                                        <p:cTn id="77" dur="450" fill="hold"/>
                                        <p:tgtEl>
                                          <p:spTgt spid="18"/>
                                        </p:tgtEl>
                                        <p:attrNameLst>
                                          <p:attrName>ppt_w</p:attrName>
                                        </p:attrNameLst>
                                      </p:cBhvr>
                                      <p:tavLst>
                                        <p:tav tm="0">
                                          <p:val>
                                            <p:fltVal val="0"/>
                                          </p:val>
                                        </p:tav>
                                        <p:tav tm="100000">
                                          <p:val>
                                            <p:strVal val="#ppt_w"/>
                                          </p:val>
                                        </p:tav>
                                      </p:tavLst>
                                    </p:anim>
                                    <p:anim calcmode="lin" valueType="num">
                                      <p:cBhvr>
                                        <p:cTn id="78" dur="450" fill="hold"/>
                                        <p:tgtEl>
                                          <p:spTgt spid="18"/>
                                        </p:tgtEl>
                                        <p:attrNameLst>
                                          <p:attrName>ppt_h</p:attrName>
                                        </p:attrNameLst>
                                      </p:cBhvr>
                                      <p:tavLst>
                                        <p:tav tm="0">
                                          <p:val>
                                            <p:fltVal val="0"/>
                                          </p:val>
                                        </p:tav>
                                        <p:tav tm="100000">
                                          <p:val>
                                            <p:strVal val="#ppt_h"/>
                                          </p:val>
                                        </p:tav>
                                      </p:tavLst>
                                    </p:anim>
                                    <p:animEffect transition="in" filter="fade">
                                      <p:cBhvr>
                                        <p:cTn id="79" dur="450"/>
                                        <p:tgtEl>
                                          <p:spTgt spid="18"/>
                                        </p:tgtEl>
                                      </p:cBhvr>
                                    </p:animEffect>
                                  </p:childTnLst>
                                </p:cTn>
                              </p:par>
                              <p:par>
                                <p:cTn id="80" presetID="53" presetClass="entr" presetSubtype="16" fill="hold" grpId="0" nodeType="withEffect">
                                  <p:stCondLst>
                                    <p:cond delay="945"/>
                                  </p:stCondLst>
                                  <p:childTnLst>
                                    <p:set>
                                      <p:cBhvr>
                                        <p:cTn id="81" dur="1" fill="hold">
                                          <p:stCondLst>
                                            <p:cond delay="0"/>
                                          </p:stCondLst>
                                        </p:cTn>
                                        <p:tgtEl>
                                          <p:spTgt spid="19"/>
                                        </p:tgtEl>
                                        <p:attrNameLst>
                                          <p:attrName>style.visibility</p:attrName>
                                        </p:attrNameLst>
                                      </p:cBhvr>
                                      <p:to>
                                        <p:strVal val="visible"/>
                                      </p:to>
                                    </p:set>
                                    <p:anim calcmode="lin" valueType="num">
                                      <p:cBhvr>
                                        <p:cTn id="82" dur="450" fill="hold"/>
                                        <p:tgtEl>
                                          <p:spTgt spid="19"/>
                                        </p:tgtEl>
                                        <p:attrNameLst>
                                          <p:attrName>ppt_w</p:attrName>
                                        </p:attrNameLst>
                                      </p:cBhvr>
                                      <p:tavLst>
                                        <p:tav tm="0">
                                          <p:val>
                                            <p:fltVal val="0"/>
                                          </p:val>
                                        </p:tav>
                                        <p:tav tm="100000">
                                          <p:val>
                                            <p:strVal val="#ppt_w"/>
                                          </p:val>
                                        </p:tav>
                                      </p:tavLst>
                                    </p:anim>
                                    <p:anim calcmode="lin" valueType="num">
                                      <p:cBhvr>
                                        <p:cTn id="83" dur="450" fill="hold"/>
                                        <p:tgtEl>
                                          <p:spTgt spid="19"/>
                                        </p:tgtEl>
                                        <p:attrNameLst>
                                          <p:attrName>ppt_h</p:attrName>
                                        </p:attrNameLst>
                                      </p:cBhvr>
                                      <p:tavLst>
                                        <p:tav tm="0">
                                          <p:val>
                                            <p:fltVal val="0"/>
                                          </p:val>
                                        </p:tav>
                                        <p:tav tm="100000">
                                          <p:val>
                                            <p:strVal val="#ppt_h"/>
                                          </p:val>
                                        </p:tav>
                                      </p:tavLst>
                                    </p:anim>
                                    <p:animEffect transition="in" filter="fade">
                                      <p:cBhvr>
                                        <p:cTn id="84" dur="450"/>
                                        <p:tgtEl>
                                          <p:spTgt spid="19"/>
                                        </p:tgtEl>
                                      </p:cBhvr>
                                    </p:animEffect>
                                  </p:childTnLst>
                                </p:cTn>
                              </p:par>
                              <p:par>
                                <p:cTn id="85" presetID="53" presetClass="entr" presetSubtype="16" fill="hold" grpId="0" nodeType="withEffect">
                                  <p:stCondLst>
                                    <p:cond delay="1260"/>
                                  </p:stCondLst>
                                  <p:childTnLst>
                                    <p:set>
                                      <p:cBhvr>
                                        <p:cTn id="86" dur="1" fill="hold">
                                          <p:stCondLst>
                                            <p:cond delay="0"/>
                                          </p:stCondLst>
                                        </p:cTn>
                                        <p:tgtEl>
                                          <p:spTgt spid="20"/>
                                        </p:tgtEl>
                                        <p:attrNameLst>
                                          <p:attrName>style.visibility</p:attrName>
                                        </p:attrNameLst>
                                      </p:cBhvr>
                                      <p:to>
                                        <p:strVal val="visible"/>
                                      </p:to>
                                    </p:set>
                                    <p:anim calcmode="lin" valueType="num">
                                      <p:cBhvr>
                                        <p:cTn id="87" dur="450" fill="hold"/>
                                        <p:tgtEl>
                                          <p:spTgt spid="20"/>
                                        </p:tgtEl>
                                        <p:attrNameLst>
                                          <p:attrName>ppt_w</p:attrName>
                                        </p:attrNameLst>
                                      </p:cBhvr>
                                      <p:tavLst>
                                        <p:tav tm="0">
                                          <p:val>
                                            <p:fltVal val="0"/>
                                          </p:val>
                                        </p:tav>
                                        <p:tav tm="100000">
                                          <p:val>
                                            <p:strVal val="#ppt_w"/>
                                          </p:val>
                                        </p:tav>
                                      </p:tavLst>
                                    </p:anim>
                                    <p:anim calcmode="lin" valueType="num">
                                      <p:cBhvr>
                                        <p:cTn id="88" dur="450" fill="hold"/>
                                        <p:tgtEl>
                                          <p:spTgt spid="20"/>
                                        </p:tgtEl>
                                        <p:attrNameLst>
                                          <p:attrName>ppt_h</p:attrName>
                                        </p:attrNameLst>
                                      </p:cBhvr>
                                      <p:tavLst>
                                        <p:tav tm="0">
                                          <p:val>
                                            <p:fltVal val="0"/>
                                          </p:val>
                                        </p:tav>
                                        <p:tav tm="100000">
                                          <p:val>
                                            <p:strVal val="#ppt_h"/>
                                          </p:val>
                                        </p:tav>
                                      </p:tavLst>
                                    </p:anim>
                                    <p:animEffect transition="in" filter="fade">
                                      <p:cBhvr>
                                        <p:cTn id="89" dur="450"/>
                                        <p:tgtEl>
                                          <p:spTgt spid="20"/>
                                        </p:tgtEl>
                                      </p:cBhvr>
                                    </p:animEffect>
                                  </p:childTnLst>
                                </p:cTn>
                              </p:par>
                              <p:par>
                                <p:cTn id="90" presetID="53" presetClass="entr" presetSubtype="16" fill="hold" grpId="0" nodeType="withEffect">
                                  <p:stCondLst>
                                    <p:cond delay="1260"/>
                                  </p:stCondLst>
                                  <p:childTnLst>
                                    <p:set>
                                      <p:cBhvr>
                                        <p:cTn id="91" dur="1" fill="hold">
                                          <p:stCondLst>
                                            <p:cond delay="0"/>
                                          </p:stCondLst>
                                        </p:cTn>
                                        <p:tgtEl>
                                          <p:spTgt spid="21"/>
                                        </p:tgtEl>
                                        <p:attrNameLst>
                                          <p:attrName>style.visibility</p:attrName>
                                        </p:attrNameLst>
                                      </p:cBhvr>
                                      <p:to>
                                        <p:strVal val="visible"/>
                                      </p:to>
                                    </p:set>
                                    <p:anim calcmode="lin" valueType="num">
                                      <p:cBhvr>
                                        <p:cTn id="92" dur="450" fill="hold"/>
                                        <p:tgtEl>
                                          <p:spTgt spid="21"/>
                                        </p:tgtEl>
                                        <p:attrNameLst>
                                          <p:attrName>ppt_w</p:attrName>
                                        </p:attrNameLst>
                                      </p:cBhvr>
                                      <p:tavLst>
                                        <p:tav tm="0">
                                          <p:val>
                                            <p:fltVal val="0"/>
                                          </p:val>
                                        </p:tav>
                                        <p:tav tm="100000">
                                          <p:val>
                                            <p:strVal val="#ppt_w"/>
                                          </p:val>
                                        </p:tav>
                                      </p:tavLst>
                                    </p:anim>
                                    <p:anim calcmode="lin" valueType="num">
                                      <p:cBhvr>
                                        <p:cTn id="93" dur="450" fill="hold"/>
                                        <p:tgtEl>
                                          <p:spTgt spid="21"/>
                                        </p:tgtEl>
                                        <p:attrNameLst>
                                          <p:attrName>ppt_h</p:attrName>
                                        </p:attrNameLst>
                                      </p:cBhvr>
                                      <p:tavLst>
                                        <p:tav tm="0">
                                          <p:val>
                                            <p:fltVal val="0"/>
                                          </p:val>
                                        </p:tav>
                                        <p:tav tm="100000">
                                          <p:val>
                                            <p:strVal val="#ppt_h"/>
                                          </p:val>
                                        </p:tav>
                                      </p:tavLst>
                                    </p:anim>
                                    <p:animEffect transition="in" filter="fade">
                                      <p:cBhvr>
                                        <p:cTn id="94" dur="450"/>
                                        <p:tgtEl>
                                          <p:spTgt spid="21"/>
                                        </p:tgtEl>
                                      </p:cBhvr>
                                    </p:animEffect>
                                  </p:childTnLst>
                                </p:cTn>
                              </p:par>
                              <p:par>
                                <p:cTn id="95" presetID="53" presetClass="entr" presetSubtype="16" fill="hold" grpId="0" nodeType="withEffect">
                                  <p:stCondLst>
                                    <p:cond delay="1260"/>
                                  </p:stCondLst>
                                  <p:childTnLst>
                                    <p:set>
                                      <p:cBhvr>
                                        <p:cTn id="96" dur="1" fill="hold">
                                          <p:stCondLst>
                                            <p:cond delay="0"/>
                                          </p:stCondLst>
                                        </p:cTn>
                                        <p:tgtEl>
                                          <p:spTgt spid="22"/>
                                        </p:tgtEl>
                                        <p:attrNameLst>
                                          <p:attrName>style.visibility</p:attrName>
                                        </p:attrNameLst>
                                      </p:cBhvr>
                                      <p:to>
                                        <p:strVal val="visible"/>
                                      </p:to>
                                    </p:set>
                                    <p:anim calcmode="lin" valueType="num">
                                      <p:cBhvr>
                                        <p:cTn id="97" dur="450" fill="hold"/>
                                        <p:tgtEl>
                                          <p:spTgt spid="22"/>
                                        </p:tgtEl>
                                        <p:attrNameLst>
                                          <p:attrName>ppt_w</p:attrName>
                                        </p:attrNameLst>
                                      </p:cBhvr>
                                      <p:tavLst>
                                        <p:tav tm="0">
                                          <p:val>
                                            <p:fltVal val="0"/>
                                          </p:val>
                                        </p:tav>
                                        <p:tav tm="100000">
                                          <p:val>
                                            <p:strVal val="#ppt_w"/>
                                          </p:val>
                                        </p:tav>
                                      </p:tavLst>
                                    </p:anim>
                                    <p:anim calcmode="lin" valueType="num">
                                      <p:cBhvr>
                                        <p:cTn id="98" dur="450" fill="hold"/>
                                        <p:tgtEl>
                                          <p:spTgt spid="22"/>
                                        </p:tgtEl>
                                        <p:attrNameLst>
                                          <p:attrName>ppt_h</p:attrName>
                                        </p:attrNameLst>
                                      </p:cBhvr>
                                      <p:tavLst>
                                        <p:tav tm="0">
                                          <p:val>
                                            <p:fltVal val="0"/>
                                          </p:val>
                                        </p:tav>
                                        <p:tav tm="100000">
                                          <p:val>
                                            <p:strVal val="#ppt_h"/>
                                          </p:val>
                                        </p:tav>
                                      </p:tavLst>
                                    </p:anim>
                                    <p:animEffect transition="in" filter="fade">
                                      <p:cBhvr>
                                        <p:cTn id="99" dur="450"/>
                                        <p:tgtEl>
                                          <p:spTgt spid="22"/>
                                        </p:tgtEl>
                                      </p:cBhvr>
                                    </p:animEffect>
                                  </p:childTnLst>
                                </p:cTn>
                              </p:par>
                              <p:par>
                                <p:cTn id="100" presetID="53" presetClass="entr" presetSubtype="16" fill="hold" grpId="0" nodeType="withEffect">
                                  <p:stCondLst>
                                    <p:cond delay="1260"/>
                                  </p:stCondLst>
                                  <p:childTnLst>
                                    <p:set>
                                      <p:cBhvr>
                                        <p:cTn id="101" dur="1" fill="hold">
                                          <p:stCondLst>
                                            <p:cond delay="0"/>
                                          </p:stCondLst>
                                        </p:cTn>
                                        <p:tgtEl>
                                          <p:spTgt spid="23"/>
                                        </p:tgtEl>
                                        <p:attrNameLst>
                                          <p:attrName>style.visibility</p:attrName>
                                        </p:attrNameLst>
                                      </p:cBhvr>
                                      <p:to>
                                        <p:strVal val="visible"/>
                                      </p:to>
                                    </p:set>
                                    <p:anim calcmode="lin" valueType="num">
                                      <p:cBhvr>
                                        <p:cTn id="102" dur="450" fill="hold"/>
                                        <p:tgtEl>
                                          <p:spTgt spid="23"/>
                                        </p:tgtEl>
                                        <p:attrNameLst>
                                          <p:attrName>ppt_w</p:attrName>
                                        </p:attrNameLst>
                                      </p:cBhvr>
                                      <p:tavLst>
                                        <p:tav tm="0">
                                          <p:val>
                                            <p:fltVal val="0"/>
                                          </p:val>
                                        </p:tav>
                                        <p:tav tm="100000">
                                          <p:val>
                                            <p:strVal val="#ppt_w"/>
                                          </p:val>
                                        </p:tav>
                                      </p:tavLst>
                                    </p:anim>
                                    <p:anim calcmode="lin" valueType="num">
                                      <p:cBhvr>
                                        <p:cTn id="103" dur="450" fill="hold"/>
                                        <p:tgtEl>
                                          <p:spTgt spid="23"/>
                                        </p:tgtEl>
                                        <p:attrNameLst>
                                          <p:attrName>ppt_h</p:attrName>
                                        </p:attrNameLst>
                                      </p:cBhvr>
                                      <p:tavLst>
                                        <p:tav tm="0">
                                          <p:val>
                                            <p:fltVal val="0"/>
                                          </p:val>
                                        </p:tav>
                                        <p:tav tm="100000">
                                          <p:val>
                                            <p:strVal val="#ppt_h"/>
                                          </p:val>
                                        </p:tav>
                                      </p:tavLst>
                                    </p:anim>
                                    <p:animEffect transition="in" filter="fade">
                                      <p:cBhvr>
                                        <p:cTn id="104" dur="450"/>
                                        <p:tgtEl>
                                          <p:spTgt spid="23"/>
                                        </p:tgtEl>
                                      </p:cBhvr>
                                    </p:animEffect>
                                  </p:childTnLst>
                                </p:cTn>
                              </p:par>
                              <p:par>
                                <p:cTn id="105" presetID="53" presetClass="entr" presetSubtype="16" fill="hold" grpId="0" nodeType="withEffect">
                                  <p:stCondLst>
                                    <p:cond delay="1575"/>
                                  </p:stCondLst>
                                  <p:childTnLst>
                                    <p:set>
                                      <p:cBhvr>
                                        <p:cTn id="106" dur="1" fill="hold">
                                          <p:stCondLst>
                                            <p:cond delay="0"/>
                                          </p:stCondLst>
                                        </p:cTn>
                                        <p:tgtEl>
                                          <p:spTgt spid="24"/>
                                        </p:tgtEl>
                                        <p:attrNameLst>
                                          <p:attrName>style.visibility</p:attrName>
                                        </p:attrNameLst>
                                      </p:cBhvr>
                                      <p:to>
                                        <p:strVal val="visible"/>
                                      </p:to>
                                    </p:set>
                                    <p:anim calcmode="lin" valueType="num">
                                      <p:cBhvr>
                                        <p:cTn id="107" dur="450" fill="hold"/>
                                        <p:tgtEl>
                                          <p:spTgt spid="24"/>
                                        </p:tgtEl>
                                        <p:attrNameLst>
                                          <p:attrName>ppt_w</p:attrName>
                                        </p:attrNameLst>
                                      </p:cBhvr>
                                      <p:tavLst>
                                        <p:tav tm="0">
                                          <p:val>
                                            <p:fltVal val="0"/>
                                          </p:val>
                                        </p:tav>
                                        <p:tav tm="100000">
                                          <p:val>
                                            <p:strVal val="#ppt_w"/>
                                          </p:val>
                                        </p:tav>
                                      </p:tavLst>
                                    </p:anim>
                                    <p:anim calcmode="lin" valueType="num">
                                      <p:cBhvr>
                                        <p:cTn id="108" dur="450" fill="hold"/>
                                        <p:tgtEl>
                                          <p:spTgt spid="24"/>
                                        </p:tgtEl>
                                        <p:attrNameLst>
                                          <p:attrName>ppt_h</p:attrName>
                                        </p:attrNameLst>
                                      </p:cBhvr>
                                      <p:tavLst>
                                        <p:tav tm="0">
                                          <p:val>
                                            <p:fltVal val="0"/>
                                          </p:val>
                                        </p:tav>
                                        <p:tav tm="100000">
                                          <p:val>
                                            <p:strVal val="#ppt_h"/>
                                          </p:val>
                                        </p:tav>
                                      </p:tavLst>
                                    </p:anim>
                                    <p:animEffect transition="in" filter="fade">
                                      <p:cBhvr>
                                        <p:cTn id="109"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05 · NEW IDEAS</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My ideas to improve the bakery</a:t>
            </a:r>
            <a:endParaRPr lang="en-US" sz="3400" dirty="0"/>
          </a:p>
        </p:txBody>
      </p:sp>
      <p:sp>
        <p:nvSpPr>
          <p:cNvPr id="4" name="a1-zoom"/>
          <p:cNvSpPr/>
          <p:nvPr/>
        </p:nvSpPr>
        <p:spPr>
          <a:xfrm>
            <a:off x="640080" y="1783080"/>
            <a:ext cx="5303520" cy="1965960"/>
          </a:xfrm>
          <a:prstGeom prst="roundRect">
            <a:avLst>
              <a:gd name="adj" fmla="val 6977"/>
            </a:avLst>
          </a:prstGeom>
          <a:solidFill>
            <a:srgbClr val="F3F5F9"/>
          </a:solidFill>
          <a:ln w="12700">
            <a:solidFill>
              <a:srgbClr val="F3F5F9"/>
            </a:solidFill>
            <a:prstDash val="solid"/>
          </a:ln>
        </p:spPr>
      </p:sp>
      <p:sp>
        <p:nvSpPr>
          <p:cNvPr id="5" name="a1-zoom"/>
          <p:cNvSpPr/>
          <p:nvPr/>
        </p:nvSpPr>
        <p:spPr>
          <a:xfrm>
            <a:off x="914400" y="2057400"/>
            <a:ext cx="731520" cy="731520"/>
          </a:xfrm>
          <a:prstGeom prst="ellipse">
            <a:avLst/>
          </a:prstGeom>
          <a:solidFill>
            <a:srgbClr val="D9973A"/>
          </a:solidFill>
          <a:ln w="12700">
            <a:solidFill>
              <a:srgbClr val="D9973A"/>
            </a:solidFill>
            <a:prstDash val="solid"/>
          </a:ln>
        </p:spPr>
      </p:sp>
      <p:pic>
        <p:nvPicPr>
          <p:cNvPr id="6" name="a1-zoom" descr="">    </p:cNvPr>
          <p:cNvPicPr>
            <a:picLocks noChangeAspect="1"/>
          </p:cNvPicPr>
          <p:nvPr/>
        </p:nvPicPr>
        <p:blipFill>
          <a:blip r:embed="rId1"/>
          <a:stretch>
            <a:fillRect/>
          </a:stretch>
        </p:blipFill>
        <p:spPr>
          <a:xfrm>
            <a:off x="1089965" y="2232965"/>
            <a:ext cx="380390" cy="380390"/>
          </a:xfrm>
          <a:prstGeom prst="rect">
            <a:avLst/>
          </a:prstGeom>
        </p:spPr>
      </p:pic>
      <p:sp>
        <p:nvSpPr>
          <p:cNvPr id="7" name="a1-zoom"/>
          <p:cNvSpPr txBox="1"/>
          <p:nvPr/>
        </p:nvSpPr>
        <p:spPr>
          <a:xfrm>
            <a:off x="1828800" y="2011680"/>
            <a:ext cx="3840480" cy="822960"/>
          </a:xfrm>
          <a:prstGeom prst="rect">
            <a:avLst/>
          </a:prstGeom>
          <a:noFill/>
          <a:ln/>
        </p:spPr>
        <p:txBody>
          <a:bodyPr wrap="square" lIns="0" tIns="0" rIns="0" bIns="0" rtlCol="0" anchor="ctr"/>
          <a:lstStyle/>
          <a:p>
            <a:pPr indent="0" marL="0">
              <a:buNone/>
            </a:pPr>
            <a:r>
              <a:rPr lang="en-US" sz="1200" b="1" spc="200" kern="0" dirty="0">
                <a:solidFill>
                  <a:srgbClr val="D9973A"/>
                </a:solidFill>
                <a:latin typeface="Calibri" pitchFamily="34" charset="0"/>
                <a:ea typeface="Calibri" pitchFamily="34" charset="-122"/>
                <a:cs typeface="Calibri" pitchFamily="34" charset="-120"/>
              </a:rPr>
              <a:t>IDEA 1</a:t>
            </a:r>
            <a:endParaRPr lang="en-US" sz="1200" dirty="0"/>
          </a:p>
          <a:p>
            <a:pPr indent="0" marL="0">
              <a:buNone/>
            </a:pPr>
            <a:r>
              <a:rPr lang="en-US" sz="2000" b="1" dirty="0">
                <a:solidFill>
                  <a:srgbClr val="1B2A4A"/>
                </a:solidFill>
                <a:latin typeface="Cambria" pitchFamily="34" charset="0"/>
                <a:ea typeface="Cambria" pitchFamily="34" charset="-122"/>
                <a:cs typeface="Cambria" pitchFamily="34" charset="-120"/>
              </a:rPr>
              <a:t>Loyalty card</a:t>
            </a:r>
            <a:endParaRPr lang="en-US" sz="1200" dirty="0"/>
          </a:p>
        </p:txBody>
      </p:sp>
      <p:sp>
        <p:nvSpPr>
          <p:cNvPr id="8" name="a1-zoom"/>
          <p:cNvSpPr txBox="1"/>
          <p:nvPr/>
        </p:nvSpPr>
        <p:spPr>
          <a:xfrm>
            <a:off x="914400" y="2880360"/>
            <a:ext cx="4754880" cy="36576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A stamp card: buy 10 items, get 1 free.</a:t>
            </a:r>
            <a:endParaRPr lang="en-US" sz="1500" dirty="0"/>
          </a:p>
        </p:txBody>
      </p:sp>
      <p:sp>
        <p:nvSpPr>
          <p:cNvPr id="9" name="a1-zoom"/>
          <p:cNvSpPr txBox="1"/>
          <p:nvPr/>
        </p:nvSpPr>
        <p:spPr>
          <a:xfrm>
            <a:off x="914400" y="3264408"/>
            <a:ext cx="4754880" cy="347472"/>
          </a:xfrm>
          <a:prstGeom prst="roundRect">
            <a:avLst>
              <a:gd name="adj" fmla="val 50000"/>
            </a:avLst>
          </a:prstGeom>
          <a:solidFill>
            <a:srgbClr val="FFFFFF"/>
          </a:solidFill>
          <a:ln/>
        </p:spPr>
        <p:txBody>
          <a:bodyPr wrap="square" lIns="0" tIns="127000" rIns="127000" bIns="0" rtlCol="0" anchor="ctr"/>
          <a:lstStyle/>
          <a:p>
            <a:pPr indent="0" marL="0">
              <a:buNone/>
            </a:pPr>
            <a:r>
              <a:rPr lang="en-US" sz="1400" b="1" dirty="0">
                <a:solidFill>
                  <a:srgbClr val="D9973A"/>
                </a:solidFill>
                <a:latin typeface="Calibri" pitchFamily="34" charset="0"/>
                <a:ea typeface="Calibri" pitchFamily="34" charset="-122"/>
                <a:cs typeface="Calibri" pitchFamily="34" charset="-120"/>
              </a:rPr>
              <a:t>Benefit: </a:t>
            </a:r>
            <a:pPr indent="0" marL="0">
              <a:buNone/>
            </a:pPr>
            <a:r>
              <a:rPr lang="en-US" sz="1400" dirty="0">
                <a:solidFill>
                  <a:srgbClr val="1B2A4A"/>
                </a:solidFill>
                <a:latin typeface="Calibri" pitchFamily="34" charset="0"/>
                <a:ea typeface="Calibri" pitchFamily="34" charset="-122"/>
                <a:cs typeface="Calibri" pitchFamily="34" charset="-120"/>
              </a:rPr>
              <a:t>customers come back more often.</a:t>
            </a:r>
            <a:endParaRPr lang="en-US" sz="1400" dirty="0"/>
          </a:p>
        </p:txBody>
      </p:sp>
      <p:sp>
        <p:nvSpPr>
          <p:cNvPr id="10" name="a2-zoom"/>
          <p:cNvSpPr/>
          <p:nvPr/>
        </p:nvSpPr>
        <p:spPr>
          <a:xfrm>
            <a:off x="6245352" y="1783080"/>
            <a:ext cx="5303520" cy="1965960"/>
          </a:xfrm>
          <a:prstGeom prst="roundRect">
            <a:avLst>
              <a:gd name="adj" fmla="val 6977"/>
            </a:avLst>
          </a:prstGeom>
          <a:solidFill>
            <a:srgbClr val="F3F5F9"/>
          </a:solidFill>
          <a:ln w="12700">
            <a:solidFill>
              <a:srgbClr val="F3F5F9"/>
            </a:solidFill>
            <a:prstDash val="solid"/>
          </a:ln>
        </p:spPr>
      </p:sp>
      <p:sp>
        <p:nvSpPr>
          <p:cNvPr id="11" name="a2-zoom"/>
          <p:cNvSpPr/>
          <p:nvPr/>
        </p:nvSpPr>
        <p:spPr>
          <a:xfrm>
            <a:off x="6519672" y="2057400"/>
            <a:ext cx="731520" cy="731520"/>
          </a:xfrm>
          <a:prstGeom prst="ellipse">
            <a:avLst/>
          </a:prstGeom>
          <a:solidFill>
            <a:srgbClr val="D9973A"/>
          </a:solidFill>
          <a:ln w="12700">
            <a:solidFill>
              <a:srgbClr val="D9973A"/>
            </a:solidFill>
            <a:prstDash val="solid"/>
          </a:ln>
        </p:spPr>
      </p:sp>
      <p:pic>
        <p:nvPicPr>
          <p:cNvPr id="12" name="a2-zoom" descr="">    </p:cNvPr>
          <p:cNvPicPr>
            <a:picLocks noChangeAspect="1"/>
          </p:cNvPicPr>
          <p:nvPr/>
        </p:nvPicPr>
        <p:blipFill>
          <a:blip r:embed="rId2"/>
          <a:stretch>
            <a:fillRect/>
          </a:stretch>
        </p:blipFill>
        <p:spPr>
          <a:xfrm>
            <a:off x="6695237" y="2232965"/>
            <a:ext cx="380390" cy="380390"/>
          </a:xfrm>
          <a:prstGeom prst="rect">
            <a:avLst/>
          </a:prstGeom>
        </p:spPr>
      </p:pic>
      <p:sp>
        <p:nvSpPr>
          <p:cNvPr id="13" name="a2-zoom"/>
          <p:cNvSpPr txBox="1"/>
          <p:nvPr/>
        </p:nvSpPr>
        <p:spPr>
          <a:xfrm>
            <a:off x="7434072" y="2011680"/>
            <a:ext cx="3840480" cy="822960"/>
          </a:xfrm>
          <a:prstGeom prst="rect">
            <a:avLst/>
          </a:prstGeom>
          <a:noFill/>
          <a:ln/>
        </p:spPr>
        <p:txBody>
          <a:bodyPr wrap="square" lIns="0" tIns="0" rIns="0" bIns="0" rtlCol="0" anchor="ctr"/>
          <a:lstStyle/>
          <a:p>
            <a:pPr indent="0" marL="0">
              <a:buNone/>
            </a:pPr>
            <a:r>
              <a:rPr lang="en-US" sz="1200" b="1" spc="200" kern="0" dirty="0">
                <a:solidFill>
                  <a:srgbClr val="D9973A"/>
                </a:solidFill>
                <a:latin typeface="Calibri" pitchFamily="34" charset="0"/>
                <a:ea typeface="Calibri" pitchFamily="34" charset="-122"/>
                <a:cs typeface="Calibri" pitchFamily="34" charset="-120"/>
              </a:rPr>
              <a:t>IDEA 2</a:t>
            </a:r>
            <a:endParaRPr lang="en-US" sz="1200" dirty="0"/>
          </a:p>
          <a:p>
            <a:pPr indent="0" marL="0">
              <a:buNone/>
            </a:pPr>
            <a:r>
              <a:rPr lang="en-US" sz="2000" b="1" dirty="0">
                <a:solidFill>
                  <a:srgbClr val="1B2A4A"/>
                </a:solidFill>
                <a:latin typeface="Cambria" pitchFamily="34" charset="0"/>
                <a:ea typeface="Cambria" pitchFamily="34" charset="-122"/>
                <a:cs typeface="Cambria" pitchFamily="34" charset="-120"/>
              </a:rPr>
              <a:t>Pre-orders</a:t>
            </a:r>
            <a:endParaRPr lang="en-US" sz="1200" dirty="0"/>
          </a:p>
        </p:txBody>
      </p:sp>
      <p:sp>
        <p:nvSpPr>
          <p:cNvPr id="14" name="a2-zoom"/>
          <p:cNvSpPr txBox="1"/>
          <p:nvPr/>
        </p:nvSpPr>
        <p:spPr>
          <a:xfrm>
            <a:off x="6519672" y="2880360"/>
            <a:ext cx="4754880" cy="36576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Customers order by phone or online, then pick up.</a:t>
            </a:r>
            <a:endParaRPr lang="en-US" sz="1500" dirty="0"/>
          </a:p>
        </p:txBody>
      </p:sp>
      <p:sp>
        <p:nvSpPr>
          <p:cNvPr id="15" name="a2-zoom"/>
          <p:cNvSpPr txBox="1"/>
          <p:nvPr/>
        </p:nvSpPr>
        <p:spPr>
          <a:xfrm>
            <a:off x="6519672" y="3264408"/>
            <a:ext cx="4754880" cy="347472"/>
          </a:xfrm>
          <a:prstGeom prst="roundRect">
            <a:avLst>
              <a:gd name="adj" fmla="val 50000"/>
            </a:avLst>
          </a:prstGeom>
          <a:solidFill>
            <a:srgbClr val="FFFFFF"/>
          </a:solidFill>
          <a:ln/>
        </p:spPr>
        <p:txBody>
          <a:bodyPr wrap="square" lIns="0" tIns="127000" rIns="127000" bIns="0" rtlCol="0" anchor="ctr"/>
          <a:lstStyle/>
          <a:p>
            <a:pPr indent="0" marL="0">
              <a:buNone/>
            </a:pPr>
            <a:r>
              <a:rPr lang="en-US" sz="1400" b="1" dirty="0">
                <a:solidFill>
                  <a:srgbClr val="D9973A"/>
                </a:solidFill>
                <a:latin typeface="Calibri" pitchFamily="34" charset="0"/>
                <a:ea typeface="Calibri" pitchFamily="34" charset="-122"/>
                <a:cs typeface="Calibri" pitchFamily="34" charset="-120"/>
              </a:rPr>
              <a:t>Benefit: </a:t>
            </a:r>
            <a:pPr indent="0" marL="0">
              <a:buNone/>
            </a:pPr>
            <a:r>
              <a:rPr lang="en-US" sz="1400" dirty="0">
                <a:solidFill>
                  <a:srgbClr val="1B2A4A"/>
                </a:solidFill>
                <a:latin typeface="Calibri" pitchFamily="34" charset="0"/>
                <a:ea typeface="Calibri" pitchFamily="34" charset="-122"/>
                <a:cs typeface="Calibri" pitchFamily="34" charset="-120"/>
              </a:rPr>
              <a:t>less waiting and better planning.</a:t>
            </a:r>
            <a:endParaRPr lang="en-US" sz="1400" dirty="0"/>
          </a:p>
        </p:txBody>
      </p:sp>
      <p:sp>
        <p:nvSpPr>
          <p:cNvPr id="16" name="a3-zoom"/>
          <p:cNvSpPr/>
          <p:nvPr/>
        </p:nvSpPr>
        <p:spPr>
          <a:xfrm>
            <a:off x="640080" y="3977640"/>
            <a:ext cx="5303520" cy="1965960"/>
          </a:xfrm>
          <a:prstGeom prst="roundRect">
            <a:avLst>
              <a:gd name="adj" fmla="val 6977"/>
            </a:avLst>
          </a:prstGeom>
          <a:solidFill>
            <a:srgbClr val="F3F5F9"/>
          </a:solidFill>
          <a:ln w="12700">
            <a:solidFill>
              <a:srgbClr val="F3F5F9"/>
            </a:solidFill>
            <a:prstDash val="solid"/>
          </a:ln>
        </p:spPr>
      </p:sp>
      <p:sp>
        <p:nvSpPr>
          <p:cNvPr id="17" name="a3-zoom"/>
          <p:cNvSpPr/>
          <p:nvPr/>
        </p:nvSpPr>
        <p:spPr>
          <a:xfrm>
            <a:off x="914400" y="4251960"/>
            <a:ext cx="731520" cy="731520"/>
          </a:xfrm>
          <a:prstGeom prst="ellipse">
            <a:avLst/>
          </a:prstGeom>
          <a:solidFill>
            <a:srgbClr val="D9973A"/>
          </a:solidFill>
          <a:ln w="12700">
            <a:solidFill>
              <a:srgbClr val="D9973A"/>
            </a:solidFill>
            <a:prstDash val="solid"/>
          </a:ln>
        </p:spPr>
      </p:sp>
      <p:pic>
        <p:nvPicPr>
          <p:cNvPr id="18" name="a3-zoom" descr="">    </p:cNvPr>
          <p:cNvPicPr>
            <a:picLocks noChangeAspect="1"/>
          </p:cNvPicPr>
          <p:nvPr/>
        </p:nvPicPr>
        <p:blipFill>
          <a:blip r:embed="rId3"/>
          <a:stretch>
            <a:fillRect/>
          </a:stretch>
        </p:blipFill>
        <p:spPr>
          <a:xfrm>
            <a:off x="1089965" y="4427525"/>
            <a:ext cx="380390" cy="380390"/>
          </a:xfrm>
          <a:prstGeom prst="rect">
            <a:avLst/>
          </a:prstGeom>
        </p:spPr>
      </p:pic>
      <p:sp>
        <p:nvSpPr>
          <p:cNvPr id="19" name="a3-zoom"/>
          <p:cNvSpPr txBox="1"/>
          <p:nvPr/>
        </p:nvSpPr>
        <p:spPr>
          <a:xfrm>
            <a:off x="1828800" y="4206240"/>
            <a:ext cx="3840480" cy="822960"/>
          </a:xfrm>
          <a:prstGeom prst="rect">
            <a:avLst/>
          </a:prstGeom>
          <a:noFill/>
          <a:ln/>
        </p:spPr>
        <p:txBody>
          <a:bodyPr wrap="square" lIns="0" tIns="0" rIns="0" bIns="0" rtlCol="0" anchor="ctr"/>
          <a:lstStyle/>
          <a:p>
            <a:pPr indent="0" marL="0">
              <a:buNone/>
            </a:pPr>
            <a:r>
              <a:rPr lang="en-US" sz="1200" b="1" spc="200" kern="0" dirty="0">
                <a:solidFill>
                  <a:srgbClr val="D9973A"/>
                </a:solidFill>
                <a:latin typeface="Calibri" pitchFamily="34" charset="0"/>
                <a:ea typeface="Calibri" pitchFamily="34" charset="-122"/>
                <a:cs typeface="Calibri" pitchFamily="34" charset="-120"/>
              </a:rPr>
              <a:t>IDEA 3</a:t>
            </a:r>
            <a:endParaRPr lang="en-US" sz="1200" dirty="0"/>
          </a:p>
          <a:p>
            <a:pPr indent="0" marL="0">
              <a:buNone/>
            </a:pPr>
            <a:r>
              <a:rPr lang="en-US" sz="2000" b="1" dirty="0">
                <a:solidFill>
                  <a:srgbClr val="1B2A4A"/>
                </a:solidFill>
                <a:latin typeface="Cambria" pitchFamily="34" charset="0"/>
                <a:ea typeface="Cambria" pitchFamily="34" charset="-122"/>
                <a:cs typeface="Cambria" pitchFamily="34" charset="-120"/>
              </a:rPr>
              <a:t>Sales tracking</a:t>
            </a:r>
            <a:endParaRPr lang="en-US" sz="1200" dirty="0"/>
          </a:p>
        </p:txBody>
      </p:sp>
      <p:sp>
        <p:nvSpPr>
          <p:cNvPr id="20" name="a3-zoom"/>
          <p:cNvSpPr txBox="1"/>
          <p:nvPr/>
        </p:nvSpPr>
        <p:spPr>
          <a:xfrm>
            <a:off x="914400" y="5074920"/>
            <a:ext cx="4754880" cy="36576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Record the daily sales of each product in a table.</a:t>
            </a:r>
            <a:endParaRPr lang="en-US" sz="1500" dirty="0"/>
          </a:p>
        </p:txBody>
      </p:sp>
      <p:sp>
        <p:nvSpPr>
          <p:cNvPr id="21" name="a3-zoom"/>
          <p:cNvSpPr txBox="1"/>
          <p:nvPr/>
        </p:nvSpPr>
        <p:spPr>
          <a:xfrm>
            <a:off x="914400" y="5458968"/>
            <a:ext cx="4754880" cy="347472"/>
          </a:xfrm>
          <a:prstGeom prst="roundRect">
            <a:avLst>
              <a:gd name="adj" fmla="val 50000"/>
            </a:avLst>
          </a:prstGeom>
          <a:solidFill>
            <a:srgbClr val="FFFFFF"/>
          </a:solidFill>
          <a:ln/>
        </p:spPr>
        <p:txBody>
          <a:bodyPr wrap="square" lIns="0" tIns="127000" rIns="127000" bIns="0" rtlCol="0" anchor="ctr"/>
          <a:lstStyle/>
          <a:p>
            <a:pPr indent="0" marL="0">
              <a:buNone/>
            </a:pPr>
            <a:r>
              <a:rPr lang="en-US" sz="1400" b="1" dirty="0">
                <a:solidFill>
                  <a:srgbClr val="D9973A"/>
                </a:solidFill>
                <a:latin typeface="Calibri" pitchFamily="34" charset="0"/>
                <a:ea typeface="Calibri" pitchFamily="34" charset="-122"/>
                <a:cs typeface="Calibri" pitchFamily="34" charset="-120"/>
              </a:rPr>
              <a:t>Benefit: </a:t>
            </a:r>
            <a:pPr indent="0" marL="0">
              <a:buNone/>
            </a:pPr>
            <a:r>
              <a:rPr lang="en-US" sz="1400" dirty="0">
                <a:solidFill>
                  <a:srgbClr val="1B2A4A"/>
                </a:solidFill>
                <a:latin typeface="Calibri" pitchFamily="34" charset="0"/>
                <a:ea typeface="Calibri" pitchFamily="34" charset="-122"/>
                <a:cs typeface="Calibri" pitchFamily="34" charset="-120"/>
              </a:rPr>
              <a:t>bake the right amount, less waste.</a:t>
            </a:r>
            <a:endParaRPr lang="en-US" sz="1400" dirty="0"/>
          </a:p>
        </p:txBody>
      </p:sp>
      <p:sp>
        <p:nvSpPr>
          <p:cNvPr id="22" name="a4-zoom"/>
          <p:cNvSpPr/>
          <p:nvPr/>
        </p:nvSpPr>
        <p:spPr>
          <a:xfrm>
            <a:off x="6245352" y="3977640"/>
            <a:ext cx="5303520" cy="1965960"/>
          </a:xfrm>
          <a:prstGeom prst="roundRect">
            <a:avLst>
              <a:gd name="adj" fmla="val 6977"/>
            </a:avLst>
          </a:prstGeom>
          <a:solidFill>
            <a:srgbClr val="F3F5F9"/>
          </a:solidFill>
          <a:ln w="12700">
            <a:solidFill>
              <a:srgbClr val="F3F5F9"/>
            </a:solidFill>
            <a:prstDash val="solid"/>
          </a:ln>
        </p:spPr>
      </p:sp>
      <p:sp>
        <p:nvSpPr>
          <p:cNvPr id="23" name="a4-zoom"/>
          <p:cNvSpPr/>
          <p:nvPr/>
        </p:nvSpPr>
        <p:spPr>
          <a:xfrm>
            <a:off x="6519672" y="4251960"/>
            <a:ext cx="731520" cy="731520"/>
          </a:xfrm>
          <a:prstGeom prst="ellipse">
            <a:avLst/>
          </a:prstGeom>
          <a:solidFill>
            <a:srgbClr val="D9973A"/>
          </a:solidFill>
          <a:ln w="12700">
            <a:solidFill>
              <a:srgbClr val="D9973A"/>
            </a:solidFill>
            <a:prstDash val="solid"/>
          </a:ln>
        </p:spPr>
      </p:sp>
      <p:pic>
        <p:nvPicPr>
          <p:cNvPr id="24" name="a4-zoom" descr="">    </p:cNvPr>
          <p:cNvPicPr>
            <a:picLocks noChangeAspect="1"/>
          </p:cNvPicPr>
          <p:nvPr/>
        </p:nvPicPr>
        <p:blipFill>
          <a:blip r:embed="rId4"/>
          <a:stretch>
            <a:fillRect/>
          </a:stretch>
        </p:blipFill>
        <p:spPr>
          <a:xfrm>
            <a:off x="6695237" y="4427525"/>
            <a:ext cx="380390" cy="380390"/>
          </a:xfrm>
          <a:prstGeom prst="rect">
            <a:avLst/>
          </a:prstGeom>
        </p:spPr>
      </p:pic>
      <p:sp>
        <p:nvSpPr>
          <p:cNvPr id="25" name="a4-zoom"/>
          <p:cNvSpPr txBox="1"/>
          <p:nvPr/>
        </p:nvSpPr>
        <p:spPr>
          <a:xfrm>
            <a:off x="7434072" y="4206240"/>
            <a:ext cx="3840480" cy="822960"/>
          </a:xfrm>
          <a:prstGeom prst="rect">
            <a:avLst/>
          </a:prstGeom>
          <a:noFill/>
          <a:ln/>
        </p:spPr>
        <p:txBody>
          <a:bodyPr wrap="square" lIns="0" tIns="0" rIns="0" bIns="0" rtlCol="0" anchor="ctr"/>
          <a:lstStyle/>
          <a:p>
            <a:pPr indent="0" marL="0">
              <a:buNone/>
            </a:pPr>
            <a:r>
              <a:rPr lang="en-US" sz="1200" b="1" spc="200" kern="0" dirty="0">
                <a:solidFill>
                  <a:srgbClr val="D9973A"/>
                </a:solidFill>
                <a:latin typeface="Calibri" pitchFamily="34" charset="0"/>
                <a:ea typeface="Calibri" pitchFamily="34" charset="-122"/>
                <a:cs typeface="Calibri" pitchFamily="34" charset="-120"/>
              </a:rPr>
              <a:t>IDEA 4</a:t>
            </a:r>
            <a:endParaRPr lang="en-US" sz="1200" dirty="0"/>
          </a:p>
          <a:p>
            <a:pPr indent="0" marL="0">
              <a:buNone/>
            </a:pPr>
            <a:r>
              <a:rPr lang="en-US" sz="2000" b="1" dirty="0">
                <a:solidFill>
                  <a:srgbClr val="1B2A4A"/>
                </a:solidFill>
                <a:latin typeface="Cambria" pitchFamily="34" charset="0"/>
                <a:ea typeface="Cambria" pitchFamily="34" charset="-122"/>
                <a:cs typeface="Cambria" pitchFamily="34" charset="-120"/>
              </a:rPr>
              <a:t>Customer reviews</a:t>
            </a:r>
            <a:endParaRPr lang="en-US" sz="1200" dirty="0"/>
          </a:p>
        </p:txBody>
      </p:sp>
      <p:sp>
        <p:nvSpPr>
          <p:cNvPr id="26" name="a4-zoom"/>
          <p:cNvSpPr txBox="1"/>
          <p:nvPr/>
        </p:nvSpPr>
        <p:spPr>
          <a:xfrm>
            <a:off x="6519672" y="5074920"/>
            <a:ext cx="4754880" cy="365760"/>
          </a:xfrm>
          <a:prstGeom prst="rect">
            <a:avLst/>
          </a:prstGeom>
          <a:noFill/>
          <a:ln/>
        </p:spPr>
        <p:txBody>
          <a:bodyPr wrap="square" lIns="0" tIns="0" rIns="0" bIns="0" rtlCol="0" anchor="t"/>
          <a:lstStyle/>
          <a:p>
            <a:pPr indent="0" marL="0">
              <a:buNone/>
            </a:pPr>
            <a:r>
              <a:rPr lang="en-US" sz="1500" dirty="0">
                <a:solidFill>
                  <a:srgbClr val="5B6577"/>
                </a:solidFill>
                <a:latin typeface="Calibri" pitchFamily="34" charset="0"/>
                <a:ea typeface="Calibri" pitchFamily="34" charset="-122"/>
                <a:cs typeface="Calibri" pitchFamily="34" charset="-120"/>
              </a:rPr>
              <a:t>Ask happy customers for Google reviews and answer them.</a:t>
            </a:r>
            <a:endParaRPr lang="en-US" sz="1500" dirty="0"/>
          </a:p>
        </p:txBody>
      </p:sp>
      <p:sp>
        <p:nvSpPr>
          <p:cNvPr id="27" name="a4-zoom"/>
          <p:cNvSpPr txBox="1"/>
          <p:nvPr/>
        </p:nvSpPr>
        <p:spPr>
          <a:xfrm>
            <a:off x="6519672" y="5458968"/>
            <a:ext cx="4754880" cy="347472"/>
          </a:xfrm>
          <a:prstGeom prst="roundRect">
            <a:avLst>
              <a:gd name="adj" fmla="val 50000"/>
            </a:avLst>
          </a:prstGeom>
          <a:solidFill>
            <a:srgbClr val="FFFFFF"/>
          </a:solidFill>
          <a:ln/>
        </p:spPr>
        <p:txBody>
          <a:bodyPr wrap="square" lIns="0" tIns="127000" rIns="127000" bIns="0" rtlCol="0" anchor="ctr"/>
          <a:lstStyle/>
          <a:p>
            <a:pPr indent="0" marL="0">
              <a:buNone/>
            </a:pPr>
            <a:r>
              <a:rPr lang="en-US" sz="1400" b="1" dirty="0">
                <a:solidFill>
                  <a:srgbClr val="D9973A"/>
                </a:solidFill>
                <a:latin typeface="Calibri" pitchFamily="34" charset="0"/>
                <a:ea typeface="Calibri" pitchFamily="34" charset="-122"/>
                <a:cs typeface="Calibri" pitchFamily="34" charset="-120"/>
              </a:rPr>
              <a:t>Benefit: </a:t>
            </a:r>
            <a:pPr indent="0" marL="0">
              <a:buNone/>
            </a:pPr>
            <a:r>
              <a:rPr lang="en-US" sz="1400" dirty="0">
                <a:solidFill>
                  <a:srgbClr val="1B2A4A"/>
                </a:solidFill>
                <a:latin typeface="Calibri" pitchFamily="34" charset="0"/>
                <a:ea typeface="Calibri" pitchFamily="34" charset="-122"/>
                <a:cs typeface="Calibri" pitchFamily="34" charset="-120"/>
              </a:rPr>
              <a:t>better service and reputation.</a:t>
            </a:r>
            <a:endParaRPr lang="en-US" sz="1400" dirty="0"/>
          </a:p>
        </p:txBody>
      </p:sp>
      <p:sp>
        <p:nvSpPr>
          <p:cNvPr id="28" name="Text 22"/>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29" name="Text 23"/>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14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450" fill="hold"/>
                                        <p:tgtEl>
                                          <p:spTgt spid="5"/>
                                        </p:tgtEl>
                                        <p:attrNameLst>
                                          <p:attrName>ppt_w</p:attrName>
                                        </p:attrNameLst>
                                      </p:cBhvr>
                                      <p:tavLst>
                                        <p:tav tm="0">
                                          <p:val>
                                            <p:fltVal val="0"/>
                                          </p:val>
                                        </p:tav>
                                        <p:tav tm="100000">
                                          <p:val>
                                            <p:strVal val="#ppt_w"/>
                                          </p:val>
                                        </p:tav>
                                      </p:tavLst>
                                    </p:anim>
                                    <p:anim calcmode="lin" valueType="num">
                                      <p:cBhvr>
                                        <p:cTn id="13" dur="450" fill="hold"/>
                                        <p:tgtEl>
                                          <p:spTgt spid="5"/>
                                        </p:tgtEl>
                                        <p:attrNameLst>
                                          <p:attrName>ppt_h</p:attrName>
                                        </p:attrNameLst>
                                      </p:cBhvr>
                                      <p:tavLst>
                                        <p:tav tm="0">
                                          <p:val>
                                            <p:fltVal val="0"/>
                                          </p:val>
                                        </p:tav>
                                        <p:tav tm="100000">
                                          <p:val>
                                            <p:strVal val="#ppt_h"/>
                                          </p:val>
                                        </p:tav>
                                      </p:tavLst>
                                    </p:anim>
                                    <p:animEffect transition="in" filter="fade">
                                      <p:cBhvr>
                                        <p:cTn id="14" dur="450"/>
                                        <p:tgtEl>
                                          <p:spTgt spid="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450" fill="hold"/>
                                        <p:tgtEl>
                                          <p:spTgt spid="6"/>
                                        </p:tgtEl>
                                        <p:attrNameLst>
                                          <p:attrName>ppt_w</p:attrName>
                                        </p:attrNameLst>
                                      </p:cBhvr>
                                      <p:tavLst>
                                        <p:tav tm="0">
                                          <p:val>
                                            <p:fltVal val="0"/>
                                          </p:val>
                                        </p:tav>
                                        <p:tav tm="100000">
                                          <p:val>
                                            <p:strVal val="#ppt_w"/>
                                          </p:val>
                                        </p:tav>
                                      </p:tavLst>
                                    </p:anim>
                                    <p:anim calcmode="lin" valueType="num">
                                      <p:cBhvr>
                                        <p:cTn id="18" dur="450" fill="hold"/>
                                        <p:tgtEl>
                                          <p:spTgt spid="6"/>
                                        </p:tgtEl>
                                        <p:attrNameLst>
                                          <p:attrName>ppt_h</p:attrName>
                                        </p:attrNameLst>
                                      </p:cBhvr>
                                      <p:tavLst>
                                        <p:tav tm="0">
                                          <p:val>
                                            <p:fltVal val="0"/>
                                          </p:val>
                                        </p:tav>
                                        <p:tav tm="100000">
                                          <p:val>
                                            <p:strVal val="#ppt_h"/>
                                          </p:val>
                                        </p:tav>
                                      </p:tavLst>
                                    </p:anim>
                                    <p:animEffect transition="in" filter="fade">
                                      <p:cBhvr>
                                        <p:cTn id="19" dur="450"/>
                                        <p:tgtEl>
                                          <p:spTgt spid="6"/>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fltVal val="0"/>
                                          </p:val>
                                        </p:tav>
                                        <p:tav tm="100000">
                                          <p:val>
                                            <p:strVal val="#ppt_w"/>
                                          </p:val>
                                        </p:tav>
                                      </p:tavLst>
                                    </p:anim>
                                    <p:anim calcmode="lin" valueType="num">
                                      <p:cBhvr>
                                        <p:cTn id="23" dur="450" fill="hold"/>
                                        <p:tgtEl>
                                          <p:spTgt spid="7"/>
                                        </p:tgtEl>
                                        <p:attrNameLst>
                                          <p:attrName>ppt_h</p:attrName>
                                        </p:attrNameLst>
                                      </p:cBhvr>
                                      <p:tavLst>
                                        <p:tav tm="0">
                                          <p:val>
                                            <p:fltVal val="0"/>
                                          </p:val>
                                        </p:tav>
                                        <p:tav tm="100000">
                                          <p:val>
                                            <p:strVal val="#ppt_h"/>
                                          </p:val>
                                        </p:tav>
                                      </p:tavLst>
                                    </p:anim>
                                    <p:animEffect transition="in" filter="fade">
                                      <p:cBhvr>
                                        <p:cTn id="24" dur="450"/>
                                        <p:tgtEl>
                                          <p:spTgt spid="7"/>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p:cTn id="27" dur="450" fill="hold"/>
                                        <p:tgtEl>
                                          <p:spTgt spid="8"/>
                                        </p:tgtEl>
                                        <p:attrNameLst>
                                          <p:attrName>ppt_w</p:attrName>
                                        </p:attrNameLst>
                                      </p:cBhvr>
                                      <p:tavLst>
                                        <p:tav tm="0">
                                          <p:val>
                                            <p:fltVal val="0"/>
                                          </p:val>
                                        </p:tav>
                                        <p:tav tm="100000">
                                          <p:val>
                                            <p:strVal val="#ppt_w"/>
                                          </p:val>
                                        </p:tav>
                                      </p:tavLst>
                                    </p:anim>
                                    <p:anim calcmode="lin" valueType="num">
                                      <p:cBhvr>
                                        <p:cTn id="28" dur="450" fill="hold"/>
                                        <p:tgtEl>
                                          <p:spTgt spid="8"/>
                                        </p:tgtEl>
                                        <p:attrNameLst>
                                          <p:attrName>ppt_h</p:attrName>
                                        </p:attrNameLst>
                                      </p:cBhvr>
                                      <p:tavLst>
                                        <p:tav tm="0">
                                          <p:val>
                                            <p:fltVal val="0"/>
                                          </p:val>
                                        </p:tav>
                                        <p:tav tm="100000">
                                          <p:val>
                                            <p:strVal val="#ppt_h"/>
                                          </p:val>
                                        </p:tav>
                                      </p:tavLst>
                                    </p:anim>
                                    <p:animEffect transition="in" filter="fade">
                                      <p:cBhvr>
                                        <p:cTn id="29" dur="450"/>
                                        <p:tgtEl>
                                          <p:spTgt spid="8"/>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p:cTn id="32" dur="450" fill="hold"/>
                                        <p:tgtEl>
                                          <p:spTgt spid="9"/>
                                        </p:tgtEl>
                                        <p:attrNameLst>
                                          <p:attrName>ppt_w</p:attrName>
                                        </p:attrNameLst>
                                      </p:cBhvr>
                                      <p:tavLst>
                                        <p:tav tm="0">
                                          <p:val>
                                            <p:fltVal val="0"/>
                                          </p:val>
                                        </p:tav>
                                        <p:tav tm="100000">
                                          <p:val>
                                            <p:strVal val="#ppt_w"/>
                                          </p:val>
                                        </p:tav>
                                      </p:tavLst>
                                    </p:anim>
                                    <p:anim calcmode="lin" valueType="num">
                                      <p:cBhvr>
                                        <p:cTn id="33" dur="450" fill="hold"/>
                                        <p:tgtEl>
                                          <p:spTgt spid="9"/>
                                        </p:tgtEl>
                                        <p:attrNameLst>
                                          <p:attrName>ppt_h</p:attrName>
                                        </p:attrNameLst>
                                      </p:cBhvr>
                                      <p:tavLst>
                                        <p:tav tm="0">
                                          <p:val>
                                            <p:fltVal val="0"/>
                                          </p:val>
                                        </p:tav>
                                        <p:tav tm="100000">
                                          <p:val>
                                            <p:strVal val="#ppt_h"/>
                                          </p:val>
                                        </p:tav>
                                      </p:tavLst>
                                    </p:anim>
                                    <p:animEffect transition="in" filter="fade">
                                      <p:cBhvr>
                                        <p:cTn id="34" dur="450"/>
                                        <p:tgtEl>
                                          <p:spTgt spid="9"/>
                                        </p:tgtEl>
                                      </p:cBhvr>
                                    </p:animEffect>
                                  </p:childTnLst>
                                </p:cTn>
                              </p:par>
                              <p:par>
                                <p:cTn id="35" presetID="53" presetClass="entr" presetSubtype="16" fill="hold" grpId="0" nodeType="withEffect">
                                  <p:stCondLst>
                                    <p:cond delay="315"/>
                                  </p:stCondLst>
                                  <p:childTnLst>
                                    <p:set>
                                      <p:cBhvr>
                                        <p:cTn id="36" dur="1" fill="hold">
                                          <p:stCondLst>
                                            <p:cond delay="0"/>
                                          </p:stCondLst>
                                        </p:cTn>
                                        <p:tgtEl>
                                          <p:spTgt spid="10"/>
                                        </p:tgtEl>
                                        <p:attrNameLst>
                                          <p:attrName>style.visibility</p:attrName>
                                        </p:attrNameLst>
                                      </p:cBhvr>
                                      <p:to>
                                        <p:strVal val="visible"/>
                                      </p:to>
                                    </p:set>
                                    <p:anim calcmode="lin" valueType="num">
                                      <p:cBhvr>
                                        <p:cTn id="37" dur="450" fill="hold"/>
                                        <p:tgtEl>
                                          <p:spTgt spid="10"/>
                                        </p:tgtEl>
                                        <p:attrNameLst>
                                          <p:attrName>ppt_w</p:attrName>
                                        </p:attrNameLst>
                                      </p:cBhvr>
                                      <p:tavLst>
                                        <p:tav tm="0">
                                          <p:val>
                                            <p:fltVal val="0"/>
                                          </p:val>
                                        </p:tav>
                                        <p:tav tm="100000">
                                          <p:val>
                                            <p:strVal val="#ppt_w"/>
                                          </p:val>
                                        </p:tav>
                                      </p:tavLst>
                                    </p:anim>
                                    <p:anim calcmode="lin" valueType="num">
                                      <p:cBhvr>
                                        <p:cTn id="38" dur="450" fill="hold"/>
                                        <p:tgtEl>
                                          <p:spTgt spid="10"/>
                                        </p:tgtEl>
                                        <p:attrNameLst>
                                          <p:attrName>ppt_h</p:attrName>
                                        </p:attrNameLst>
                                      </p:cBhvr>
                                      <p:tavLst>
                                        <p:tav tm="0">
                                          <p:val>
                                            <p:fltVal val="0"/>
                                          </p:val>
                                        </p:tav>
                                        <p:tav tm="100000">
                                          <p:val>
                                            <p:strVal val="#ppt_h"/>
                                          </p:val>
                                        </p:tav>
                                      </p:tavLst>
                                    </p:anim>
                                    <p:animEffect transition="in" filter="fade">
                                      <p:cBhvr>
                                        <p:cTn id="39" dur="450"/>
                                        <p:tgtEl>
                                          <p:spTgt spid="10"/>
                                        </p:tgtEl>
                                      </p:cBhvr>
                                    </p:animEffect>
                                  </p:childTnLst>
                                </p:cTn>
                              </p:par>
                              <p:par>
                                <p:cTn id="40" presetID="53" presetClass="entr" presetSubtype="16" fill="hold" grpId="0" nodeType="withEffect">
                                  <p:stCondLst>
                                    <p:cond delay="315"/>
                                  </p:stCondLst>
                                  <p:childTnLst>
                                    <p:set>
                                      <p:cBhvr>
                                        <p:cTn id="41" dur="1" fill="hold">
                                          <p:stCondLst>
                                            <p:cond delay="0"/>
                                          </p:stCondLst>
                                        </p:cTn>
                                        <p:tgtEl>
                                          <p:spTgt spid="11"/>
                                        </p:tgtEl>
                                        <p:attrNameLst>
                                          <p:attrName>style.visibility</p:attrName>
                                        </p:attrNameLst>
                                      </p:cBhvr>
                                      <p:to>
                                        <p:strVal val="visible"/>
                                      </p:to>
                                    </p:set>
                                    <p:anim calcmode="lin" valueType="num">
                                      <p:cBhvr>
                                        <p:cTn id="42" dur="450" fill="hold"/>
                                        <p:tgtEl>
                                          <p:spTgt spid="11"/>
                                        </p:tgtEl>
                                        <p:attrNameLst>
                                          <p:attrName>ppt_w</p:attrName>
                                        </p:attrNameLst>
                                      </p:cBhvr>
                                      <p:tavLst>
                                        <p:tav tm="0">
                                          <p:val>
                                            <p:fltVal val="0"/>
                                          </p:val>
                                        </p:tav>
                                        <p:tav tm="100000">
                                          <p:val>
                                            <p:strVal val="#ppt_w"/>
                                          </p:val>
                                        </p:tav>
                                      </p:tavLst>
                                    </p:anim>
                                    <p:anim calcmode="lin" valueType="num">
                                      <p:cBhvr>
                                        <p:cTn id="43" dur="450" fill="hold"/>
                                        <p:tgtEl>
                                          <p:spTgt spid="11"/>
                                        </p:tgtEl>
                                        <p:attrNameLst>
                                          <p:attrName>ppt_h</p:attrName>
                                        </p:attrNameLst>
                                      </p:cBhvr>
                                      <p:tavLst>
                                        <p:tav tm="0">
                                          <p:val>
                                            <p:fltVal val="0"/>
                                          </p:val>
                                        </p:tav>
                                        <p:tav tm="100000">
                                          <p:val>
                                            <p:strVal val="#ppt_h"/>
                                          </p:val>
                                        </p:tav>
                                      </p:tavLst>
                                    </p:anim>
                                    <p:animEffect transition="in" filter="fade">
                                      <p:cBhvr>
                                        <p:cTn id="44" dur="450"/>
                                        <p:tgtEl>
                                          <p:spTgt spid="11"/>
                                        </p:tgtEl>
                                      </p:cBhvr>
                                    </p:animEffect>
                                  </p:childTnLst>
                                </p:cTn>
                              </p:par>
                              <p:par>
                                <p:cTn id="45" presetID="53" presetClass="entr" presetSubtype="16" fill="hold" grpId="0" nodeType="withEffect">
                                  <p:stCondLst>
                                    <p:cond delay="315"/>
                                  </p:stCondLst>
                                  <p:childTnLst>
                                    <p:set>
                                      <p:cBhvr>
                                        <p:cTn id="46" dur="1" fill="hold">
                                          <p:stCondLst>
                                            <p:cond delay="0"/>
                                          </p:stCondLst>
                                        </p:cTn>
                                        <p:tgtEl>
                                          <p:spTgt spid="12"/>
                                        </p:tgtEl>
                                        <p:attrNameLst>
                                          <p:attrName>style.visibility</p:attrName>
                                        </p:attrNameLst>
                                      </p:cBhvr>
                                      <p:to>
                                        <p:strVal val="visible"/>
                                      </p:to>
                                    </p:set>
                                    <p:anim calcmode="lin" valueType="num">
                                      <p:cBhvr>
                                        <p:cTn id="47" dur="450" fill="hold"/>
                                        <p:tgtEl>
                                          <p:spTgt spid="12"/>
                                        </p:tgtEl>
                                        <p:attrNameLst>
                                          <p:attrName>ppt_w</p:attrName>
                                        </p:attrNameLst>
                                      </p:cBhvr>
                                      <p:tavLst>
                                        <p:tav tm="0">
                                          <p:val>
                                            <p:fltVal val="0"/>
                                          </p:val>
                                        </p:tav>
                                        <p:tav tm="100000">
                                          <p:val>
                                            <p:strVal val="#ppt_w"/>
                                          </p:val>
                                        </p:tav>
                                      </p:tavLst>
                                    </p:anim>
                                    <p:anim calcmode="lin" valueType="num">
                                      <p:cBhvr>
                                        <p:cTn id="48" dur="450" fill="hold"/>
                                        <p:tgtEl>
                                          <p:spTgt spid="12"/>
                                        </p:tgtEl>
                                        <p:attrNameLst>
                                          <p:attrName>ppt_h</p:attrName>
                                        </p:attrNameLst>
                                      </p:cBhvr>
                                      <p:tavLst>
                                        <p:tav tm="0">
                                          <p:val>
                                            <p:fltVal val="0"/>
                                          </p:val>
                                        </p:tav>
                                        <p:tav tm="100000">
                                          <p:val>
                                            <p:strVal val="#ppt_h"/>
                                          </p:val>
                                        </p:tav>
                                      </p:tavLst>
                                    </p:anim>
                                    <p:animEffect transition="in" filter="fade">
                                      <p:cBhvr>
                                        <p:cTn id="49" dur="450"/>
                                        <p:tgtEl>
                                          <p:spTgt spid="12"/>
                                        </p:tgtEl>
                                      </p:cBhvr>
                                    </p:animEffect>
                                  </p:childTnLst>
                                </p:cTn>
                              </p:par>
                              <p:par>
                                <p:cTn id="50" presetID="53" presetClass="entr" presetSubtype="16" fill="hold" grpId="0" nodeType="withEffect">
                                  <p:stCondLst>
                                    <p:cond delay="315"/>
                                  </p:stCondLst>
                                  <p:childTnLst>
                                    <p:set>
                                      <p:cBhvr>
                                        <p:cTn id="51" dur="1" fill="hold">
                                          <p:stCondLst>
                                            <p:cond delay="0"/>
                                          </p:stCondLst>
                                        </p:cTn>
                                        <p:tgtEl>
                                          <p:spTgt spid="13"/>
                                        </p:tgtEl>
                                        <p:attrNameLst>
                                          <p:attrName>style.visibility</p:attrName>
                                        </p:attrNameLst>
                                      </p:cBhvr>
                                      <p:to>
                                        <p:strVal val="visible"/>
                                      </p:to>
                                    </p:set>
                                    <p:anim calcmode="lin" valueType="num">
                                      <p:cBhvr>
                                        <p:cTn id="52" dur="450" fill="hold"/>
                                        <p:tgtEl>
                                          <p:spTgt spid="13"/>
                                        </p:tgtEl>
                                        <p:attrNameLst>
                                          <p:attrName>ppt_w</p:attrName>
                                        </p:attrNameLst>
                                      </p:cBhvr>
                                      <p:tavLst>
                                        <p:tav tm="0">
                                          <p:val>
                                            <p:fltVal val="0"/>
                                          </p:val>
                                        </p:tav>
                                        <p:tav tm="100000">
                                          <p:val>
                                            <p:strVal val="#ppt_w"/>
                                          </p:val>
                                        </p:tav>
                                      </p:tavLst>
                                    </p:anim>
                                    <p:anim calcmode="lin" valueType="num">
                                      <p:cBhvr>
                                        <p:cTn id="53" dur="450" fill="hold"/>
                                        <p:tgtEl>
                                          <p:spTgt spid="13"/>
                                        </p:tgtEl>
                                        <p:attrNameLst>
                                          <p:attrName>ppt_h</p:attrName>
                                        </p:attrNameLst>
                                      </p:cBhvr>
                                      <p:tavLst>
                                        <p:tav tm="0">
                                          <p:val>
                                            <p:fltVal val="0"/>
                                          </p:val>
                                        </p:tav>
                                        <p:tav tm="100000">
                                          <p:val>
                                            <p:strVal val="#ppt_h"/>
                                          </p:val>
                                        </p:tav>
                                      </p:tavLst>
                                    </p:anim>
                                    <p:animEffect transition="in" filter="fade">
                                      <p:cBhvr>
                                        <p:cTn id="54" dur="450"/>
                                        <p:tgtEl>
                                          <p:spTgt spid="13"/>
                                        </p:tgtEl>
                                      </p:cBhvr>
                                    </p:animEffect>
                                  </p:childTnLst>
                                </p:cTn>
                              </p:par>
                              <p:par>
                                <p:cTn id="55" presetID="53" presetClass="entr" presetSubtype="16" fill="hold" grpId="0" nodeType="withEffect">
                                  <p:stCondLst>
                                    <p:cond delay="315"/>
                                  </p:stCondLst>
                                  <p:childTnLst>
                                    <p:set>
                                      <p:cBhvr>
                                        <p:cTn id="56" dur="1" fill="hold">
                                          <p:stCondLst>
                                            <p:cond delay="0"/>
                                          </p:stCondLst>
                                        </p:cTn>
                                        <p:tgtEl>
                                          <p:spTgt spid="14"/>
                                        </p:tgtEl>
                                        <p:attrNameLst>
                                          <p:attrName>style.visibility</p:attrName>
                                        </p:attrNameLst>
                                      </p:cBhvr>
                                      <p:to>
                                        <p:strVal val="visible"/>
                                      </p:to>
                                    </p:set>
                                    <p:anim calcmode="lin" valueType="num">
                                      <p:cBhvr>
                                        <p:cTn id="57" dur="450" fill="hold"/>
                                        <p:tgtEl>
                                          <p:spTgt spid="14"/>
                                        </p:tgtEl>
                                        <p:attrNameLst>
                                          <p:attrName>ppt_w</p:attrName>
                                        </p:attrNameLst>
                                      </p:cBhvr>
                                      <p:tavLst>
                                        <p:tav tm="0">
                                          <p:val>
                                            <p:fltVal val="0"/>
                                          </p:val>
                                        </p:tav>
                                        <p:tav tm="100000">
                                          <p:val>
                                            <p:strVal val="#ppt_w"/>
                                          </p:val>
                                        </p:tav>
                                      </p:tavLst>
                                    </p:anim>
                                    <p:anim calcmode="lin" valueType="num">
                                      <p:cBhvr>
                                        <p:cTn id="58" dur="450" fill="hold"/>
                                        <p:tgtEl>
                                          <p:spTgt spid="14"/>
                                        </p:tgtEl>
                                        <p:attrNameLst>
                                          <p:attrName>ppt_h</p:attrName>
                                        </p:attrNameLst>
                                      </p:cBhvr>
                                      <p:tavLst>
                                        <p:tav tm="0">
                                          <p:val>
                                            <p:fltVal val="0"/>
                                          </p:val>
                                        </p:tav>
                                        <p:tav tm="100000">
                                          <p:val>
                                            <p:strVal val="#ppt_h"/>
                                          </p:val>
                                        </p:tav>
                                      </p:tavLst>
                                    </p:anim>
                                    <p:animEffect transition="in" filter="fade">
                                      <p:cBhvr>
                                        <p:cTn id="59" dur="450"/>
                                        <p:tgtEl>
                                          <p:spTgt spid="14"/>
                                        </p:tgtEl>
                                      </p:cBhvr>
                                    </p:animEffect>
                                  </p:childTnLst>
                                </p:cTn>
                              </p:par>
                              <p:par>
                                <p:cTn id="60" presetID="53" presetClass="entr" presetSubtype="16" fill="hold" grpId="0" nodeType="withEffect">
                                  <p:stCondLst>
                                    <p:cond delay="315"/>
                                  </p:stCondLst>
                                  <p:childTnLst>
                                    <p:set>
                                      <p:cBhvr>
                                        <p:cTn id="61" dur="1" fill="hold">
                                          <p:stCondLst>
                                            <p:cond delay="0"/>
                                          </p:stCondLst>
                                        </p:cTn>
                                        <p:tgtEl>
                                          <p:spTgt spid="15"/>
                                        </p:tgtEl>
                                        <p:attrNameLst>
                                          <p:attrName>style.visibility</p:attrName>
                                        </p:attrNameLst>
                                      </p:cBhvr>
                                      <p:to>
                                        <p:strVal val="visible"/>
                                      </p:to>
                                    </p:set>
                                    <p:anim calcmode="lin" valueType="num">
                                      <p:cBhvr>
                                        <p:cTn id="62" dur="450" fill="hold"/>
                                        <p:tgtEl>
                                          <p:spTgt spid="15"/>
                                        </p:tgtEl>
                                        <p:attrNameLst>
                                          <p:attrName>ppt_w</p:attrName>
                                        </p:attrNameLst>
                                      </p:cBhvr>
                                      <p:tavLst>
                                        <p:tav tm="0">
                                          <p:val>
                                            <p:fltVal val="0"/>
                                          </p:val>
                                        </p:tav>
                                        <p:tav tm="100000">
                                          <p:val>
                                            <p:strVal val="#ppt_w"/>
                                          </p:val>
                                        </p:tav>
                                      </p:tavLst>
                                    </p:anim>
                                    <p:anim calcmode="lin" valueType="num">
                                      <p:cBhvr>
                                        <p:cTn id="63" dur="450" fill="hold"/>
                                        <p:tgtEl>
                                          <p:spTgt spid="15"/>
                                        </p:tgtEl>
                                        <p:attrNameLst>
                                          <p:attrName>ppt_h</p:attrName>
                                        </p:attrNameLst>
                                      </p:cBhvr>
                                      <p:tavLst>
                                        <p:tav tm="0">
                                          <p:val>
                                            <p:fltVal val="0"/>
                                          </p:val>
                                        </p:tav>
                                        <p:tav tm="100000">
                                          <p:val>
                                            <p:strVal val="#ppt_h"/>
                                          </p:val>
                                        </p:tav>
                                      </p:tavLst>
                                    </p:anim>
                                    <p:animEffect transition="in" filter="fade">
                                      <p:cBhvr>
                                        <p:cTn id="64" dur="450"/>
                                        <p:tgtEl>
                                          <p:spTgt spid="15"/>
                                        </p:tgtEl>
                                      </p:cBhvr>
                                    </p:animEffect>
                                  </p:childTnLst>
                                </p:cTn>
                              </p:par>
                              <p:par>
                                <p:cTn id="65" presetID="53" presetClass="entr" presetSubtype="16" fill="hold" grpId="0" nodeType="withEffect">
                                  <p:stCondLst>
                                    <p:cond delay="630"/>
                                  </p:stCondLst>
                                  <p:childTnLst>
                                    <p:set>
                                      <p:cBhvr>
                                        <p:cTn id="66" dur="1" fill="hold">
                                          <p:stCondLst>
                                            <p:cond delay="0"/>
                                          </p:stCondLst>
                                        </p:cTn>
                                        <p:tgtEl>
                                          <p:spTgt spid="16"/>
                                        </p:tgtEl>
                                        <p:attrNameLst>
                                          <p:attrName>style.visibility</p:attrName>
                                        </p:attrNameLst>
                                      </p:cBhvr>
                                      <p:to>
                                        <p:strVal val="visible"/>
                                      </p:to>
                                    </p:set>
                                    <p:anim calcmode="lin" valueType="num">
                                      <p:cBhvr>
                                        <p:cTn id="67" dur="450" fill="hold"/>
                                        <p:tgtEl>
                                          <p:spTgt spid="16"/>
                                        </p:tgtEl>
                                        <p:attrNameLst>
                                          <p:attrName>ppt_w</p:attrName>
                                        </p:attrNameLst>
                                      </p:cBhvr>
                                      <p:tavLst>
                                        <p:tav tm="0">
                                          <p:val>
                                            <p:fltVal val="0"/>
                                          </p:val>
                                        </p:tav>
                                        <p:tav tm="100000">
                                          <p:val>
                                            <p:strVal val="#ppt_w"/>
                                          </p:val>
                                        </p:tav>
                                      </p:tavLst>
                                    </p:anim>
                                    <p:anim calcmode="lin" valueType="num">
                                      <p:cBhvr>
                                        <p:cTn id="68" dur="450" fill="hold"/>
                                        <p:tgtEl>
                                          <p:spTgt spid="16"/>
                                        </p:tgtEl>
                                        <p:attrNameLst>
                                          <p:attrName>ppt_h</p:attrName>
                                        </p:attrNameLst>
                                      </p:cBhvr>
                                      <p:tavLst>
                                        <p:tav tm="0">
                                          <p:val>
                                            <p:fltVal val="0"/>
                                          </p:val>
                                        </p:tav>
                                        <p:tav tm="100000">
                                          <p:val>
                                            <p:strVal val="#ppt_h"/>
                                          </p:val>
                                        </p:tav>
                                      </p:tavLst>
                                    </p:anim>
                                    <p:animEffect transition="in" filter="fade">
                                      <p:cBhvr>
                                        <p:cTn id="69" dur="450"/>
                                        <p:tgtEl>
                                          <p:spTgt spid="16"/>
                                        </p:tgtEl>
                                      </p:cBhvr>
                                    </p:animEffect>
                                  </p:childTnLst>
                                </p:cTn>
                              </p:par>
                              <p:par>
                                <p:cTn id="70" presetID="53" presetClass="entr" presetSubtype="16" fill="hold" grpId="0" nodeType="withEffect">
                                  <p:stCondLst>
                                    <p:cond delay="630"/>
                                  </p:stCondLst>
                                  <p:childTnLst>
                                    <p:set>
                                      <p:cBhvr>
                                        <p:cTn id="71" dur="1" fill="hold">
                                          <p:stCondLst>
                                            <p:cond delay="0"/>
                                          </p:stCondLst>
                                        </p:cTn>
                                        <p:tgtEl>
                                          <p:spTgt spid="17"/>
                                        </p:tgtEl>
                                        <p:attrNameLst>
                                          <p:attrName>style.visibility</p:attrName>
                                        </p:attrNameLst>
                                      </p:cBhvr>
                                      <p:to>
                                        <p:strVal val="visible"/>
                                      </p:to>
                                    </p:set>
                                    <p:anim calcmode="lin" valueType="num">
                                      <p:cBhvr>
                                        <p:cTn id="72" dur="450" fill="hold"/>
                                        <p:tgtEl>
                                          <p:spTgt spid="17"/>
                                        </p:tgtEl>
                                        <p:attrNameLst>
                                          <p:attrName>ppt_w</p:attrName>
                                        </p:attrNameLst>
                                      </p:cBhvr>
                                      <p:tavLst>
                                        <p:tav tm="0">
                                          <p:val>
                                            <p:fltVal val="0"/>
                                          </p:val>
                                        </p:tav>
                                        <p:tav tm="100000">
                                          <p:val>
                                            <p:strVal val="#ppt_w"/>
                                          </p:val>
                                        </p:tav>
                                      </p:tavLst>
                                    </p:anim>
                                    <p:anim calcmode="lin" valueType="num">
                                      <p:cBhvr>
                                        <p:cTn id="73" dur="450" fill="hold"/>
                                        <p:tgtEl>
                                          <p:spTgt spid="17"/>
                                        </p:tgtEl>
                                        <p:attrNameLst>
                                          <p:attrName>ppt_h</p:attrName>
                                        </p:attrNameLst>
                                      </p:cBhvr>
                                      <p:tavLst>
                                        <p:tav tm="0">
                                          <p:val>
                                            <p:fltVal val="0"/>
                                          </p:val>
                                        </p:tav>
                                        <p:tav tm="100000">
                                          <p:val>
                                            <p:strVal val="#ppt_h"/>
                                          </p:val>
                                        </p:tav>
                                      </p:tavLst>
                                    </p:anim>
                                    <p:animEffect transition="in" filter="fade">
                                      <p:cBhvr>
                                        <p:cTn id="74" dur="450"/>
                                        <p:tgtEl>
                                          <p:spTgt spid="17"/>
                                        </p:tgtEl>
                                      </p:cBhvr>
                                    </p:animEffect>
                                  </p:childTnLst>
                                </p:cTn>
                              </p:par>
                              <p:par>
                                <p:cTn id="75" presetID="53" presetClass="entr" presetSubtype="16" fill="hold" grpId="0" nodeType="withEffect">
                                  <p:stCondLst>
                                    <p:cond delay="630"/>
                                  </p:stCondLst>
                                  <p:childTnLst>
                                    <p:set>
                                      <p:cBhvr>
                                        <p:cTn id="76" dur="1" fill="hold">
                                          <p:stCondLst>
                                            <p:cond delay="0"/>
                                          </p:stCondLst>
                                        </p:cTn>
                                        <p:tgtEl>
                                          <p:spTgt spid="18"/>
                                        </p:tgtEl>
                                        <p:attrNameLst>
                                          <p:attrName>style.visibility</p:attrName>
                                        </p:attrNameLst>
                                      </p:cBhvr>
                                      <p:to>
                                        <p:strVal val="visible"/>
                                      </p:to>
                                    </p:set>
                                    <p:anim calcmode="lin" valueType="num">
                                      <p:cBhvr>
                                        <p:cTn id="77" dur="450" fill="hold"/>
                                        <p:tgtEl>
                                          <p:spTgt spid="18"/>
                                        </p:tgtEl>
                                        <p:attrNameLst>
                                          <p:attrName>ppt_w</p:attrName>
                                        </p:attrNameLst>
                                      </p:cBhvr>
                                      <p:tavLst>
                                        <p:tav tm="0">
                                          <p:val>
                                            <p:fltVal val="0"/>
                                          </p:val>
                                        </p:tav>
                                        <p:tav tm="100000">
                                          <p:val>
                                            <p:strVal val="#ppt_w"/>
                                          </p:val>
                                        </p:tav>
                                      </p:tavLst>
                                    </p:anim>
                                    <p:anim calcmode="lin" valueType="num">
                                      <p:cBhvr>
                                        <p:cTn id="78" dur="450" fill="hold"/>
                                        <p:tgtEl>
                                          <p:spTgt spid="18"/>
                                        </p:tgtEl>
                                        <p:attrNameLst>
                                          <p:attrName>ppt_h</p:attrName>
                                        </p:attrNameLst>
                                      </p:cBhvr>
                                      <p:tavLst>
                                        <p:tav tm="0">
                                          <p:val>
                                            <p:fltVal val="0"/>
                                          </p:val>
                                        </p:tav>
                                        <p:tav tm="100000">
                                          <p:val>
                                            <p:strVal val="#ppt_h"/>
                                          </p:val>
                                        </p:tav>
                                      </p:tavLst>
                                    </p:anim>
                                    <p:animEffect transition="in" filter="fade">
                                      <p:cBhvr>
                                        <p:cTn id="79" dur="450"/>
                                        <p:tgtEl>
                                          <p:spTgt spid="18"/>
                                        </p:tgtEl>
                                      </p:cBhvr>
                                    </p:animEffect>
                                  </p:childTnLst>
                                </p:cTn>
                              </p:par>
                              <p:par>
                                <p:cTn id="80" presetID="53" presetClass="entr" presetSubtype="16" fill="hold" grpId="0" nodeType="withEffect">
                                  <p:stCondLst>
                                    <p:cond delay="630"/>
                                  </p:stCondLst>
                                  <p:childTnLst>
                                    <p:set>
                                      <p:cBhvr>
                                        <p:cTn id="81" dur="1" fill="hold">
                                          <p:stCondLst>
                                            <p:cond delay="0"/>
                                          </p:stCondLst>
                                        </p:cTn>
                                        <p:tgtEl>
                                          <p:spTgt spid="19"/>
                                        </p:tgtEl>
                                        <p:attrNameLst>
                                          <p:attrName>style.visibility</p:attrName>
                                        </p:attrNameLst>
                                      </p:cBhvr>
                                      <p:to>
                                        <p:strVal val="visible"/>
                                      </p:to>
                                    </p:set>
                                    <p:anim calcmode="lin" valueType="num">
                                      <p:cBhvr>
                                        <p:cTn id="82" dur="450" fill="hold"/>
                                        <p:tgtEl>
                                          <p:spTgt spid="19"/>
                                        </p:tgtEl>
                                        <p:attrNameLst>
                                          <p:attrName>ppt_w</p:attrName>
                                        </p:attrNameLst>
                                      </p:cBhvr>
                                      <p:tavLst>
                                        <p:tav tm="0">
                                          <p:val>
                                            <p:fltVal val="0"/>
                                          </p:val>
                                        </p:tav>
                                        <p:tav tm="100000">
                                          <p:val>
                                            <p:strVal val="#ppt_w"/>
                                          </p:val>
                                        </p:tav>
                                      </p:tavLst>
                                    </p:anim>
                                    <p:anim calcmode="lin" valueType="num">
                                      <p:cBhvr>
                                        <p:cTn id="83" dur="450" fill="hold"/>
                                        <p:tgtEl>
                                          <p:spTgt spid="19"/>
                                        </p:tgtEl>
                                        <p:attrNameLst>
                                          <p:attrName>ppt_h</p:attrName>
                                        </p:attrNameLst>
                                      </p:cBhvr>
                                      <p:tavLst>
                                        <p:tav tm="0">
                                          <p:val>
                                            <p:fltVal val="0"/>
                                          </p:val>
                                        </p:tav>
                                        <p:tav tm="100000">
                                          <p:val>
                                            <p:strVal val="#ppt_h"/>
                                          </p:val>
                                        </p:tav>
                                      </p:tavLst>
                                    </p:anim>
                                    <p:animEffect transition="in" filter="fade">
                                      <p:cBhvr>
                                        <p:cTn id="84" dur="450"/>
                                        <p:tgtEl>
                                          <p:spTgt spid="19"/>
                                        </p:tgtEl>
                                      </p:cBhvr>
                                    </p:animEffect>
                                  </p:childTnLst>
                                </p:cTn>
                              </p:par>
                              <p:par>
                                <p:cTn id="85" presetID="53" presetClass="entr" presetSubtype="16" fill="hold" grpId="0" nodeType="withEffect">
                                  <p:stCondLst>
                                    <p:cond delay="630"/>
                                  </p:stCondLst>
                                  <p:childTnLst>
                                    <p:set>
                                      <p:cBhvr>
                                        <p:cTn id="86" dur="1" fill="hold">
                                          <p:stCondLst>
                                            <p:cond delay="0"/>
                                          </p:stCondLst>
                                        </p:cTn>
                                        <p:tgtEl>
                                          <p:spTgt spid="20"/>
                                        </p:tgtEl>
                                        <p:attrNameLst>
                                          <p:attrName>style.visibility</p:attrName>
                                        </p:attrNameLst>
                                      </p:cBhvr>
                                      <p:to>
                                        <p:strVal val="visible"/>
                                      </p:to>
                                    </p:set>
                                    <p:anim calcmode="lin" valueType="num">
                                      <p:cBhvr>
                                        <p:cTn id="87" dur="450" fill="hold"/>
                                        <p:tgtEl>
                                          <p:spTgt spid="20"/>
                                        </p:tgtEl>
                                        <p:attrNameLst>
                                          <p:attrName>ppt_w</p:attrName>
                                        </p:attrNameLst>
                                      </p:cBhvr>
                                      <p:tavLst>
                                        <p:tav tm="0">
                                          <p:val>
                                            <p:fltVal val="0"/>
                                          </p:val>
                                        </p:tav>
                                        <p:tav tm="100000">
                                          <p:val>
                                            <p:strVal val="#ppt_w"/>
                                          </p:val>
                                        </p:tav>
                                      </p:tavLst>
                                    </p:anim>
                                    <p:anim calcmode="lin" valueType="num">
                                      <p:cBhvr>
                                        <p:cTn id="88" dur="450" fill="hold"/>
                                        <p:tgtEl>
                                          <p:spTgt spid="20"/>
                                        </p:tgtEl>
                                        <p:attrNameLst>
                                          <p:attrName>ppt_h</p:attrName>
                                        </p:attrNameLst>
                                      </p:cBhvr>
                                      <p:tavLst>
                                        <p:tav tm="0">
                                          <p:val>
                                            <p:fltVal val="0"/>
                                          </p:val>
                                        </p:tav>
                                        <p:tav tm="100000">
                                          <p:val>
                                            <p:strVal val="#ppt_h"/>
                                          </p:val>
                                        </p:tav>
                                      </p:tavLst>
                                    </p:anim>
                                    <p:animEffect transition="in" filter="fade">
                                      <p:cBhvr>
                                        <p:cTn id="89" dur="450"/>
                                        <p:tgtEl>
                                          <p:spTgt spid="20"/>
                                        </p:tgtEl>
                                      </p:cBhvr>
                                    </p:animEffect>
                                  </p:childTnLst>
                                </p:cTn>
                              </p:par>
                              <p:par>
                                <p:cTn id="90" presetID="53" presetClass="entr" presetSubtype="16" fill="hold" grpId="0" nodeType="withEffect">
                                  <p:stCondLst>
                                    <p:cond delay="630"/>
                                  </p:stCondLst>
                                  <p:childTnLst>
                                    <p:set>
                                      <p:cBhvr>
                                        <p:cTn id="91" dur="1" fill="hold">
                                          <p:stCondLst>
                                            <p:cond delay="0"/>
                                          </p:stCondLst>
                                        </p:cTn>
                                        <p:tgtEl>
                                          <p:spTgt spid="21"/>
                                        </p:tgtEl>
                                        <p:attrNameLst>
                                          <p:attrName>style.visibility</p:attrName>
                                        </p:attrNameLst>
                                      </p:cBhvr>
                                      <p:to>
                                        <p:strVal val="visible"/>
                                      </p:to>
                                    </p:set>
                                    <p:anim calcmode="lin" valueType="num">
                                      <p:cBhvr>
                                        <p:cTn id="92" dur="450" fill="hold"/>
                                        <p:tgtEl>
                                          <p:spTgt spid="21"/>
                                        </p:tgtEl>
                                        <p:attrNameLst>
                                          <p:attrName>ppt_w</p:attrName>
                                        </p:attrNameLst>
                                      </p:cBhvr>
                                      <p:tavLst>
                                        <p:tav tm="0">
                                          <p:val>
                                            <p:fltVal val="0"/>
                                          </p:val>
                                        </p:tav>
                                        <p:tav tm="100000">
                                          <p:val>
                                            <p:strVal val="#ppt_w"/>
                                          </p:val>
                                        </p:tav>
                                      </p:tavLst>
                                    </p:anim>
                                    <p:anim calcmode="lin" valueType="num">
                                      <p:cBhvr>
                                        <p:cTn id="93" dur="450" fill="hold"/>
                                        <p:tgtEl>
                                          <p:spTgt spid="21"/>
                                        </p:tgtEl>
                                        <p:attrNameLst>
                                          <p:attrName>ppt_h</p:attrName>
                                        </p:attrNameLst>
                                      </p:cBhvr>
                                      <p:tavLst>
                                        <p:tav tm="0">
                                          <p:val>
                                            <p:fltVal val="0"/>
                                          </p:val>
                                        </p:tav>
                                        <p:tav tm="100000">
                                          <p:val>
                                            <p:strVal val="#ppt_h"/>
                                          </p:val>
                                        </p:tav>
                                      </p:tavLst>
                                    </p:anim>
                                    <p:animEffect transition="in" filter="fade">
                                      <p:cBhvr>
                                        <p:cTn id="94" dur="450"/>
                                        <p:tgtEl>
                                          <p:spTgt spid="21"/>
                                        </p:tgtEl>
                                      </p:cBhvr>
                                    </p:animEffect>
                                  </p:childTnLst>
                                </p:cTn>
                              </p:par>
                              <p:par>
                                <p:cTn id="95" presetID="53" presetClass="entr" presetSubtype="16" fill="hold" grpId="0" nodeType="withEffect">
                                  <p:stCondLst>
                                    <p:cond delay="945"/>
                                  </p:stCondLst>
                                  <p:childTnLst>
                                    <p:set>
                                      <p:cBhvr>
                                        <p:cTn id="96" dur="1" fill="hold">
                                          <p:stCondLst>
                                            <p:cond delay="0"/>
                                          </p:stCondLst>
                                        </p:cTn>
                                        <p:tgtEl>
                                          <p:spTgt spid="22"/>
                                        </p:tgtEl>
                                        <p:attrNameLst>
                                          <p:attrName>style.visibility</p:attrName>
                                        </p:attrNameLst>
                                      </p:cBhvr>
                                      <p:to>
                                        <p:strVal val="visible"/>
                                      </p:to>
                                    </p:set>
                                    <p:anim calcmode="lin" valueType="num">
                                      <p:cBhvr>
                                        <p:cTn id="97" dur="450" fill="hold"/>
                                        <p:tgtEl>
                                          <p:spTgt spid="22"/>
                                        </p:tgtEl>
                                        <p:attrNameLst>
                                          <p:attrName>ppt_w</p:attrName>
                                        </p:attrNameLst>
                                      </p:cBhvr>
                                      <p:tavLst>
                                        <p:tav tm="0">
                                          <p:val>
                                            <p:fltVal val="0"/>
                                          </p:val>
                                        </p:tav>
                                        <p:tav tm="100000">
                                          <p:val>
                                            <p:strVal val="#ppt_w"/>
                                          </p:val>
                                        </p:tav>
                                      </p:tavLst>
                                    </p:anim>
                                    <p:anim calcmode="lin" valueType="num">
                                      <p:cBhvr>
                                        <p:cTn id="98" dur="450" fill="hold"/>
                                        <p:tgtEl>
                                          <p:spTgt spid="22"/>
                                        </p:tgtEl>
                                        <p:attrNameLst>
                                          <p:attrName>ppt_h</p:attrName>
                                        </p:attrNameLst>
                                      </p:cBhvr>
                                      <p:tavLst>
                                        <p:tav tm="0">
                                          <p:val>
                                            <p:fltVal val="0"/>
                                          </p:val>
                                        </p:tav>
                                        <p:tav tm="100000">
                                          <p:val>
                                            <p:strVal val="#ppt_h"/>
                                          </p:val>
                                        </p:tav>
                                      </p:tavLst>
                                    </p:anim>
                                    <p:animEffect transition="in" filter="fade">
                                      <p:cBhvr>
                                        <p:cTn id="99" dur="450"/>
                                        <p:tgtEl>
                                          <p:spTgt spid="22"/>
                                        </p:tgtEl>
                                      </p:cBhvr>
                                    </p:animEffect>
                                  </p:childTnLst>
                                </p:cTn>
                              </p:par>
                              <p:par>
                                <p:cTn id="100" presetID="53" presetClass="entr" presetSubtype="16" fill="hold" grpId="0" nodeType="withEffect">
                                  <p:stCondLst>
                                    <p:cond delay="945"/>
                                  </p:stCondLst>
                                  <p:childTnLst>
                                    <p:set>
                                      <p:cBhvr>
                                        <p:cTn id="101" dur="1" fill="hold">
                                          <p:stCondLst>
                                            <p:cond delay="0"/>
                                          </p:stCondLst>
                                        </p:cTn>
                                        <p:tgtEl>
                                          <p:spTgt spid="23"/>
                                        </p:tgtEl>
                                        <p:attrNameLst>
                                          <p:attrName>style.visibility</p:attrName>
                                        </p:attrNameLst>
                                      </p:cBhvr>
                                      <p:to>
                                        <p:strVal val="visible"/>
                                      </p:to>
                                    </p:set>
                                    <p:anim calcmode="lin" valueType="num">
                                      <p:cBhvr>
                                        <p:cTn id="102" dur="450" fill="hold"/>
                                        <p:tgtEl>
                                          <p:spTgt spid="23"/>
                                        </p:tgtEl>
                                        <p:attrNameLst>
                                          <p:attrName>ppt_w</p:attrName>
                                        </p:attrNameLst>
                                      </p:cBhvr>
                                      <p:tavLst>
                                        <p:tav tm="0">
                                          <p:val>
                                            <p:fltVal val="0"/>
                                          </p:val>
                                        </p:tav>
                                        <p:tav tm="100000">
                                          <p:val>
                                            <p:strVal val="#ppt_w"/>
                                          </p:val>
                                        </p:tav>
                                      </p:tavLst>
                                    </p:anim>
                                    <p:anim calcmode="lin" valueType="num">
                                      <p:cBhvr>
                                        <p:cTn id="103" dur="450" fill="hold"/>
                                        <p:tgtEl>
                                          <p:spTgt spid="23"/>
                                        </p:tgtEl>
                                        <p:attrNameLst>
                                          <p:attrName>ppt_h</p:attrName>
                                        </p:attrNameLst>
                                      </p:cBhvr>
                                      <p:tavLst>
                                        <p:tav tm="0">
                                          <p:val>
                                            <p:fltVal val="0"/>
                                          </p:val>
                                        </p:tav>
                                        <p:tav tm="100000">
                                          <p:val>
                                            <p:strVal val="#ppt_h"/>
                                          </p:val>
                                        </p:tav>
                                      </p:tavLst>
                                    </p:anim>
                                    <p:animEffect transition="in" filter="fade">
                                      <p:cBhvr>
                                        <p:cTn id="104" dur="450"/>
                                        <p:tgtEl>
                                          <p:spTgt spid="23"/>
                                        </p:tgtEl>
                                      </p:cBhvr>
                                    </p:animEffect>
                                  </p:childTnLst>
                                </p:cTn>
                              </p:par>
                              <p:par>
                                <p:cTn id="105" presetID="53" presetClass="entr" presetSubtype="16" fill="hold" grpId="0" nodeType="withEffect">
                                  <p:stCondLst>
                                    <p:cond delay="945"/>
                                  </p:stCondLst>
                                  <p:childTnLst>
                                    <p:set>
                                      <p:cBhvr>
                                        <p:cTn id="106" dur="1" fill="hold">
                                          <p:stCondLst>
                                            <p:cond delay="0"/>
                                          </p:stCondLst>
                                        </p:cTn>
                                        <p:tgtEl>
                                          <p:spTgt spid="24"/>
                                        </p:tgtEl>
                                        <p:attrNameLst>
                                          <p:attrName>style.visibility</p:attrName>
                                        </p:attrNameLst>
                                      </p:cBhvr>
                                      <p:to>
                                        <p:strVal val="visible"/>
                                      </p:to>
                                    </p:set>
                                    <p:anim calcmode="lin" valueType="num">
                                      <p:cBhvr>
                                        <p:cTn id="107" dur="450" fill="hold"/>
                                        <p:tgtEl>
                                          <p:spTgt spid="24"/>
                                        </p:tgtEl>
                                        <p:attrNameLst>
                                          <p:attrName>ppt_w</p:attrName>
                                        </p:attrNameLst>
                                      </p:cBhvr>
                                      <p:tavLst>
                                        <p:tav tm="0">
                                          <p:val>
                                            <p:fltVal val="0"/>
                                          </p:val>
                                        </p:tav>
                                        <p:tav tm="100000">
                                          <p:val>
                                            <p:strVal val="#ppt_w"/>
                                          </p:val>
                                        </p:tav>
                                      </p:tavLst>
                                    </p:anim>
                                    <p:anim calcmode="lin" valueType="num">
                                      <p:cBhvr>
                                        <p:cTn id="108" dur="450" fill="hold"/>
                                        <p:tgtEl>
                                          <p:spTgt spid="24"/>
                                        </p:tgtEl>
                                        <p:attrNameLst>
                                          <p:attrName>ppt_h</p:attrName>
                                        </p:attrNameLst>
                                      </p:cBhvr>
                                      <p:tavLst>
                                        <p:tav tm="0">
                                          <p:val>
                                            <p:fltVal val="0"/>
                                          </p:val>
                                        </p:tav>
                                        <p:tav tm="100000">
                                          <p:val>
                                            <p:strVal val="#ppt_h"/>
                                          </p:val>
                                        </p:tav>
                                      </p:tavLst>
                                    </p:anim>
                                    <p:animEffect transition="in" filter="fade">
                                      <p:cBhvr>
                                        <p:cTn id="109" dur="450"/>
                                        <p:tgtEl>
                                          <p:spTgt spid="24"/>
                                        </p:tgtEl>
                                      </p:cBhvr>
                                    </p:animEffect>
                                  </p:childTnLst>
                                </p:cTn>
                              </p:par>
                              <p:par>
                                <p:cTn id="110" presetID="53" presetClass="entr" presetSubtype="16" fill="hold" grpId="0" nodeType="withEffect">
                                  <p:stCondLst>
                                    <p:cond delay="945"/>
                                  </p:stCondLst>
                                  <p:childTnLst>
                                    <p:set>
                                      <p:cBhvr>
                                        <p:cTn id="111" dur="1" fill="hold">
                                          <p:stCondLst>
                                            <p:cond delay="0"/>
                                          </p:stCondLst>
                                        </p:cTn>
                                        <p:tgtEl>
                                          <p:spTgt spid="25"/>
                                        </p:tgtEl>
                                        <p:attrNameLst>
                                          <p:attrName>style.visibility</p:attrName>
                                        </p:attrNameLst>
                                      </p:cBhvr>
                                      <p:to>
                                        <p:strVal val="visible"/>
                                      </p:to>
                                    </p:set>
                                    <p:anim calcmode="lin" valueType="num">
                                      <p:cBhvr>
                                        <p:cTn id="112" dur="450" fill="hold"/>
                                        <p:tgtEl>
                                          <p:spTgt spid="25"/>
                                        </p:tgtEl>
                                        <p:attrNameLst>
                                          <p:attrName>ppt_w</p:attrName>
                                        </p:attrNameLst>
                                      </p:cBhvr>
                                      <p:tavLst>
                                        <p:tav tm="0">
                                          <p:val>
                                            <p:fltVal val="0"/>
                                          </p:val>
                                        </p:tav>
                                        <p:tav tm="100000">
                                          <p:val>
                                            <p:strVal val="#ppt_w"/>
                                          </p:val>
                                        </p:tav>
                                      </p:tavLst>
                                    </p:anim>
                                    <p:anim calcmode="lin" valueType="num">
                                      <p:cBhvr>
                                        <p:cTn id="113" dur="450" fill="hold"/>
                                        <p:tgtEl>
                                          <p:spTgt spid="25"/>
                                        </p:tgtEl>
                                        <p:attrNameLst>
                                          <p:attrName>ppt_h</p:attrName>
                                        </p:attrNameLst>
                                      </p:cBhvr>
                                      <p:tavLst>
                                        <p:tav tm="0">
                                          <p:val>
                                            <p:fltVal val="0"/>
                                          </p:val>
                                        </p:tav>
                                        <p:tav tm="100000">
                                          <p:val>
                                            <p:strVal val="#ppt_h"/>
                                          </p:val>
                                        </p:tav>
                                      </p:tavLst>
                                    </p:anim>
                                    <p:animEffect transition="in" filter="fade">
                                      <p:cBhvr>
                                        <p:cTn id="114" dur="450"/>
                                        <p:tgtEl>
                                          <p:spTgt spid="25"/>
                                        </p:tgtEl>
                                      </p:cBhvr>
                                    </p:animEffect>
                                  </p:childTnLst>
                                </p:cTn>
                              </p:par>
                              <p:par>
                                <p:cTn id="115" presetID="53" presetClass="entr" presetSubtype="16" fill="hold" grpId="0" nodeType="withEffect">
                                  <p:stCondLst>
                                    <p:cond delay="945"/>
                                  </p:stCondLst>
                                  <p:childTnLst>
                                    <p:set>
                                      <p:cBhvr>
                                        <p:cTn id="116" dur="1" fill="hold">
                                          <p:stCondLst>
                                            <p:cond delay="0"/>
                                          </p:stCondLst>
                                        </p:cTn>
                                        <p:tgtEl>
                                          <p:spTgt spid="26"/>
                                        </p:tgtEl>
                                        <p:attrNameLst>
                                          <p:attrName>style.visibility</p:attrName>
                                        </p:attrNameLst>
                                      </p:cBhvr>
                                      <p:to>
                                        <p:strVal val="visible"/>
                                      </p:to>
                                    </p:set>
                                    <p:anim calcmode="lin" valueType="num">
                                      <p:cBhvr>
                                        <p:cTn id="117" dur="450" fill="hold"/>
                                        <p:tgtEl>
                                          <p:spTgt spid="26"/>
                                        </p:tgtEl>
                                        <p:attrNameLst>
                                          <p:attrName>ppt_w</p:attrName>
                                        </p:attrNameLst>
                                      </p:cBhvr>
                                      <p:tavLst>
                                        <p:tav tm="0">
                                          <p:val>
                                            <p:fltVal val="0"/>
                                          </p:val>
                                        </p:tav>
                                        <p:tav tm="100000">
                                          <p:val>
                                            <p:strVal val="#ppt_w"/>
                                          </p:val>
                                        </p:tav>
                                      </p:tavLst>
                                    </p:anim>
                                    <p:anim calcmode="lin" valueType="num">
                                      <p:cBhvr>
                                        <p:cTn id="118" dur="450" fill="hold"/>
                                        <p:tgtEl>
                                          <p:spTgt spid="26"/>
                                        </p:tgtEl>
                                        <p:attrNameLst>
                                          <p:attrName>ppt_h</p:attrName>
                                        </p:attrNameLst>
                                      </p:cBhvr>
                                      <p:tavLst>
                                        <p:tav tm="0">
                                          <p:val>
                                            <p:fltVal val="0"/>
                                          </p:val>
                                        </p:tav>
                                        <p:tav tm="100000">
                                          <p:val>
                                            <p:strVal val="#ppt_h"/>
                                          </p:val>
                                        </p:tav>
                                      </p:tavLst>
                                    </p:anim>
                                    <p:animEffect transition="in" filter="fade">
                                      <p:cBhvr>
                                        <p:cTn id="119" dur="450"/>
                                        <p:tgtEl>
                                          <p:spTgt spid="26"/>
                                        </p:tgtEl>
                                      </p:cBhvr>
                                    </p:animEffect>
                                  </p:childTnLst>
                                </p:cTn>
                              </p:par>
                              <p:par>
                                <p:cTn id="120" presetID="53" presetClass="entr" presetSubtype="16" fill="hold" grpId="0" nodeType="withEffect">
                                  <p:stCondLst>
                                    <p:cond delay="945"/>
                                  </p:stCondLst>
                                  <p:childTnLst>
                                    <p:set>
                                      <p:cBhvr>
                                        <p:cTn id="121" dur="1" fill="hold">
                                          <p:stCondLst>
                                            <p:cond delay="0"/>
                                          </p:stCondLst>
                                        </p:cTn>
                                        <p:tgtEl>
                                          <p:spTgt spid="27"/>
                                        </p:tgtEl>
                                        <p:attrNameLst>
                                          <p:attrName>style.visibility</p:attrName>
                                        </p:attrNameLst>
                                      </p:cBhvr>
                                      <p:to>
                                        <p:strVal val="visible"/>
                                      </p:to>
                                    </p:set>
                                    <p:anim calcmode="lin" valueType="num">
                                      <p:cBhvr>
                                        <p:cTn id="122" dur="450" fill="hold"/>
                                        <p:tgtEl>
                                          <p:spTgt spid="27"/>
                                        </p:tgtEl>
                                        <p:attrNameLst>
                                          <p:attrName>ppt_w</p:attrName>
                                        </p:attrNameLst>
                                      </p:cBhvr>
                                      <p:tavLst>
                                        <p:tav tm="0">
                                          <p:val>
                                            <p:fltVal val="0"/>
                                          </p:val>
                                        </p:tav>
                                        <p:tav tm="100000">
                                          <p:val>
                                            <p:strVal val="#ppt_w"/>
                                          </p:val>
                                        </p:tav>
                                      </p:tavLst>
                                    </p:anim>
                                    <p:anim calcmode="lin" valueType="num">
                                      <p:cBhvr>
                                        <p:cTn id="123" dur="450" fill="hold"/>
                                        <p:tgtEl>
                                          <p:spTgt spid="27"/>
                                        </p:tgtEl>
                                        <p:attrNameLst>
                                          <p:attrName>ppt_h</p:attrName>
                                        </p:attrNameLst>
                                      </p:cBhvr>
                                      <p:tavLst>
                                        <p:tav tm="0">
                                          <p:val>
                                            <p:fltVal val="0"/>
                                          </p:val>
                                        </p:tav>
                                        <p:tav tm="100000">
                                          <p:val>
                                            <p:strVal val="#ppt_h"/>
                                          </p:val>
                                        </p:tav>
                                      </p:tavLst>
                                    </p:anim>
                                    <p:animEffect transition="in" filter="fade">
                                      <p:cBhvr>
                                        <p:cTn id="124"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5" grpId="0" animBg="1"/>
      <p:bldP spid="26" grpId="0" animBg="1"/>
      <p:bldP spid="2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05 · RESULTS</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Plan vs. result: my learning outcomes</a:t>
            </a:r>
            <a:endParaRPr lang="en-US" sz="3400" dirty="0"/>
          </a:p>
        </p:txBody>
      </p:sp>
      <p:sp>
        <p:nvSpPr>
          <p:cNvPr id="4" name="Text 2"/>
          <p:cNvSpPr txBox="1"/>
          <p:nvPr/>
        </p:nvSpPr>
        <p:spPr>
          <a:xfrm>
            <a:off x="1280160" y="1691640"/>
            <a:ext cx="4572000" cy="274320"/>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PLANNED  (LEARNING AGREEMENT)</a:t>
            </a:r>
            <a:endParaRPr lang="en-US" sz="1200" dirty="0"/>
          </a:p>
        </p:txBody>
      </p:sp>
      <p:sp>
        <p:nvSpPr>
          <p:cNvPr id="5" name="Text 3"/>
          <p:cNvSpPr txBox="1"/>
          <p:nvPr/>
        </p:nvSpPr>
        <p:spPr>
          <a:xfrm>
            <a:off x="6446520" y="1691640"/>
            <a:ext cx="4572000" cy="274320"/>
          </a:xfrm>
          <a:prstGeom prst="rect">
            <a:avLst/>
          </a:prstGeom>
          <a:noFill/>
          <a:ln/>
        </p:spPr>
        <p:txBody>
          <a:bodyPr wrap="square" lIns="0" tIns="0" rIns="0" bIns="0" rtlCol="0" anchor="t"/>
          <a:lstStyle/>
          <a:p>
            <a:pPr indent="0" marL="0">
              <a:buNone/>
            </a:pPr>
            <a:r>
              <a:rPr lang="en-US" sz="1200" b="1" spc="200" kern="0" dirty="0">
                <a:solidFill>
                  <a:srgbClr val="D9973A"/>
                </a:solidFill>
                <a:latin typeface="Calibri" pitchFamily="34" charset="0"/>
                <a:ea typeface="Calibri" pitchFamily="34" charset="-122"/>
                <a:cs typeface="Calibri" pitchFamily="34" charset="-120"/>
              </a:rPr>
              <a:t>ACHIEVED  (TRAINEESHIP CERTIFICATE)</a:t>
            </a:r>
            <a:endParaRPr lang="en-US" sz="1200" dirty="0"/>
          </a:p>
        </p:txBody>
      </p:sp>
      <p:sp>
        <p:nvSpPr>
          <p:cNvPr id="6" name="a1-wipe"/>
          <p:cNvSpPr/>
          <p:nvPr/>
        </p:nvSpPr>
        <p:spPr>
          <a:xfrm>
            <a:off x="640080" y="2057400"/>
            <a:ext cx="10908792" cy="457200"/>
          </a:xfrm>
          <a:prstGeom prst="roundRect">
            <a:avLst>
              <a:gd name="adj" fmla="val 20000"/>
            </a:avLst>
          </a:prstGeom>
          <a:solidFill>
            <a:srgbClr val="F3F5F9"/>
          </a:solidFill>
          <a:ln w="9525">
            <a:solidFill>
              <a:srgbClr val="F3F5F9"/>
            </a:solidFill>
            <a:prstDash val="solid"/>
          </a:ln>
        </p:spPr>
      </p:sp>
      <p:sp>
        <p:nvSpPr>
          <p:cNvPr id="7" name="a1-wipe"/>
          <p:cNvSpPr txBox="1"/>
          <p:nvPr/>
        </p:nvSpPr>
        <p:spPr>
          <a:xfrm>
            <a:off x="777240" y="2121408"/>
            <a:ext cx="329184" cy="329184"/>
          </a:xfrm>
          <a:prstGeom prst="ellipse">
            <a:avLst/>
          </a:prstGeom>
          <a:solidFill>
            <a:srgbClr val="1B2A4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a1-wipe"/>
          <p:cNvSpPr txBox="1"/>
          <p:nvPr/>
        </p:nvSpPr>
        <p:spPr>
          <a:xfrm>
            <a:off x="1280160" y="2057400"/>
            <a:ext cx="4572000" cy="45720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Analyse the company and manage documents</a:t>
            </a:r>
            <a:endParaRPr lang="en-US" sz="1500" dirty="0"/>
          </a:p>
        </p:txBody>
      </p:sp>
      <p:pic>
        <p:nvPicPr>
          <p:cNvPr id="9" name="a1-wipe" descr="">    </p:cNvPr>
          <p:cNvPicPr>
            <a:picLocks noChangeAspect="1"/>
          </p:cNvPicPr>
          <p:nvPr/>
        </p:nvPicPr>
        <p:blipFill>
          <a:blip r:embed="rId1"/>
          <a:stretch>
            <a:fillRect/>
          </a:stretch>
        </p:blipFill>
        <p:spPr>
          <a:xfrm>
            <a:off x="5943600" y="2139696"/>
            <a:ext cx="292608" cy="292608"/>
          </a:xfrm>
          <a:prstGeom prst="rect">
            <a:avLst/>
          </a:prstGeom>
        </p:spPr>
      </p:pic>
      <p:sp>
        <p:nvSpPr>
          <p:cNvPr id="10" name="a1-wipe"/>
          <p:cNvSpPr txBox="1"/>
          <p:nvPr/>
        </p:nvSpPr>
        <p:spPr>
          <a:xfrm>
            <a:off x="6446520" y="2057400"/>
            <a:ext cx="452628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Studied the company; organised documents</a:t>
            </a:r>
            <a:endParaRPr lang="en-US" sz="1500" dirty="0"/>
          </a:p>
        </p:txBody>
      </p:sp>
      <p:pic>
        <p:nvPicPr>
          <p:cNvPr id="11" name="a2-zoom" descr="">    </p:cNvPr>
          <p:cNvPicPr>
            <a:picLocks noChangeAspect="1"/>
          </p:cNvPicPr>
          <p:nvPr/>
        </p:nvPicPr>
        <p:blipFill>
          <a:blip r:embed="rId2"/>
          <a:stretch>
            <a:fillRect/>
          </a:stretch>
        </p:blipFill>
        <p:spPr>
          <a:xfrm>
            <a:off x="11082528" y="2121408"/>
            <a:ext cx="329184" cy="329184"/>
          </a:xfrm>
          <a:prstGeom prst="rect">
            <a:avLst/>
          </a:prstGeom>
        </p:spPr>
      </p:pic>
      <p:sp>
        <p:nvSpPr>
          <p:cNvPr id="12" name="a2-wipe"/>
          <p:cNvSpPr/>
          <p:nvPr/>
        </p:nvSpPr>
        <p:spPr>
          <a:xfrm>
            <a:off x="640080" y="2606040"/>
            <a:ext cx="10908792" cy="457200"/>
          </a:xfrm>
          <a:prstGeom prst="roundRect">
            <a:avLst>
              <a:gd name="adj" fmla="val 20000"/>
            </a:avLst>
          </a:prstGeom>
          <a:solidFill>
            <a:srgbClr val="FFFFFF"/>
          </a:solidFill>
          <a:ln w="9525">
            <a:solidFill>
              <a:srgbClr val="F3F5F9"/>
            </a:solidFill>
            <a:prstDash val="solid"/>
          </a:ln>
        </p:spPr>
      </p:sp>
      <p:sp>
        <p:nvSpPr>
          <p:cNvPr id="13" name="a2-wipe"/>
          <p:cNvSpPr txBox="1"/>
          <p:nvPr/>
        </p:nvSpPr>
        <p:spPr>
          <a:xfrm>
            <a:off x="777240" y="2670048"/>
            <a:ext cx="329184" cy="329184"/>
          </a:xfrm>
          <a:prstGeom prst="ellipse">
            <a:avLst/>
          </a:prstGeom>
          <a:solidFill>
            <a:srgbClr val="1B2A4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a2-wipe"/>
          <p:cNvSpPr txBox="1"/>
          <p:nvPr/>
        </p:nvSpPr>
        <p:spPr>
          <a:xfrm>
            <a:off x="1280160" y="2606040"/>
            <a:ext cx="4572000" cy="45720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Organise work and manage people</a:t>
            </a:r>
            <a:endParaRPr lang="en-US" sz="1500" dirty="0"/>
          </a:p>
        </p:txBody>
      </p:sp>
      <p:pic>
        <p:nvPicPr>
          <p:cNvPr id="15" name="a2-wipe" descr="">    </p:cNvPr>
          <p:cNvPicPr>
            <a:picLocks noChangeAspect="1"/>
          </p:cNvPicPr>
          <p:nvPr/>
        </p:nvPicPr>
        <p:blipFill>
          <a:blip r:embed="rId3"/>
          <a:stretch>
            <a:fillRect/>
          </a:stretch>
        </p:blipFill>
        <p:spPr>
          <a:xfrm>
            <a:off x="5943600" y="2688336"/>
            <a:ext cx="292608" cy="292608"/>
          </a:xfrm>
          <a:prstGeom prst="rect">
            <a:avLst/>
          </a:prstGeom>
        </p:spPr>
      </p:pic>
      <p:sp>
        <p:nvSpPr>
          <p:cNvPr id="16" name="a2-wipe"/>
          <p:cNvSpPr txBox="1"/>
          <p:nvPr/>
        </p:nvSpPr>
        <p:spPr>
          <a:xfrm>
            <a:off x="6446520" y="2606040"/>
            <a:ext cx="452628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Helped plan daily work and team tasks</a:t>
            </a:r>
            <a:endParaRPr lang="en-US" sz="1500" dirty="0"/>
          </a:p>
        </p:txBody>
      </p:sp>
      <p:pic>
        <p:nvPicPr>
          <p:cNvPr id="17" name="a3-zoom" descr="">    </p:cNvPr>
          <p:cNvPicPr>
            <a:picLocks noChangeAspect="1"/>
          </p:cNvPicPr>
          <p:nvPr/>
        </p:nvPicPr>
        <p:blipFill>
          <a:blip r:embed="rId4"/>
          <a:stretch>
            <a:fillRect/>
          </a:stretch>
        </p:blipFill>
        <p:spPr>
          <a:xfrm>
            <a:off x="11082528" y="2670048"/>
            <a:ext cx="329184" cy="329184"/>
          </a:xfrm>
          <a:prstGeom prst="rect">
            <a:avLst/>
          </a:prstGeom>
        </p:spPr>
      </p:pic>
      <p:sp>
        <p:nvSpPr>
          <p:cNvPr id="18" name="a3-wipe"/>
          <p:cNvSpPr/>
          <p:nvPr/>
        </p:nvSpPr>
        <p:spPr>
          <a:xfrm>
            <a:off x="640080" y="3154680"/>
            <a:ext cx="10908792" cy="457200"/>
          </a:xfrm>
          <a:prstGeom prst="roundRect">
            <a:avLst>
              <a:gd name="adj" fmla="val 20000"/>
            </a:avLst>
          </a:prstGeom>
          <a:solidFill>
            <a:srgbClr val="F3F5F9"/>
          </a:solidFill>
          <a:ln w="9525">
            <a:solidFill>
              <a:srgbClr val="F3F5F9"/>
            </a:solidFill>
            <a:prstDash val="solid"/>
          </a:ln>
        </p:spPr>
      </p:sp>
      <p:sp>
        <p:nvSpPr>
          <p:cNvPr id="19" name="a3-wipe"/>
          <p:cNvSpPr txBox="1"/>
          <p:nvPr/>
        </p:nvSpPr>
        <p:spPr>
          <a:xfrm>
            <a:off x="777240" y="3218688"/>
            <a:ext cx="329184" cy="329184"/>
          </a:xfrm>
          <a:prstGeom prst="ellipse">
            <a:avLst/>
          </a:prstGeom>
          <a:solidFill>
            <a:srgbClr val="1B2A4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a3-wipe"/>
          <p:cNvSpPr txBox="1"/>
          <p:nvPr/>
        </p:nvSpPr>
        <p:spPr>
          <a:xfrm>
            <a:off x="1280160" y="3154680"/>
            <a:ext cx="4572000" cy="45720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Find problems and propose solutions</a:t>
            </a:r>
            <a:endParaRPr lang="en-US" sz="1500" dirty="0"/>
          </a:p>
        </p:txBody>
      </p:sp>
      <p:pic>
        <p:nvPicPr>
          <p:cNvPr id="21" name="a3-wipe" descr="">    </p:cNvPr>
          <p:cNvPicPr>
            <a:picLocks noChangeAspect="1"/>
          </p:cNvPicPr>
          <p:nvPr/>
        </p:nvPicPr>
        <p:blipFill>
          <a:blip r:embed="rId5"/>
          <a:stretch>
            <a:fillRect/>
          </a:stretch>
        </p:blipFill>
        <p:spPr>
          <a:xfrm>
            <a:off x="5943600" y="3236976"/>
            <a:ext cx="292608" cy="292608"/>
          </a:xfrm>
          <a:prstGeom prst="rect">
            <a:avLst/>
          </a:prstGeom>
        </p:spPr>
      </p:pic>
      <p:sp>
        <p:nvSpPr>
          <p:cNvPr id="22" name="a3-wipe"/>
          <p:cNvSpPr txBox="1"/>
          <p:nvPr/>
        </p:nvSpPr>
        <p:spPr>
          <a:xfrm>
            <a:off x="6446520" y="3154680"/>
            <a:ext cx="452628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Prepared 4 ideas to improve the bakery</a:t>
            </a:r>
            <a:endParaRPr lang="en-US" sz="1500" dirty="0"/>
          </a:p>
        </p:txBody>
      </p:sp>
      <p:pic>
        <p:nvPicPr>
          <p:cNvPr id="23" name="a4-zoom" descr="">    </p:cNvPr>
          <p:cNvPicPr>
            <a:picLocks noChangeAspect="1"/>
          </p:cNvPicPr>
          <p:nvPr/>
        </p:nvPicPr>
        <p:blipFill>
          <a:blip r:embed="rId6"/>
          <a:stretch>
            <a:fillRect/>
          </a:stretch>
        </p:blipFill>
        <p:spPr>
          <a:xfrm>
            <a:off x="11082528" y="3218688"/>
            <a:ext cx="329184" cy="329184"/>
          </a:xfrm>
          <a:prstGeom prst="rect">
            <a:avLst/>
          </a:prstGeom>
        </p:spPr>
      </p:pic>
      <p:sp>
        <p:nvSpPr>
          <p:cNvPr id="24" name="a4-wipe"/>
          <p:cNvSpPr/>
          <p:nvPr/>
        </p:nvSpPr>
        <p:spPr>
          <a:xfrm>
            <a:off x="640080" y="3703320"/>
            <a:ext cx="10908792" cy="457200"/>
          </a:xfrm>
          <a:prstGeom prst="roundRect">
            <a:avLst>
              <a:gd name="adj" fmla="val 20000"/>
            </a:avLst>
          </a:prstGeom>
          <a:solidFill>
            <a:srgbClr val="FFFFFF"/>
          </a:solidFill>
          <a:ln w="9525">
            <a:solidFill>
              <a:srgbClr val="F3F5F9"/>
            </a:solidFill>
            <a:prstDash val="solid"/>
          </a:ln>
        </p:spPr>
      </p:sp>
      <p:sp>
        <p:nvSpPr>
          <p:cNvPr id="25" name="a4-wipe"/>
          <p:cNvSpPr txBox="1"/>
          <p:nvPr/>
        </p:nvSpPr>
        <p:spPr>
          <a:xfrm>
            <a:off x="777240" y="3767328"/>
            <a:ext cx="329184" cy="329184"/>
          </a:xfrm>
          <a:prstGeom prst="ellipse">
            <a:avLst/>
          </a:prstGeom>
          <a:solidFill>
            <a:srgbClr val="1B2A4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a4-wipe"/>
          <p:cNvSpPr txBox="1"/>
          <p:nvPr/>
        </p:nvSpPr>
        <p:spPr>
          <a:xfrm>
            <a:off x="1280160" y="3703320"/>
            <a:ext cx="4572000" cy="45720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Use management principles in practice</a:t>
            </a:r>
            <a:endParaRPr lang="en-US" sz="1500" dirty="0"/>
          </a:p>
        </p:txBody>
      </p:sp>
      <p:pic>
        <p:nvPicPr>
          <p:cNvPr id="27" name="a4-wipe" descr="">    </p:cNvPr>
          <p:cNvPicPr>
            <a:picLocks noChangeAspect="1"/>
          </p:cNvPicPr>
          <p:nvPr/>
        </p:nvPicPr>
        <p:blipFill>
          <a:blip r:embed="rId7"/>
          <a:stretch>
            <a:fillRect/>
          </a:stretch>
        </p:blipFill>
        <p:spPr>
          <a:xfrm>
            <a:off x="5943600" y="3785616"/>
            <a:ext cx="292608" cy="292608"/>
          </a:xfrm>
          <a:prstGeom prst="rect">
            <a:avLst/>
          </a:prstGeom>
        </p:spPr>
      </p:pic>
      <p:sp>
        <p:nvSpPr>
          <p:cNvPr id="28" name="a4-wipe"/>
          <p:cNvSpPr txBox="1"/>
          <p:nvPr/>
        </p:nvSpPr>
        <p:spPr>
          <a:xfrm>
            <a:off x="6446520" y="3703320"/>
            <a:ext cx="452628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Saw the 4 management functions at work</a:t>
            </a:r>
            <a:endParaRPr lang="en-US" sz="1500" dirty="0"/>
          </a:p>
        </p:txBody>
      </p:sp>
      <p:pic>
        <p:nvPicPr>
          <p:cNvPr id="29" name="a5-zoom" descr="">    </p:cNvPr>
          <p:cNvPicPr>
            <a:picLocks noChangeAspect="1"/>
          </p:cNvPicPr>
          <p:nvPr/>
        </p:nvPicPr>
        <p:blipFill>
          <a:blip r:embed="rId8"/>
          <a:stretch>
            <a:fillRect/>
          </a:stretch>
        </p:blipFill>
        <p:spPr>
          <a:xfrm>
            <a:off x="11082528" y="3767328"/>
            <a:ext cx="329184" cy="329184"/>
          </a:xfrm>
          <a:prstGeom prst="rect">
            <a:avLst/>
          </a:prstGeom>
        </p:spPr>
      </p:pic>
      <p:sp>
        <p:nvSpPr>
          <p:cNvPr id="30" name="a5-wipe"/>
          <p:cNvSpPr/>
          <p:nvPr/>
        </p:nvSpPr>
        <p:spPr>
          <a:xfrm>
            <a:off x="640080" y="4251960"/>
            <a:ext cx="10908792" cy="457200"/>
          </a:xfrm>
          <a:prstGeom prst="roundRect">
            <a:avLst>
              <a:gd name="adj" fmla="val 20000"/>
            </a:avLst>
          </a:prstGeom>
          <a:solidFill>
            <a:srgbClr val="F3F5F9"/>
          </a:solidFill>
          <a:ln w="9525">
            <a:solidFill>
              <a:srgbClr val="F3F5F9"/>
            </a:solidFill>
            <a:prstDash val="solid"/>
          </a:ln>
        </p:spPr>
      </p:sp>
      <p:sp>
        <p:nvSpPr>
          <p:cNvPr id="31" name="a5-wipe"/>
          <p:cNvSpPr txBox="1"/>
          <p:nvPr/>
        </p:nvSpPr>
        <p:spPr>
          <a:xfrm>
            <a:off x="777240" y="4315968"/>
            <a:ext cx="329184" cy="329184"/>
          </a:xfrm>
          <a:prstGeom prst="ellipse">
            <a:avLst/>
          </a:prstGeom>
          <a:solidFill>
            <a:srgbClr val="1B2A4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a5-wipe"/>
          <p:cNvSpPr txBox="1"/>
          <p:nvPr/>
        </p:nvSpPr>
        <p:spPr>
          <a:xfrm>
            <a:off x="1280160" y="4251960"/>
            <a:ext cx="4572000" cy="45720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Use digital systems for data</a:t>
            </a:r>
            <a:endParaRPr lang="en-US" sz="1500" dirty="0"/>
          </a:p>
        </p:txBody>
      </p:sp>
      <p:pic>
        <p:nvPicPr>
          <p:cNvPr id="33" name="a5-wipe" descr="">    </p:cNvPr>
          <p:cNvPicPr>
            <a:picLocks noChangeAspect="1"/>
          </p:cNvPicPr>
          <p:nvPr/>
        </p:nvPicPr>
        <p:blipFill>
          <a:blip r:embed="rId9"/>
          <a:stretch>
            <a:fillRect/>
          </a:stretch>
        </p:blipFill>
        <p:spPr>
          <a:xfrm>
            <a:off x="5943600" y="4334256"/>
            <a:ext cx="292608" cy="292608"/>
          </a:xfrm>
          <a:prstGeom prst="rect">
            <a:avLst/>
          </a:prstGeom>
        </p:spPr>
      </p:pic>
      <p:sp>
        <p:nvSpPr>
          <p:cNvPr id="34" name="a5-wipe"/>
          <p:cNvSpPr txBox="1"/>
          <p:nvPr/>
        </p:nvSpPr>
        <p:spPr>
          <a:xfrm>
            <a:off x="6446520" y="4251960"/>
            <a:ext cx="452628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Used POS, card terminal and digital files</a:t>
            </a:r>
            <a:endParaRPr lang="en-US" sz="1500" dirty="0"/>
          </a:p>
        </p:txBody>
      </p:sp>
      <p:pic>
        <p:nvPicPr>
          <p:cNvPr id="35" name="a6-zoom" descr="">    </p:cNvPr>
          <p:cNvPicPr>
            <a:picLocks noChangeAspect="1"/>
          </p:cNvPicPr>
          <p:nvPr/>
        </p:nvPicPr>
        <p:blipFill>
          <a:blip r:embed="rId10"/>
          <a:stretch>
            <a:fillRect/>
          </a:stretch>
        </p:blipFill>
        <p:spPr>
          <a:xfrm>
            <a:off x="11082528" y="4315968"/>
            <a:ext cx="329184" cy="329184"/>
          </a:xfrm>
          <a:prstGeom prst="rect">
            <a:avLst/>
          </a:prstGeom>
        </p:spPr>
      </p:pic>
      <p:sp>
        <p:nvSpPr>
          <p:cNvPr id="36" name="a6-wipe"/>
          <p:cNvSpPr/>
          <p:nvPr/>
        </p:nvSpPr>
        <p:spPr>
          <a:xfrm>
            <a:off x="640080" y="4800600"/>
            <a:ext cx="10908792" cy="457200"/>
          </a:xfrm>
          <a:prstGeom prst="roundRect">
            <a:avLst>
              <a:gd name="adj" fmla="val 20000"/>
            </a:avLst>
          </a:prstGeom>
          <a:solidFill>
            <a:srgbClr val="FFFFFF"/>
          </a:solidFill>
          <a:ln w="9525">
            <a:solidFill>
              <a:srgbClr val="F3F5F9"/>
            </a:solidFill>
            <a:prstDash val="solid"/>
          </a:ln>
        </p:spPr>
      </p:sp>
      <p:sp>
        <p:nvSpPr>
          <p:cNvPr id="37" name="a6-wipe"/>
          <p:cNvSpPr txBox="1"/>
          <p:nvPr/>
        </p:nvSpPr>
        <p:spPr>
          <a:xfrm>
            <a:off x="777240" y="4864608"/>
            <a:ext cx="329184" cy="329184"/>
          </a:xfrm>
          <a:prstGeom prst="ellipse">
            <a:avLst/>
          </a:prstGeom>
          <a:solidFill>
            <a:srgbClr val="1B2A4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a6-wipe"/>
          <p:cNvSpPr txBox="1"/>
          <p:nvPr/>
        </p:nvSpPr>
        <p:spPr>
          <a:xfrm>
            <a:off x="1280160" y="4800600"/>
            <a:ext cx="4572000" cy="45720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Analyse customers and apply CRM</a:t>
            </a:r>
            <a:endParaRPr lang="en-US" sz="1500" dirty="0"/>
          </a:p>
        </p:txBody>
      </p:sp>
      <p:pic>
        <p:nvPicPr>
          <p:cNvPr id="39" name="a6-wipe" descr="">    </p:cNvPr>
          <p:cNvPicPr>
            <a:picLocks noChangeAspect="1"/>
          </p:cNvPicPr>
          <p:nvPr/>
        </p:nvPicPr>
        <p:blipFill>
          <a:blip r:embed="rId11"/>
          <a:stretch>
            <a:fillRect/>
          </a:stretch>
        </p:blipFill>
        <p:spPr>
          <a:xfrm>
            <a:off x="5943600" y="4882896"/>
            <a:ext cx="292608" cy="292608"/>
          </a:xfrm>
          <a:prstGeom prst="rect">
            <a:avLst/>
          </a:prstGeom>
        </p:spPr>
      </p:pic>
      <p:sp>
        <p:nvSpPr>
          <p:cNvPr id="40" name="a6-wipe"/>
          <p:cNvSpPr txBox="1"/>
          <p:nvPr/>
        </p:nvSpPr>
        <p:spPr>
          <a:xfrm>
            <a:off x="6446520" y="4800600"/>
            <a:ext cx="452628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Served customers daily; built loyalty</a:t>
            </a:r>
            <a:endParaRPr lang="en-US" sz="1500" dirty="0"/>
          </a:p>
        </p:txBody>
      </p:sp>
      <p:pic>
        <p:nvPicPr>
          <p:cNvPr id="41" name="a7-zoom" descr="">    </p:cNvPr>
          <p:cNvPicPr>
            <a:picLocks noChangeAspect="1"/>
          </p:cNvPicPr>
          <p:nvPr/>
        </p:nvPicPr>
        <p:blipFill>
          <a:blip r:embed="rId12"/>
          <a:stretch>
            <a:fillRect/>
          </a:stretch>
        </p:blipFill>
        <p:spPr>
          <a:xfrm>
            <a:off x="11082528" y="4864608"/>
            <a:ext cx="329184" cy="329184"/>
          </a:xfrm>
          <a:prstGeom prst="rect">
            <a:avLst/>
          </a:prstGeom>
        </p:spPr>
      </p:pic>
      <p:sp>
        <p:nvSpPr>
          <p:cNvPr id="42" name="a7-wipe"/>
          <p:cNvSpPr/>
          <p:nvPr/>
        </p:nvSpPr>
        <p:spPr>
          <a:xfrm>
            <a:off x="640080" y="5349240"/>
            <a:ext cx="10908792" cy="457200"/>
          </a:xfrm>
          <a:prstGeom prst="roundRect">
            <a:avLst>
              <a:gd name="adj" fmla="val 20000"/>
            </a:avLst>
          </a:prstGeom>
          <a:solidFill>
            <a:srgbClr val="F3F5F9"/>
          </a:solidFill>
          <a:ln w="9525">
            <a:solidFill>
              <a:srgbClr val="F3F5F9"/>
            </a:solidFill>
            <a:prstDash val="solid"/>
          </a:ln>
        </p:spPr>
      </p:sp>
      <p:sp>
        <p:nvSpPr>
          <p:cNvPr id="43" name="a7-wipe"/>
          <p:cNvSpPr txBox="1"/>
          <p:nvPr/>
        </p:nvSpPr>
        <p:spPr>
          <a:xfrm>
            <a:off x="777240" y="5413248"/>
            <a:ext cx="329184" cy="329184"/>
          </a:xfrm>
          <a:prstGeom prst="ellipse">
            <a:avLst/>
          </a:prstGeom>
          <a:solidFill>
            <a:srgbClr val="1B2A4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44" name="a7-wipe"/>
          <p:cNvSpPr txBox="1"/>
          <p:nvPr/>
        </p:nvSpPr>
        <p:spPr>
          <a:xfrm>
            <a:off x="1280160" y="5349240"/>
            <a:ext cx="4572000" cy="45720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Communicate professionally</a:t>
            </a:r>
            <a:endParaRPr lang="en-US" sz="1500" dirty="0"/>
          </a:p>
        </p:txBody>
      </p:sp>
      <p:pic>
        <p:nvPicPr>
          <p:cNvPr id="45" name="a7-wipe" descr="">    </p:cNvPr>
          <p:cNvPicPr>
            <a:picLocks noChangeAspect="1"/>
          </p:cNvPicPr>
          <p:nvPr/>
        </p:nvPicPr>
        <p:blipFill>
          <a:blip r:embed="rId13"/>
          <a:stretch>
            <a:fillRect/>
          </a:stretch>
        </p:blipFill>
        <p:spPr>
          <a:xfrm>
            <a:off x="5943600" y="5431536"/>
            <a:ext cx="292608" cy="292608"/>
          </a:xfrm>
          <a:prstGeom prst="rect">
            <a:avLst/>
          </a:prstGeom>
        </p:spPr>
      </p:pic>
      <p:sp>
        <p:nvSpPr>
          <p:cNvPr id="46" name="a7-wipe"/>
          <p:cNvSpPr txBox="1"/>
          <p:nvPr/>
        </p:nvSpPr>
        <p:spPr>
          <a:xfrm>
            <a:off x="6446520" y="5349240"/>
            <a:ext cx="452628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Praised for communication and teamwork</a:t>
            </a:r>
            <a:endParaRPr lang="en-US" sz="1500" dirty="0"/>
          </a:p>
        </p:txBody>
      </p:sp>
      <p:pic>
        <p:nvPicPr>
          <p:cNvPr id="47" name="a8-zoom" descr="">    </p:cNvPr>
          <p:cNvPicPr>
            <a:picLocks noChangeAspect="1"/>
          </p:cNvPicPr>
          <p:nvPr/>
        </p:nvPicPr>
        <p:blipFill>
          <a:blip r:embed="rId14"/>
          <a:stretch>
            <a:fillRect/>
          </a:stretch>
        </p:blipFill>
        <p:spPr>
          <a:xfrm>
            <a:off x="11082528" y="5413248"/>
            <a:ext cx="329184" cy="329184"/>
          </a:xfrm>
          <a:prstGeom prst="rect">
            <a:avLst/>
          </a:prstGeom>
        </p:spPr>
      </p:pic>
      <p:sp>
        <p:nvSpPr>
          <p:cNvPr id="48" name="Text 32"/>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49" name="Text 33"/>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15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50"/>
                                        <p:tgtEl>
                                          <p:spTgt spid="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wipe(left)">
                                      <p:cBhvr>
                                        <p:cTn id="10" dur="550"/>
                                        <p:tgtEl>
                                          <p:spTgt spid="7"/>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ipe(left)">
                                      <p:cBhvr>
                                        <p:cTn id="13" dur="550"/>
                                        <p:tgtEl>
                                          <p:spTgt spid="8"/>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550"/>
                                        <p:tgtEl>
                                          <p:spTgt spid="9"/>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left)">
                                      <p:cBhvr>
                                        <p:cTn id="19" dur="550"/>
                                        <p:tgtEl>
                                          <p:spTgt spid="10"/>
                                        </p:tgtEl>
                                      </p:cBhvr>
                                    </p:animEffect>
                                  </p:childTnLst>
                                </p:cTn>
                              </p:par>
                              <p:par>
                                <p:cTn id="20" presetID="53" presetClass="entr" presetSubtype="16" fill="hold" grpId="0" nodeType="withEffect">
                                  <p:stCondLst>
                                    <p:cond delay="385"/>
                                  </p:stCondLst>
                                  <p:childTnLst>
                                    <p:set>
                                      <p:cBhvr>
                                        <p:cTn id="21" dur="1" fill="hold">
                                          <p:stCondLst>
                                            <p:cond delay="0"/>
                                          </p:stCondLst>
                                        </p:cTn>
                                        <p:tgtEl>
                                          <p:spTgt spid="11"/>
                                        </p:tgtEl>
                                        <p:attrNameLst>
                                          <p:attrName>style.visibility</p:attrName>
                                        </p:attrNameLst>
                                      </p:cBhvr>
                                      <p:to>
                                        <p:strVal val="visible"/>
                                      </p:to>
                                    </p:set>
                                    <p:anim calcmode="lin" valueType="num">
                                      <p:cBhvr>
                                        <p:cTn id="22" dur="450" fill="hold"/>
                                        <p:tgtEl>
                                          <p:spTgt spid="11"/>
                                        </p:tgtEl>
                                        <p:attrNameLst>
                                          <p:attrName>ppt_w</p:attrName>
                                        </p:attrNameLst>
                                      </p:cBhvr>
                                      <p:tavLst>
                                        <p:tav tm="0">
                                          <p:val>
                                            <p:fltVal val="0"/>
                                          </p:val>
                                        </p:tav>
                                        <p:tav tm="100000">
                                          <p:val>
                                            <p:strVal val="#ppt_w"/>
                                          </p:val>
                                        </p:tav>
                                      </p:tavLst>
                                    </p:anim>
                                    <p:anim calcmode="lin" valueType="num">
                                      <p:cBhvr>
                                        <p:cTn id="23" dur="450" fill="hold"/>
                                        <p:tgtEl>
                                          <p:spTgt spid="11"/>
                                        </p:tgtEl>
                                        <p:attrNameLst>
                                          <p:attrName>ppt_h</p:attrName>
                                        </p:attrNameLst>
                                      </p:cBhvr>
                                      <p:tavLst>
                                        <p:tav tm="0">
                                          <p:val>
                                            <p:fltVal val="0"/>
                                          </p:val>
                                        </p:tav>
                                        <p:tav tm="100000">
                                          <p:val>
                                            <p:strVal val="#ppt_h"/>
                                          </p:val>
                                        </p:tav>
                                      </p:tavLst>
                                    </p:anim>
                                    <p:animEffect transition="in" filter="fade">
                                      <p:cBhvr>
                                        <p:cTn id="24" dur="450"/>
                                        <p:tgtEl>
                                          <p:spTgt spid="11"/>
                                        </p:tgtEl>
                                      </p:cBhvr>
                                    </p:animEffect>
                                  </p:childTnLst>
                                </p:cTn>
                              </p:par>
                              <p:par>
                                <p:cTn id="25" presetID="22" presetClass="entr" presetSubtype="8" fill="hold" grpId="0" nodeType="withEffect">
                                  <p:stCondLst>
                                    <p:cond delay="385"/>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50"/>
                                        <p:tgtEl>
                                          <p:spTgt spid="12"/>
                                        </p:tgtEl>
                                      </p:cBhvr>
                                    </p:animEffect>
                                  </p:childTnLst>
                                </p:cTn>
                              </p:par>
                              <p:par>
                                <p:cTn id="28" presetID="22" presetClass="entr" presetSubtype="8" fill="hold" grpId="0" nodeType="withEffect">
                                  <p:stCondLst>
                                    <p:cond delay="385"/>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550"/>
                                        <p:tgtEl>
                                          <p:spTgt spid="13"/>
                                        </p:tgtEl>
                                      </p:cBhvr>
                                    </p:animEffect>
                                  </p:childTnLst>
                                </p:cTn>
                              </p:par>
                              <p:par>
                                <p:cTn id="31" presetID="22" presetClass="entr" presetSubtype="8" fill="hold" grpId="0" nodeType="withEffect">
                                  <p:stCondLst>
                                    <p:cond delay="385"/>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550"/>
                                        <p:tgtEl>
                                          <p:spTgt spid="14"/>
                                        </p:tgtEl>
                                      </p:cBhvr>
                                    </p:animEffect>
                                  </p:childTnLst>
                                </p:cTn>
                              </p:par>
                              <p:par>
                                <p:cTn id="34" presetID="22" presetClass="entr" presetSubtype="8" fill="hold" grpId="0" nodeType="withEffect">
                                  <p:stCondLst>
                                    <p:cond delay="385"/>
                                  </p:stCondLst>
                                  <p:childTnLst>
                                    <p:set>
                                      <p:cBhvr>
                                        <p:cTn id="35" dur="1" fill="hold">
                                          <p:stCondLst>
                                            <p:cond delay="0"/>
                                          </p:stCondLst>
                                        </p:cTn>
                                        <p:tgtEl>
                                          <p:spTgt spid="15"/>
                                        </p:tgtEl>
                                        <p:attrNameLst>
                                          <p:attrName>style.visibility</p:attrName>
                                        </p:attrNameLst>
                                      </p:cBhvr>
                                      <p:to>
                                        <p:strVal val="visible"/>
                                      </p:to>
                                    </p:set>
                                    <p:animEffect transition="in" filter="wipe(left)">
                                      <p:cBhvr>
                                        <p:cTn id="36" dur="550"/>
                                        <p:tgtEl>
                                          <p:spTgt spid="15"/>
                                        </p:tgtEl>
                                      </p:cBhvr>
                                    </p:animEffect>
                                  </p:childTnLst>
                                </p:cTn>
                              </p:par>
                              <p:par>
                                <p:cTn id="37" presetID="22" presetClass="entr" presetSubtype="8" fill="hold" grpId="0" nodeType="withEffect">
                                  <p:stCondLst>
                                    <p:cond delay="385"/>
                                  </p:stCondLst>
                                  <p:childTnLst>
                                    <p:set>
                                      <p:cBhvr>
                                        <p:cTn id="38" dur="1" fill="hold">
                                          <p:stCondLst>
                                            <p:cond delay="0"/>
                                          </p:stCondLst>
                                        </p:cTn>
                                        <p:tgtEl>
                                          <p:spTgt spid="16"/>
                                        </p:tgtEl>
                                        <p:attrNameLst>
                                          <p:attrName>style.visibility</p:attrName>
                                        </p:attrNameLst>
                                      </p:cBhvr>
                                      <p:to>
                                        <p:strVal val="visible"/>
                                      </p:to>
                                    </p:set>
                                    <p:animEffect transition="in" filter="wipe(left)">
                                      <p:cBhvr>
                                        <p:cTn id="39" dur="550"/>
                                        <p:tgtEl>
                                          <p:spTgt spid="16"/>
                                        </p:tgtEl>
                                      </p:cBhvr>
                                    </p:animEffect>
                                  </p:childTnLst>
                                </p:cTn>
                              </p:par>
                              <p:par>
                                <p:cTn id="40" presetID="53" presetClass="entr" presetSubtype="16" fill="hold" grpId="0" nodeType="withEffect">
                                  <p:stCondLst>
                                    <p:cond delay="770"/>
                                  </p:stCondLst>
                                  <p:childTnLst>
                                    <p:set>
                                      <p:cBhvr>
                                        <p:cTn id="41" dur="1" fill="hold">
                                          <p:stCondLst>
                                            <p:cond delay="0"/>
                                          </p:stCondLst>
                                        </p:cTn>
                                        <p:tgtEl>
                                          <p:spTgt spid="17"/>
                                        </p:tgtEl>
                                        <p:attrNameLst>
                                          <p:attrName>style.visibility</p:attrName>
                                        </p:attrNameLst>
                                      </p:cBhvr>
                                      <p:to>
                                        <p:strVal val="visible"/>
                                      </p:to>
                                    </p:set>
                                    <p:anim calcmode="lin" valueType="num">
                                      <p:cBhvr>
                                        <p:cTn id="42" dur="450" fill="hold"/>
                                        <p:tgtEl>
                                          <p:spTgt spid="17"/>
                                        </p:tgtEl>
                                        <p:attrNameLst>
                                          <p:attrName>ppt_w</p:attrName>
                                        </p:attrNameLst>
                                      </p:cBhvr>
                                      <p:tavLst>
                                        <p:tav tm="0">
                                          <p:val>
                                            <p:fltVal val="0"/>
                                          </p:val>
                                        </p:tav>
                                        <p:tav tm="100000">
                                          <p:val>
                                            <p:strVal val="#ppt_w"/>
                                          </p:val>
                                        </p:tav>
                                      </p:tavLst>
                                    </p:anim>
                                    <p:anim calcmode="lin" valueType="num">
                                      <p:cBhvr>
                                        <p:cTn id="43" dur="450" fill="hold"/>
                                        <p:tgtEl>
                                          <p:spTgt spid="17"/>
                                        </p:tgtEl>
                                        <p:attrNameLst>
                                          <p:attrName>ppt_h</p:attrName>
                                        </p:attrNameLst>
                                      </p:cBhvr>
                                      <p:tavLst>
                                        <p:tav tm="0">
                                          <p:val>
                                            <p:fltVal val="0"/>
                                          </p:val>
                                        </p:tav>
                                        <p:tav tm="100000">
                                          <p:val>
                                            <p:strVal val="#ppt_h"/>
                                          </p:val>
                                        </p:tav>
                                      </p:tavLst>
                                    </p:anim>
                                    <p:animEffect transition="in" filter="fade">
                                      <p:cBhvr>
                                        <p:cTn id="44" dur="450"/>
                                        <p:tgtEl>
                                          <p:spTgt spid="17"/>
                                        </p:tgtEl>
                                      </p:cBhvr>
                                    </p:animEffect>
                                  </p:childTnLst>
                                </p:cTn>
                              </p:par>
                              <p:par>
                                <p:cTn id="45" presetID="22" presetClass="entr" presetSubtype="8" fill="hold" grpId="0" nodeType="withEffect">
                                  <p:stCondLst>
                                    <p:cond delay="770"/>
                                  </p:stCondLst>
                                  <p:childTnLst>
                                    <p:set>
                                      <p:cBhvr>
                                        <p:cTn id="46" dur="1" fill="hold">
                                          <p:stCondLst>
                                            <p:cond delay="0"/>
                                          </p:stCondLst>
                                        </p:cTn>
                                        <p:tgtEl>
                                          <p:spTgt spid="18"/>
                                        </p:tgtEl>
                                        <p:attrNameLst>
                                          <p:attrName>style.visibility</p:attrName>
                                        </p:attrNameLst>
                                      </p:cBhvr>
                                      <p:to>
                                        <p:strVal val="visible"/>
                                      </p:to>
                                    </p:set>
                                    <p:animEffect transition="in" filter="wipe(left)">
                                      <p:cBhvr>
                                        <p:cTn id="47" dur="550"/>
                                        <p:tgtEl>
                                          <p:spTgt spid="18"/>
                                        </p:tgtEl>
                                      </p:cBhvr>
                                    </p:animEffect>
                                  </p:childTnLst>
                                </p:cTn>
                              </p:par>
                              <p:par>
                                <p:cTn id="48" presetID="22" presetClass="entr" presetSubtype="8" fill="hold" grpId="0" nodeType="withEffect">
                                  <p:stCondLst>
                                    <p:cond delay="770"/>
                                  </p:stCondLst>
                                  <p:childTnLst>
                                    <p:set>
                                      <p:cBhvr>
                                        <p:cTn id="49" dur="1" fill="hold">
                                          <p:stCondLst>
                                            <p:cond delay="0"/>
                                          </p:stCondLst>
                                        </p:cTn>
                                        <p:tgtEl>
                                          <p:spTgt spid="19"/>
                                        </p:tgtEl>
                                        <p:attrNameLst>
                                          <p:attrName>style.visibility</p:attrName>
                                        </p:attrNameLst>
                                      </p:cBhvr>
                                      <p:to>
                                        <p:strVal val="visible"/>
                                      </p:to>
                                    </p:set>
                                    <p:animEffect transition="in" filter="wipe(left)">
                                      <p:cBhvr>
                                        <p:cTn id="50" dur="550"/>
                                        <p:tgtEl>
                                          <p:spTgt spid="19"/>
                                        </p:tgtEl>
                                      </p:cBhvr>
                                    </p:animEffect>
                                  </p:childTnLst>
                                </p:cTn>
                              </p:par>
                              <p:par>
                                <p:cTn id="51" presetID="22" presetClass="entr" presetSubtype="8" fill="hold" grpId="0" nodeType="withEffect">
                                  <p:stCondLst>
                                    <p:cond delay="770"/>
                                  </p:stCondLst>
                                  <p:childTnLst>
                                    <p:set>
                                      <p:cBhvr>
                                        <p:cTn id="52" dur="1" fill="hold">
                                          <p:stCondLst>
                                            <p:cond delay="0"/>
                                          </p:stCondLst>
                                        </p:cTn>
                                        <p:tgtEl>
                                          <p:spTgt spid="20"/>
                                        </p:tgtEl>
                                        <p:attrNameLst>
                                          <p:attrName>style.visibility</p:attrName>
                                        </p:attrNameLst>
                                      </p:cBhvr>
                                      <p:to>
                                        <p:strVal val="visible"/>
                                      </p:to>
                                    </p:set>
                                    <p:animEffect transition="in" filter="wipe(left)">
                                      <p:cBhvr>
                                        <p:cTn id="53" dur="550"/>
                                        <p:tgtEl>
                                          <p:spTgt spid="20"/>
                                        </p:tgtEl>
                                      </p:cBhvr>
                                    </p:animEffect>
                                  </p:childTnLst>
                                </p:cTn>
                              </p:par>
                              <p:par>
                                <p:cTn id="54" presetID="22" presetClass="entr" presetSubtype="8" fill="hold" grpId="0" nodeType="withEffect">
                                  <p:stCondLst>
                                    <p:cond delay="770"/>
                                  </p:stCondLst>
                                  <p:childTnLst>
                                    <p:set>
                                      <p:cBhvr>
                                        <p:cTn id="55" dur="1" fill="hold">
                                          <p:stCondLst>
                                            <p:cond delay="0"/>
                                          </p:stCondLst>
                                        </p:cTn>
                                        <p:tgtEl>
                                          <p:spTgt spid="21"/>
                                        </p:tgtEl>
                                        <p:attrNameLst>
                                          <p:attrName>style.visibility</p:attrName>
                                        </p:attrNameLst>
                                      </p:cBhvr>
                                      <p:to>
                                        <p:strVal val="visible"/>
                                      </p:to>
                                    </p:set>
                                    <p:animEffect transition="in" filter="wipe(left)">
                                      <p:cBhvr>
                                        <p:cTn id="56" dur="550"/>
                                        <p:tgtEl>
                                          <p:spTgt spid="21"/>
                                        </p:tgtEl>
                                      </p:cBhvr>
                                    </p:animEffect>
                                  </p:childTnLst>
                                </p:cTn>
                              </p:par>
                              <p:par>
                                <p:cTn id="57" presetID="22" presetClass="entr" presetSubtype="8" fill="hold" grpId="0" nodeType="withEffect">
                                  <p:stCondLst>
                                    <p:cond delay="77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550"/>
                                        <p:tgtEl>
                                          <p:spTgt spid="22"/>
                                        </p:tgtEl>
                                      </p:cBhvr>
                                    </p:animEffect>
                                  </p:childTnLst>
                                </p:cTn>
                              </p:par>
                              <p:par>
                                <p:cTn id="60" presetID="53" presetClass="entr" presetSubtype="16" fill="hold" grpId="0" nodeType="withEffect">
                                  <p:stCondLst>
                                    <p:cond delay="1155"/>
                                  </p:stCondLst>
                                  <p:childTnLst>
                                    <p:set>
                                      <p:cBhvr>
                                        <p:cTn id="61" dur="1" fill="hold">
                                          <p:stCondLst>
                                            <p:cond delay="0"/>
                                          </p:stCondLst>
                                        </p:cTn>
                                        <p:tgtEl>
                                          <p:spTgt spid="23"/>
                                        </p:tgtEl>
                                        <p:attrNameLst>
                                          <p:attrName>style.visibility</p:attrName>
                                        </p:attrNameLst>
                                      </p:cBhvr>
                                      <p:to>
                                        <p:strVal val="visible"/>
                                      </p:to>
                                    </p:set>
                                    <p:anim calcmode="lin" valueType="num">
                                      <p:cBhvr>
                                        <p:cTn id="62" dur="450" fill="hold"/>
                                        <p:tgtEl>
                                          <p:spTgt spid="23"/>
                                        </p:tgtEl>
                                        <p:attrNameLst>
                                          <p:attrName>ppt_w</p:attrName>
                                        </p:attrNameLst>
                                      </p:cBhvr>
                                      <p:tavLst>
                                        <p:tav tm="0">
                                          <p:val>
                                            <p:fltVal val="0"/>
                                          </p:val>
                                        </p:tav>
                                        <p:tav tm="100000">
                                          <p:val>
                                            <p:strVal val="#ppt_w"/>
                                          </p:val>
                                        </p:tav>
                                      </p:tavLst>
                                    </p:anim>
                                    <p:anim calcmode="lin" valueType="num">
                                      <p:cBhvr>
                                        <p:cTn id="63" dur="450" fill="hold"/>
                                        <p:tgtEl>
                                          <p:spTgt spid="23"/>
                                        </p:tgtEl>
                                        <p:attrNameLst>
                                          <p:attrName>ppt_h</p:attrName>
                                        </p:attrNameLst>
                                      </p:cBhvr>
                                      <p:tavLst>
                                        <p:tav tm="0">
                                          <p:val>
                                            <p:fltVal val="0"/>
                                          </p:val>
                                        </p:tav>
                                        <p:tav tm="100000">
                                          <p:val>
                                            <p:strVal val="#ppt_h"/>
                                          </p:val>
                                        </p:tav>
                                      </p:tavLst>
                                    </p:anim>
                                    <p:animEffect transition="in" filter="fade">
                                      <p:cBhvr>
                                        <p:cTn id="64" dur="450"/>
                                        <p:tgtEl>
                                          <p:spTgt spid="23"/>
                                        </p:tgtEl>
                                      </p:cBhvr>
                                    </p:animEffect>
                                  </p:childTnLst>
                                </p:cTn>
                              </p:par>
                              <p:par>
                                <p:cTn id="65" presetID="22" presetClass="entr" presetSubtype="8" fill="hold" grpId="0" nodeType="withEffect">
                                  <p:stCondLst>
                                    <p:cond delay="1155"/>
                                  </p:stCondLst>
                                  <p:childTnLst>
                                    <p:set>
                                      <p:cBhvr>
                                        <p:cTn id="66" dur="1" fill="hold">
                                          <p:stCondLst>
                                            <p:cond delay="0"/>
                                          </p:stCondLst>
                                        </p:cTn>
                                        <p:tgtEl>
                                          <p:spTgt spid="24"/>
                                        </p:tgtEl>
                                        <p:attrNameLst>
                                          <p:attrName>style.visibility</p:attrName>
                                        </p:attrNameLst>
                                      </p:cBhvr>
                                      <p:to>
                                        <p:strVal val="visible"/>
                                      </p:to>
                                    </p:set>
                                    <p:animEffect transition="in" filter="wipe(left)">
                                      <p:cBhvr>
                                        <p:cTn id="67" dur="550"/>
                                        <p:tgtEl>
                                          <p:spTgt spid="24"/>
                                        </p:tgtEl>
                                      </p:cBhvr>
                                    </p:animEffect>
                                  </p:childTnLst>
                                </p:cTn>
                              </p:par>
                              <p:par>
                                <p:cTn id="68" presetID="22" presetClass="entr" presetSubtype="8" fill="hold" grpId="0" nodeType="withEffect">
                                  <p:stCondLst>
                                    <p:cond delay="1155"/>
                                  </p:stCondLst>
                                  <p:childTnLst>
                                    <p:set>
                                      <p:cBhvr>
                                        <p:cTn id="69" dur="1" fill="hold">
                                          <p:stCondLst>
                                            <p:cond delay="0"/>
                                          </p:stCondLst>
                                        </p:cTn>
                                        <p:tgtEl>
                                          <p:spTgt spid="25"/>
                                        </p:tgtEl>
                                        <p:attrNameLst>
                                          <p:attrName>style.visibility</p:attrName>
                                        </p:attrNameLst>
                                      </p:cBhvr>
                                      <p:to>
                                        <p:strVal val="visible"/>
                                      </p:to>
                                    </p:set>
                                    <p:animEffect transition="in" filter="wipe(left)">
                                      <p:cBhvr>
                                        <p:cTn id="70" dur="550"/>
                                        <p:tgtEl>
                                          <p:spTgt spid="25"/>
                                        </p:tgtEl>
                                      </p:cBhvr>
                                    </p:animEffect>
                                  </p:childTnLst>
                                </p:cTn>
                              </p:par>
                              <p:par>
                                <p:cTn id="71" presetID="22" presetClass="entr" presetSubtype="8" fill="hold" grpId="0" nodeType="withEffect">
                                  <p:stCondLst>
                                    <p:cond delay="1155"/>
                                  </p:stCondLst>
                                  <p:childTnLst>
                                    <p:set>
                                      <p:cBhvr>
                                        <p:cTn id="72" dur="1" fill="hold">
                                          <p:stCondLst>
                                            <p:cond delay="0"/>
                                          </p:stCondLst>
                                        </p:cTn>
                                        <p:tgtEl>
                                          <p:spTgt spid="26"/>
                                        </p:tgtEl>
                                        <p:attrNameLst>
                                          <p:attrName>style.visibility</p:attrName>
                                        </p:attrNameLst>
                                      </p:cBhvr>
                                      <p:to>
                                        <p:strVal val="visible"/>
                                      </p:to>
                                    </p:set>
                                    <p:animEffect transition="in" filter="wipe(left)">
                                      <p:cBhvr>
                                        <p:cTn id="73" dur="550"/>
                                        <p:tgtEl>
                                          <p:spTgt spid="26"/>
                                        </p:tgtEl>
                                      </p:cBhvr>
                                    </p:animEffect>
                                  </p:childTnLst>
                                </p:cTn>
                              </p:par>
                              <p:par>
                                <p:cTn id="74" presetID="22" presetClass="entr" presetSubtype="8" fill="hold" grpId="0" nodeType="withEffect">
                                  <p:stCondLst>
                                    <p:cond delay="1155"/>
                                  </p:stCondLst>
                                  <p:childTnLst>
                                    <p:set>
                                      <p:cBhvr>
                                        <p:cTn id="75" dur="1" fill="hold">
                                          <p:stCondLst>
                                            <p:cond delay="0"/>
                                          </p:stCondLst>
                                        </p:cTn>
                                        <p:tgtEl>
                                          <p:spTgt spid="27"/>
                                        </p:tgtEl>
                                        <p:attrNameLst>
                                          <p:attrName>style.visibility</p:attrName>
                                        </p:attrNameLst>
                                      </p:cBhvr>
                                      <p:to>
                                        <p:strVal val="visible"/>
                                      </p:to>
                                    </p:set>
                                    <p:animEffect transition="in" filter="wipe(left)">
                                      <p:cBhvr>
                                        <p:cTn id="76" dur="550"/>
                                        <p:tgtEl>
                                          <p:spTgt spid="27"/>
                                        </p:tgtEl>
                                      </p:cBhvr>
                                    </p:animEffect>
                                  </p:childTnLst>
                                </p:cTn>
                              </p:par>
                              <p:par>
                                <p:cTn id="77" presetID="22" presetClass="entr" presetSubtype="8" fill="hold" grpId="0" nodeType="withEffect">
                                  <p:stCondLst>
                                    <p:cond delay="1155"/>
                                  </p:stCondLst>
                                  <p:childTnLst>
                                    <p:set>
                                      <p:cBhvr>
                                        <p:cTn id="78" dur="1" fill="hold">
                                          <p:stCondLst>
                                            <p:cond delay="0"/>
                                          </p:stCondLst>
                                        </p:cTn>
                                        <p:tgtEl>
                                          <p:spTgt spid="28"/>
                                        </p:tgtEl>
                                        <p:attrNameLst>
                                          <p:attrName>style.visibility</p:attrName>
                                        </p:attrNameLst>
                                      </p:cBhvr>
                                      <p:to>
                                        <p:strVal val="visible"/>
                                      </p:to>
                                    </p:set>
                                    <p:animEffect transition="in" filter="wipe(left)">
                                      <p:cBhvr>
                                        <p:cTn id="79" dur="550"/>
                                        <p:tgtEl>
                                          <p:spTgt spid="28"/>
                                        </p:tgtEl>
                                      </p:cBhvr>
                                    </p:animEffect>
                                  </p:childTnLst>
                                </p:cTn>
                              </p:par>
                              <p:par>
                                <p:cTn id="80" presetID="53" presetClass="entr" presetSubtype="16" fill="hold" grpId="0" nodeType="withEffect">
                                  <p:stCondLst>
                                    <p:cond delay="1540"/>
                                  </p:stCondLst>
                                  <p:childTnLst>
                                    <p:set>
                                      <p:cBhvr>
                                        <p:cTn id="81" dur="1" fill="hold">
                                          <p:stCondLst>
                                            <p:cond delay="0"/>
                                          </p:stCondLst>
                                        </p:cTn>
                                        <p:tgtEl>
                                          <p:spTgt spid="29"/>
                                        </p:tgtEl>
                                        <p:attrNameLst>
                                          <p:attrName>style.visibility</p:attrName>
                                        </p:attrNameLst>
                                      </p:cBhvr>
                                      <p:to>
                                        <p:strVal val="visible"/>
                                      </p:to>
                                    </p:set>
                                    <p:anim calcmode="lin" valueType="num">
                                      <p:cBhvr>
                                        <p:cTn id="82" dur="450" fill="hold"/>
                                        <p:tgtEl>
                                          <p:spTgt spid="29"/>
                                        </p:tgtEl>
                                        <p:attrNameLst>
                                          <p:attrName>ppt_w</p:attrName>
                                        </p:attrNameLst>
                                      </p:cBhvr>
                                      <p:tavLst>
                                        <p:tav tm="0">
                                          <p:val>
                                            <p:fltVal val="0"/>
                                          </p:val>
                                        </p:tav>
                                        <p:tav tm="100000">
                                          <p:val>
                                            <p:strVal val="#ppt_w"/>
                                          </p:val>
                                        </p:tav>
                                      </p:tavLst>
                                    </p:anim>
                                    <p:anim calcmode="lin" valueType="num">
                                      <p:cBhvr>
                                        <p:cTn id="83" dur="450" fill="hold"/>
                                        <p:tgtEl>
                                          <p:spTgt spid="29"/>
                                        </p:tgtEl>
                                        <p:attrNameLst>
                                          <p:attrName>ppt_h</p:attrName>
                                        </p:attrNameLst>
                                      </p:cBhvr>
                                      <p:tavLst>
                                        <p:tav tm="0">
                                          <p:val>
                                            <p:fltVal val="0"/>
                                          </p:val>
                                        </p:tav>
                                        <p:tav tm="100000">
                                          <p:val>
                                            <p:strVal val="#ppt_h"/>
                                          </p:val>
                                        </p:tav>
                                      </p:tavLst>
                                    </p:anim>
                                    <p:animEffect transition="in" filter="fade">
                                      <p:cBhvr>
                                        <p:cTn id="84" dur="450"/>
                                        <p:tgtEl>
                                          <p:spTgt spid="29"/>
                                        </p:tgtEl>
                                      </p:cBhvr>
                                    </p:animEffect>
                                  </p:childTnLst>
                                </p:cTn>
                              </p:par>
                              <p:par>
                                <p:cTn id="85" presetID="22" presetClass="entr" presetSubtype="8" fill="hold" grpId="0" nodeType="withEffect">
                                  <p:stCondLst>
                                    <p:cond delay="1540"/>
                                  </p:stCondLst>
                                  <p:childTnLst>
                                    <p:set>
                                      <p:cBhvr>
                                        <p:cTn id="86" dur="1" fill="hold">
                                          <p:stCondLst>
                                            <p:cond delay="0"/>
                                          </p:stCondLst>
                                        </p:cTn>
                                        <p:tgtEl>
                                          <p:spTgt spid="30"/>
                                        </p:tgtEl>
                                        <p:attrNameLst>
                                          <p:attrName>style.visibility</p:attrName>
                                        </p:attrNameLst>
                                      </p:cBhvr>
                                      <p:to>
                                        <p:strVal val="visible"/>
                                      </p:to>
                                    </p:set>
                                    <p:animEffect transition="in" filter="wipe(left)">
                                      <p:cBhvr>
                                        <p:cTn id="87" dur="550"/>
                                        <p:tgtEl>
                                          <p:spTgt spid="30"/>
                                        </p:tgtEl>
                                      </p:cBhvr>
                                    </p:animEffect>
                                  </p:childTnLst>
                                </p:cTn>
                              </p:par>
                              <p:par>
                                <p:cTn id="88" presetID="22" presetClass="entr" presetSubtype="8" fill="hold" grpId="0" nodeType="withEffect">
                                  <p:stCondLst>
                                    <p:cond delay="1540"/>
                                  </p:stCondLst>
                                  <p:childTnLst>
                                    <p:set>
                                      <p:cBhvr>
                                        <p:cTn id="89" dur="1" fill="hold">
                                          <p:stCondLst>
                                            <p:cond delay="0"/>
                                          </p:stCondLst>
                                        </p:cTn>
                                        <p:tgtEl>
                                          <p:spTgt spid="31"/>
                                        </p:tgtEl>
                                        <p:attrNameLst>
                                          <p:attrName>style.visibility</p:attrName>
                                        </p:attrNameLst>
                                      </p:cBhvr>
                                      <p:to>
                                        <p:strVal val="visible"/>
                                      </p:to>
                                    </p:set>
                                    <p:animEffect transition="in" filter="wipe(left)">
                                      <p:cBhvr>
                                        <p:cTn id="90" dur="550"/>
                                        <p:tgtEl>
                                          <p:spTgt spid="31"/>
                                        </p:tgtEl>
                                      </p:cBhvr>
                                    </p:animEffect>
                                  </p:childTnLst>
                                </p:cTn>
                              </p:par>
                              <p:par>
                                <p:cTn id="91" presetID="22" presetClass="entr" presetSubtype="8" fill="hold" grpId="0" nodeType="withEffect">
                                  <p:stCondLst>
                                    <p:cond delay="154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50"/>
                                        <p:tgtEl>
                                          <p:spTgt spid="32"/>
                                        </p:tgtEl>
                                      </p:cBhvr>
                                    </p:animEffect>
                                  </p:childTnLst>
                                </p:cTn>
                              </p:par>
                              <p:par>
                                <p:cTn id="94" presetID="22" presetClass="entr" presetSubtype="8" fill="hold" grpId="0" nodeType="withEffect">
                                  <p:stCondLst>
                                    <p:cond delay="1540"/>
                                  </p:stCondLst>
                                  <p:childTnLst>
                                    <p:set>
                                      <p:cBhvr>
                                        <p:cTn id="95" dur="1" fill="hold">
                                          <p:stCondLst>
                                            <p:cond delay="0"/>
                                          </p:stCondLst>
                                        </p:cTn>
                                        <p:tgtEl>
                                          <p:spTgt spid="33"/>
                                        </p:tgtEl>
                                        <p:attrNameLst>
                                          <p:attrName>style.visibility</p:attrName>
                                        </p:attrNameLst>
                                      </p:cBhvr>
                                      <p:to>
                                        <p:strVal val="visible"/>
                                      </p:to>
                                    </p:set>
                                    <p:animEffect transition="in" filter="wipe(left)">
                                      <p:cBhvr>
                                        <p:cTn id="96" dur="550"/>
                                        <p:tgtEl>
                                          <p:spTgt spid="33"/>
                                        </p:tgtEl>
                                      </p:cBhvr>
                                    </p:animEffect>
                                  </p:childTnLst>
                                </p:cTn>
                              </p:par>
                              <p:par>
                                <p:cTn id="97" presetID="22" presetClass="entr" presetSubtype="8" fill="hold" grpId="0" nodeType="withEffect">
                                  <p:stCondLst>
                                    <p:cond delay="1540"/>
                                  </p:stCondLst>
                                  <p:childTnLst>
                                    <p:set>
                                      <p:cBhvr>
                                        <p:cTn id="98" dur="1" fill="hold">
                                          <p:stCondLst>
                                            <p:cond delay="0"/>
                                          </p:stCondLst>
                                        </p:cTn>
                                        <p:tgtEl>
                                          <p:spTgt spid="34"/>
                                        </p:tgtEl>
                                        <p:attrNameLst>
                                          <p:attrName>style.visibility</p:attrName>
                                        </p:attrNameLst>
                                      </p:cBhvr>
                                      <p:to>
                                        <p:strVal val="visible"/>
                                      </p:to>
                                    </p:set>
                                    <p:animEffect transition="in" filter="wipe(left)">
                                      <p:cBhvr>
                                        <p:cTn id="99" dur="550"/>
                                        <p:tgtEl>
                                          <p:spTgt spid="34"/>
                                        </p:tgtEl>
                                      </p:cBhvr>
                                    </p:animEffect>
                                  </p:childTnLst>
                                </p:cTn>
                              </p:par>
                              <p:par>
                                <p:cTn id="100" presetID="53" presetClass="entr" presetSubtype="16" fill="hold" grpId="0" nodeType="withEffect">
                                  <p:stCondLst>
                                    <p:cond delay="1925"/>
                                  </p:stCondLst>
                                  <p:childTnLst>
                                    <p:set>
                                      <p:cBhvr>
                                        <p:cTn id="101" dur="1" fill="hold">
                                          <p:stCondLst>
                                            <p:cond delay="0"/>
                                          </p:stCondLst>
                                        </p:cTn>
                                        <p:tgtEl>
                                          <p:spTgt spid="35"/>
                                        </p:tgtEl>
                                        <p:attrNameLst>
                                          <p:attrName>style.visibility</p:attrName>
                                        </p:attrNameLst>
                                      </p:cBhvr>
                                      <p:to>
                                        <p:strVal val="visible"/>
                                      </p:to>
                                    </p:set>
                                    <p:anim calcmode="lin" valueType="num">
                                      <p:cBhvr>
                                        <p:cTn id="102" dur="450" fill="hold"/>
                                        <p:tgtEl>
                                          <p:spTgt spid="35"/>
                                        </p:tgtEl>
                                        <p:attrNameLst>
                                          <p:attrName>ppt_w</p:attrName>
                                        </p:attrNameLst>
                                      </p:cBhvr>
                                      <p:tavLst>
                                        <p:tav tm="0">
                                          <p:val>
                                            <p:fltVal val="0"/>
                                          </p:val>
                                        </p:tav>
                                        <p:tav tm="100000">
                                          <p:val>
                                            <p:strVal val="#ppt_w"/>
                                          </p:val>
                                        </p:tav>
                                      </p:tavLst>
                                    </p:anim>
                                    <p:anim calcmode="lin" valueType="num">
                                      <p:cBhvr>
                                        <p:cTn id="103" dur="450" fill="hold"/>
                                        <p:tgtEl>
                                          <p:spTgt spid="35"/>
                                        </p:tgtEl>
                                        <p:attrNameLst>
                                          <p:attrName>ppt_h</p:attrName>
                                        </p:attrNameLst>
                                      </p:cBhvr>
                                      <p:tavLst>
                                        <p:tav tm="0">
                                          <p:val>
                                            <p:fltVal val="0"/>
                                          </p:val>
                                        </p:tav>
                                        <p:tav tm="100000">
                                          <p:val>
                                            <p:strVal val="#ppt_h"/>
                                          </p:val>
                                        </p:tav>
                                      </p:tavLst>
                                    </p:anim>
                                    <p:animEffect transition="in" filter="fade">
                                      <p:cBhvr>
                                        <p:cTn id="104" dur="450"/>
                                        <p:tgtEl>
                                          <p:spTgt spid="35"/>
                                        </p:tgtEl>
                                      </p:cBhvr>
                                    </p:animEffect>
                                  </p:childTnLst>
                                </p:cTn>
                              </p:par>
                              <p:par>
                                <p:cTn id="105" presetID="22" presetClass="entr" presetSubtype="8" fill="hold" grpId="0" nodeType="withEffect">
                                  <p:stCondLst>
                                    <p:cond delay="1925"/>
                                  </p:stCondLst>
                                  <p:childTnLst>
                                    <p:set>
                                      <p:cBhvr>
                                        <p:cTn id="106" dur="1" fill="hold">
                                          <p:stCondLst>
                                            <p:cond delay="0"/>
                                          </p:stCondLst>
                                        </p:cTn>
                                        <p:tgtEl>
                                          <p:spTgt spid="36"/>
                                        </p:tgtEl>
                                        <p:attrNameLst>
                                          <p:attrName>style.visibility</p:attrName>
                                        </p:attrNameLst>
                                      </p:cBhvr>
                                      <p:to>
                                        <p:strVal val="visible"/>
                                      </p:to>
                                    </p:set>
                                    <p:animEffect transition="in" filter="wipe(left)">
                                      <p:cBhvr>
                                        <p:cTn id="107" dur="550"/>
                                        <p:tgtEl>
                                          <p:spTgt spid="36"/>
                                        </p:tgtEl>
                                      </p:cBhvr>
                                    </p:animEffect>
                                  </p:childTnLst>
                                </p:cTn>
                              </p:par>
                              <p:par>
                                <p:cTn id="108" presetID="22" presetClass="entr" presetSubtype="8" fill="hold" grpId="0" nodeType="withEffect">
                                  <p:stCondLst>
                                    <p:cond delay="1925"/>
                                  </p:stCondLst>
                                  <p:childTnLst>
                                    <p:set>
                                      <p:cBhvr>
                                        <p:cTn id="109" dur="1" fill="hold">
                                          <p:stCondLst>
                                            <p:cond delay="0"/>
                                          </p:stCondLst>
                                        </p:cTn>
                                        <p:tgtEl>
                                          <p:spTgt spid="37"/>
                                        </p:tgtEl>
                                        <p:attrNameLst>
                                          <p:attrName>style.visibility</p:attrName>
                                        </p:attrNameLst>
                                      </p:cBhvr>
                                      <p:to>
                                        <p:strVal val="visible"/>
                                      </p:to>
                                    </p:set>
                                    <p:animEffect transition="in" filter="wipe(left)">
                                      <p:cBhvr>
                                        <p:cTn id="110" dur="550"/>
                                        <p:tgtEl>
                                          <p:spTgt spid="37"/>
                                        </p:tgtEl>
                                      </p:cBhvr>
                                    </p:animEffect>
                                  </p:childTnLst>
                                </p:cTn>
                              </p:par>
                              <p:par>
                                <p:cTn id="111" presetID="22" presetClass="entr" presetSubtype="8" fill="hold" grpId="0" nodeType="withEffect">
                                  <p:stCondLst>
                                    <p:cond delay="1925"/>
                                  </p:stCondLst>
                                  <p:childTnLst>
                                    <p:set>
                                      <p:cBhvr>
                                        <p:cTn id="112" dur="1" fill="hold">
                                          <p:stCondLst>
                                            <p:cond delay="0"/>
                                          </p:stCondLst>
                                        </p:cTn>
                                        <p:tgtEl>
                                          <p:spTgt spid="38"/>
                                        </p:tgtEl>
                                        <p:attrNameLst>
                                          <p:attrName>style.visibility</p:attrName>
                                        </p:attrNameLst>
                                      </p:cBhvr>
                                      <p:to>
                                        <p:strVal val="visible"/>
                                      </p:to>
                                    </p:set>
                                    <p:animEffect transition="in" filter="wipe(left)">
                                      <p:cBhvr>
                                        <p:cTn id="113" dur="550"/>
                                        <p:tgtEl>
                                          <p:spTgt spid="38"/>
                                        </p:tgtEl>
                                      </p:cBhvr>
                                    </p:animEffect>
                                  </p:childTnLst>
                                </p:cTn>
                              </p:par>
                              <p:par>
                                <p:cTn id="114" presetID="22" presetClass="entr" presetSubtype="8" fill="hold" grpId="0" nodeType="withEffect">
                                  <p:stCondLst>
                                    <p:cond delay="1925"/>
                                  </p:stCondLst>
                                  <p:childTnLst>
                                    <p:set>
                                      <p:cBhvr>
                                        <p:cTn id="115" dur="1" fill="hold">
                                          <p:stCondLst>
                                            <p:cond delay="0"/>
                                          </p:stCondLst>
                                        </p:cTn>
                                        <p:tgtEl>
                                          <p:spTgt spid="39"/>
                                        </p:tgtEl>
                                        <p:attrNameLst>
                                          <p:attrName>style.visibility</p:attrName>
                                        </p:attrNameLst>
                                      </p:cBhvr>
                                      <p:to>
                                        <p:strVal val="visible"/>
                                      </p:to>
                                    </p:set>
                                    <p:animEffect transition="in" filter="wipe(left)">
                                      <p:cBhvr>
                                        <p:cTn id="116" dur="550"/>
                                        <p:tgtEl>
                                          <p:spTgt spid="39"/>
                                        </p:tgtEl>
                                      </p:cBhvr>
                                    </p:animEffect>
                                  </p:childTnLst>
                                </p:cTn>
                              </p:par>
                              <p:par>
                                <p:cTn id="117" presetID="22" presetClass="entr" presetSubtype="8" fill="hold" grpId="0" nodeType="withEffect">
                                  <p:stCondLst>
                                    <p:cond delay="1925"/>
                                  </p:stCondLst>
                                  <p:childTnLst>
                                    <p:set>
                                      <p:cBhvr>
                                        <p:cTn id="118" dur="1" fill="hold">
                                          <p:stCondLst>
                                            <p:cond delay="0"/>
                                          </p:stCondLst>
                                        </p:cTn>
                                        <p:tgtEl>
                                          <p:spTgt spid="40"/>
                                        </p:tgtEl>
                                        <p:attrNameLst>
                                          <p:attrName>style.visibility</p:attrName>
                                        </p:attrNameLst>
                                      </p:cBhvr>
                                      <p:to>
                                        <p:strVal val="visible"/>
                                      </p:to>
                                    </p:set>
                                    <p:animEffect transition="in" filter="wipe(left)">
                                      <p:cBhvr>
                                        <p:cTn id="119" dur="550"/>
                                        <p:tgtEl>
                                          <p:spTgt spid="40"/>
                                        </p:tgtEl>
                                      </p:cBhvr>
                                    </p:animEffect>
                                  </p:childTnLst>
                                </p:cTn>
                              </p:par>
                              <p:par>
                                <p:cTn id="120" presetID="53" presetClass="entr" presetSubtype="16" fill="hold" grpId="0" nodeType="withEffect">
                                  <p:stCondLst>
                                    <p:cond delay="2310"/>
                                  </p:stCondLst>
                                  <p:childTnLst>
                                    <p:set>
                                      <p:cBhvr>
                                        <p:cTn id="121" dur="1" fill="hold">
                                          <p:stCondLst>
                                            <p:cond delay="0"/>
                                          </p:stCondLst>
                                        </p:cTn>
                                        <p:tgtEl>
                                          <p:spTgt spid="41"/>
                                        </p:tgtEl>
                                        <p:attrNameLst>
                                          <p:attrName>style.visibility</p:attrName>
                                        </p:attrNameLst>
                                      </p:cBhvr>
                                      <p:to>
                                        <p:strVal val="visible"/>
                                      </p:to>
                                    </p:set>
                                    <p:anim calcmode="lin" valueType="num">
                                      <p:cBhvr>
                                        <p:cTn id="122" dur="450" fill="hold"/>
                                        <p:tgtEl>
                                          <p:spTgt spid="41"/>
                                        </p:tgtEl>
                                        <p:attrNameLst>
                                          <p:attrName>ppt_w</p:attrName>
                                        </p:attrNameLst>
                                      </p:cBhvr>
                                      <p:tavLst>
                                        <p:tav tm="0">
                                          <p:val>
                                            <p:fltVal val="0"/>
                                          </p:val>
                                        </p:tav>
                                        <p:tav tm="100000">
                                          <p:val>
                                            <p:strVal val="#ppt_w"/>
                                          </p:val>
                                        </p:tav>
                                      </p:tavLst>
                                    </p:anim>
                                    <p:anim calcmode="lin" valueType="num">
                                      <p:cBhvr>
                                        <p:cTn id="123" dur="450" fill="hold"/>
                                        <p:tgtEl>
                                          <p:spTgt spid="41"/>
                                        </p:tgtEl>
                                        <p:attrNameLst>
                                          <p:attrName>ppt_h</p:attrName>
                                        </p:attrNameLst>
                                      </p:cBhvr>
                                      <p:tavLst>
                                        <p:tav tm="0">
                                          <p:val>
                                            <p:fltVal val="0"/>
                                          </p:val>
                                        </p:tav>
                                        <p:tav tm="100000">
                                          <p:val>
                                            <p:strVal val="#ppt_h"/>
                                          </p:val>
                                        </p:tav>
                                      </p:tavLst>
                                    </p:anim>
                                    <p:animEffect transition="in" filter="fade">
                                      <p:cBhvr>
                                        <p:cTn id="124" dur="450"/>
                                        <p:tgtEl>
                                          <p:spTgt spid="41"/>
                                        </p:tgtEl>
                                      </p:cBhvr>
                                    </p:animEffect>
                                  </p:childTnLst>
                                </p:cTn>
                              </p:par>
                              <p:par>
                                <p:cTn id="125" presetID="22" presetClass="entr" presetSubtype="8" fill="hold" grpId="0" nodeType="withEffect">
                                  <p:stCondLst>
                                    <p:cond delay="2310"/>
                                  </p:stCondLst>
                                  <p:childTnLst>
                                    <p:set>
                                      <p:cBhvr>
                                        <p:cTn id="126" dur="1" fill="hold">
                                          <p:stCondLst>
                                            <p:cond delay="0"/>
                                          </p:stCondLst>
                                        </p:cTn>
                                        <p:tgtEl>
                                          <p:spTgt spid="42"/>
                                        </p:tgtEl>
                                        <p:attrNameLst>
                                          <p:attrName>style.visibility</p:attrName>
                                        </p:attrNameLst>
                                      </p:cBhvr>
                                      <p:to>
                                        <p:strVal val="visible"/>
                                      </p:to>
                                    </p:set>
                                    <p:animEffect transition="in" filter="wipe(left)">
                                      <p:cBhvr>
                                        <p:cTn id="127" dur="550"/>
                                        <p:tgtEl>
                                          <p:spTgt spid="42"/>
                                        </p:tgtEl>
                                      </p:cBhvr>
                                    </p:animEffect>
                                  </p:childTnLst>
                                </p:cTn>
                              </p:par>
                              <p:par>
                                <p:cTn id="128" presetID="22" presetClass="entr" presetSubtype="8" fill="hold" grpId="0" nodeType="withEffect">
                                  <p:stCondLst>
                                    <p:cond delay="2310"/>
                                  </p:stCondLst>
                                  <p:childTnLst>
                                    <p:set>
                                      <p:cBhvr>
                                        <p:cTn id="129" dur="1" fill="hold">
                                          <p:stCondLst>
                                            <p:cond delay="0"/>
                                          </p:stCondLst>
                                        </p:cTn>
                                        <p:tgtEl>
                                          <p:spTgt spid="43"/>
                                        </p:tgtEl>
                                        <p:attrNameLst>
                                          <p:attrName>style.visibility</p:attrName>
                                        </p:attrNameLst>
                                      </p:cBhvr>
                                      <p:to>
                                        <p:strVal val="visible"/>
                                      </p:to>
                                    </p:set>
                                    <p:animEffect transition="in" filter="wipe(left)">
                                      <p:cBhvr>
                                        <p:cTn id="130" dur="550"/>
                                        <p:tgtEl>
                                          <p:spTgt spid="43"/>
                                        </p:tgtEl>
                                      </p:cBhvr>
                                    </p:animEffect>
                                  </p:childTnLst>
                                </p:cTn>
                              </p:par>
                              <p:par>
                                <p:cTn id="131" presetID="22" presetClass="entr" presetSubtype="8" fill="hold" grpId="0" nodeType="withEffect">
                                  <p:stCondLst>
                                    <p:cond delay="2310"/>
                                  </p:stCondLst>
                                  <p:childTnLst>
                                    <p:set>
                                      <p:cBhvr>
                                        <p:cTn id="132" dur="1" fill="hold">
                                          <p:stCondLst>
                                            <p:cond delay="0"/>
                                          </p:stCondLst>
                                        </p:cTn>
                                        <p:tgtEl>
                                          <p:spTgt spid="44"/>
                                        </p:tgtEl>
                                        <p:attrNameLst>
                                          <p:attrName>style.visibility</p:attrName>
                                        </p:attrNameLst>
                                      </p:cBhvr>
                                      <p:to>
                                        <p:strVal val="visible"/>
                                      </p:to>
                                    </p:set>
                                    <p:animEffect transition="in" filter="wipe(left)">
                                      <p:cBhvr>
                                        <p:cTn id="133" dur="550"/>
                                        <p:tgtEl>
                                          <p:spTgt spid="44"/>
                                        </p:tgtEl>
                                      </p:cBhvr>
                                    </p:animEffect>
                                  </p:childTnLst>
                                </p:cTn>
                              </p:par>
                              <p:par>
                                <p:cTn id="134" presetID="22" presetClass="entr" presetSubtype="8" fill="hold" grpId="0" nodeType="withEffect">
                                  <p:stCondLst>
                                    <p:cond delay="2310"/>
                                  </p:stCondLst>
                                  <p:childTnLst>
                                    <p:set>
                                      <p:cBhvr>
                                        <p:cTn id="135" dur="1" fill="hold">
                                          <p:stCondLst>
                                            <p:cond delay="0"/>
                                          </p:stCondLst>
                                        </p:cTn>
                                        <p:tgtEl>
                                          <p:spTgt spid="45"/>
                                        </p:tgtEl>
                                        <p:attrNameLst>
                                          <p:attrName>style.visibility</p:attrName>
                                        </p:attrNameLst>
                                      </p:cBhvr>
                                      <p:to>
                                        <p:strVal val="visible"/>
                                      </p:to>
                                    </p:set>
                                    <p:animEffect transition="in" filter="wipe(left)">
                                      <p:cBhvr>
                                        <p:cTn id="136" dur="550"/>
                                        <p:tgtEl>
                                          <p:spTgt spid="45"/>
                                        </p:tgtEl>
                                      </p:cBhvr>
                                    </p:animEffect>
                                  </p:childTnLst>
                                </p:cTn>
                              </p:par>
                              <p:par>
                                <p:cTn id="137" presetID="22" presetClass="entr" presetSubtype="8" fill="hold" grpId="0" nodeType="withEffect">
                                  <p:stCondLst>
                                    <p:cond delay="2310"/>
                                  </p:stCondLst>
                                  <p:childTnLst>
                                    <p:set>
                                      <p:cBhvr>
                                        <p:cTn id="138" dur="1" fill="hold">
                                          <p:stCondLst>
                                            <p:cond delay="0"/>
                                          </p:stCondLst>
                                        </p:cTn>
                                        <p:tgtEl>
                                          <p:spTgt spid="46"/>
                                        </p:tgtEl>
                                        <p:attrNameLst>
                                          <p:attrName>style.visibility</p:attrName>
                                        </p:attrNameLst>
                                      </p:cBhvr>
                                      <p:to>
                                        <p:strVal val="visible"/>
                                      </p:to>
                                    </p:set>
                                    <p:animEffect transition="in" filter="wipe(left)">
                                      <p:cBhvr>
                                        <p:cTn id="139" dur="550"/>
                                        <p:tgtEl>
                                          <p:spTgt spid="46"/>
                                        </p:tgtEl>
                                      </p:cBhvr>
                                    </p:animEffect>
                                  </p:childTnLst>
                                </p:cTn>
                              </p:par>
                              <p:par>
                                <p:cTn id="140" presetID="53" presetClass="entr" presetSubtype="16" fill="hold" grpId="0" nodeType="withEffect">
                                  <p:stCondLst>
                                    <p:cond delay="2695"/>
                                  </p:stCondLst>
                                  <p:childTnLst>
                                    <p:set>
                                      <p:cBhvr>
                                        <p:cTn id="141" dur="1" fill="hold">
                                          <p:stCondLst>
                                            <p:cond delay="0"/>
                                          </p:stCondLst>
                                        </p:cTn>
                                        <p:tgtEl>
                                          <p:spTgt spid="47"/>
                                        </p:tgtEl>
                                        <p:attrNameLst>
                                          <p:attrName>style.visibility</p:attrName>
                                        </p:attrNameLst>
                                      </p:cBhvr>
                                      <p:to>
                                        <p:strVal val="visible"/>
                                      </p:to>
                                    </p:set>
                                    <p:anim calcmode="lin" valueType="num">
                                      <p:cBhvr>
                                        <p:cTn id="142" dur="450" fill="hold"/>
                                        <p:tgtEl>
                                          <p:spTgt spid="47"/>
                                        </p:tgtEl>
                                        <p:attrNameLst>
                                          <p:attrName>ppt_w</p:attrName>
                                        </p:attrNameLst>
                                      </p:cBhvr>
                                      <p:tavLst>
                                        <p:tav tm="0">
                                          <p:val>
                                            <p:fltVal val="0"/>
                                          </p:val>
                                        </p:tav>
                                        <p:tav tm="100000">
                                          <p:val>
                                            <p:strVal val="#ppt_w"/>
                                          </p:val>
                                        </p:tav>
                                      </p:tavLst>
                                    </p:anim>
                                    <p:anim calcmode="lin" valueType="num">
                                      <p:cBhvr>
                                        <p:cTn id="143" dur="450" fill="hold"/>
                                        <p:tgtEl>
                                          <p:spTgt spid="47"/>
                                        </p:tgtEl>
                                        <p:attrNameLst>
                                          <p:attrName>ppt_h</p:attrName>
                                        </p:attrNameLst>
                                      </p:cBhvr>
                                      <p:tavLst>
                                        <p:tav tm="0">
                                          <p:val>
                                            <p:fltVal val="0"/>
                                          </p:val>
                                        </p:tav>
                                        <p:tav tm="100000">
                                          <p:val>
                                            <p:strVal val="#ppt_h"/>
                                          </p:val>
                                        </p:tav>
                                      </p:tavLst>
                                    </p:anim>
                                    <p:animEffect transition="in" filter="fade">
                                      <p:cBhvr>
                                        <p:cTn id="144"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0" grpId="0" animBg="1"/>
      <p:bldP spid="12" grpId="0" animBg="1"/>
      <p:bldP spid="13" grpId="0" animBg="1"/>
      <p:bldP spid="14" grpId="0" animBg="1"/>
      <p:bldP spid="16" grpId="0" animBg="1"/>
      <p:bldP spid="18" grpId="0" animBg="1"/>
      <p:bldP spid="19" grpId="0" animBg="1"/>
      <p:bldP spid="20" grpId="0" animBg="1"/>
      <p:bldP spid="22" grpId="0" animBg="1"/>
      <p:bldP spid="24" grpId="0" animBg="1"/>
      <p:bldP spid="25" grpId="0" animBg="1"/>
      <p:bldP spid="26" grpId="0" animBg="1"/>
      <p:bldP spid="28" grpId="0" animBg="1"/>
      <p:bldP spid="30" grpId="0" animBg="1"/>
      <p:bldP spid="31" grpId="0" animBg="1"/>
      <p:bldP spid="32" grpId="0" animBg="1"/>
      <p:bldP spid="34" grpId="0" animBg="1"/>
      <p:bldP spid="36" grpId="0" animBg="1"/>
      <p:bldP spid="37" grpId="0" animBg="1"/>
      <p:bldP spid="38" grpId="0" animBg="1"/>
      <p:bldP spid="40" grpId="0" animBg="1"/>
      <p:bldP spid="42" grpId="0" animBg="1"/>
      <p:bldP spid="43" grpId="0" animBg="1"/>
      <p:bldP spid="44" grpId="0" animBg="1"/>
      <p:bldP spid="4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05 · RESULTS</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Skills I developed</a:t>
            </a:r>
            <a:endParaRPr lang="en-US" sz="3400" dirty="0"/>
          </a:p>
        </p:txBody>
      </p:sp>
      <p:sp>
        <p:nvSpPr>
          <p:cNvPr id="4" name="a1-fade"/>
          <p:cNvSpPr txBox="1"/>
          <p:nvPr/>
        </p:nvSpPr>
        <p:spPr>
          <a:xfrm>
            <a:off x="640080" y="2103120"/>
            <a:ext cx="5120640" cy="1005840"/>
          </a:xfrm>
          <a:prstGeom prst="rect">
            <a:avLst/>
          </a:prstGeom>
          <a:noFill/>
          <a:ln/>
        </p:spPr>
        <p:txBody>
          <a:bodyPr wrap="square" lIns="0" tIns="0" rIns="0" bIns="0" rtlCol="0" anchor="t"/>
          <a:lstStyle/>
          <a:p>
            <a:pPr indent="0" marL="0">
              <a:buNone/>
            </a:pPr>
            <a:r>
              <a:rPr lang="en-US" sz="2400" b="1" dirty="0">
                <a:solidFill>
                  <a:srgbClr val="1B2A4A"/>
                </a:solidFill>
                <a:latin typeface="Cambria" pitchFamily="34" charset="0"/>
                <a:ea typeface="Cambria" pitchFamily="34" charset="-122"/>
                <a:cs typeface="Cambria" pitchFamily="34" charset="-120"/>
              </a:rPr>
              <a:t>This internship helped me grow at work and as a person.</a:t>
            </a:r>
            <a:endParaRPr lang="en-US" sz="2400" dirty="0"/>
          </a:p>
        </p:txBody>
      </p:sp>
      <p:sp>
        <p:nvSpPr>
          <p:cNvPr id="5" name="a2-fade"/>
          <p:cNvSpPr txBox="1"/>
          <p:nvPr/>
        </p:nvSpPr>
        <p:spPr>
          <a:xfrm>
            <a:off x="640080" y="3429000"/>
            <a:ext cx="4572000" cy="274320"/>
          </a:xfrm>
          <a:prstGeom prst="rect">
            <a:avLst/>
          </a:prstGeom>
          <a:noFill/>
          <a:ln/>
        </p:spPr>
        <p:txBody>
          <a:bodyPr wrap="square" lIns="0" tIns="0" rIns="0" bIns="0" rtlCol="0" anchor="t"/>
          <a:lstStyle/>
          <a:p>
            <a:pPr indent="0" marL="0">
              <a:buNone/>
            </a:pPr>
            <a:r>
              <a:rPr lang="en-US" sz="1300" b="1" spc="200" kern="0" dirty="0">
                <a:solidFill>
                  <a:srgbClr val="D9973A"/>
                </a:solidFill>
                <a:latin typeface="Calibri" pitchFamily="34" charset="0"/>
                <a:ea typeface="Calibri" pitchFamily="34" charset="-122"/>
                <a:cs typeface="Calibri" pitchFamily="34" charset="-120"/>
              </a:rPr>
              <a:t>PRACTICAL SKILLS</a:t>
            </a:r>
            <a:endParaRPr lang="en-US" sz="1300" dirty="0"/>
          </a:p>
        </p:txBody>
      </p:sp>
      <p:sp>
        <p:nvSpPr>
          <p:cNvPr id="6" name="a2-fade"/>
          <p:cNvSpPr txBox="1"/>
          <p:nvPr/>
        </p:nvSpPr>
        <p:spPr>
          <a:xfrm>
            <a:off x="640080" y="3794760"/>
            <a:ext cx="4937760" cy="20116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1B2A4A"/>
                </a:solidFill>
                <a:latin typeface="Calibri" pitchFamily="34" charset="0"/>
                <a:ea typeface="Calibri" pitchFamily="34" charset="-122"/>
                <a:cs typeface="Calibri" pitchFamily="34" charset="-120"/>
              </a:rPr>
              <a:t>Using the cash register</a:t>
            </a:r>
            <a:endParaRPr lang="en-US" sz="1800" dirty="0"/>
          </a:p>
          <a:p>
            <a:pPr marL="228600" indent="-228600">
              <a:spcAft>
                <a:spcPts val="1000"/>
              </a:spcAft>
              <a:buSzPct val="100000"/>
              <a:buChar char="•"/>
            </a:pPr>
            <a:r>
              <a:rPr lang="en-US" sz="1800" dirty="0">
                <a:solidFill>
                  <a:srgbClr val="1B2A4A"/>
                </a:solidFill>
                <a:latin typeface="Calibri" pitchFamily="34" charset="0"/>
                <a:ea typeface="Calibri" pitchFamily="34" charset="-122"/>
                <a:cs typeface="Calibri" pitchFamily="34" charset="-120"/>
              </a:rPr>
              <a:t>Serving customers</a:t>
            </a:r>
            <a:endParaRPr lang="en-US" sz="1800" dirty="0"/>
          </a:p>
          <a:p>
            <a:pPr marL="228600" indent="-228600">
              <a:spcAft>
                <a:spcPts val="1000"/>
              </a:spcAft>
              <a:buSzPct val="100000"/>
              <a:buChar char="•"/>
            </a:pPr>
            <a:r>
              <a:rPr lang="en-US" sz="1800" dirty="0">
                <a:solidFill>
                  <a:srgbClr val="1B2A4A"/>
                </a:solidFill>
                <a:latin typeface="Calibri" pitchFamily="34" charset="0"/>
                <a:ea typeface="Calibri" pitchFamily="34" charset="-122"/>
                <a:cs typeface="Calibri" pitchFamily="34" charset="-120"/>
              </a:rPr>
              <a:t>Organising documents</a:t>
            </a:r>
            <a:endParaRPr lang="en-US" sz="1800" dirty="0"/>
          </a:p>
          <a:p>
            <a:pPr marL="228600" indent="-228600">
              <a:spcAft>
                <a:spcPts val="1000"/>
              </a:spcAft>
              <a:buSzPct val="100000"/>
              <a:buChar char="•"/>
            </a:pPr>
            <a:r>
              <a:rPr lang="en-US" sz="1800" dirty="0">
                <a:solidFill>
                  <a:srgbClr val="1B2A4A"/>
                </a:solidFill>
                <a:latin typeface="Calibri" pitchFamily="34" charset="0"/>
                <a:ea typeface="Calibri" pitchFamily="34" charset="-122"/>
                <a:cs typeface="Calibri" pitchFamily="34" charset="-120"/>
              </a:rPr>
              <a:t>Understanding basic accounting</a:t>
            </a:r>
            <a:endParaRPr lang="en-US" sz="1800" dirty="0"/>
          </a:p>
        </p:txBody>
      </p:sp>
      <p:sp>
        <p:nvSpPr>
          <p:cNvPr id="7" name="a3-zoom"/>
          <p:cNvSpPr/>
          <p:nvPr/>
        </p:nvSpPr>
        <p:spPr>
          <a:xfrm>
            <a:off x="6565392" y="1783080"/>
            <a:ext cx="1920240" cy="1664208"/>
          </a:xfrm>
          <a:prstGeom prst="hexagon">
            <a:avLst/>
          </a:prstGeom>
          <a:solidFill>
            <a:srgbClr val="1B2A4A"/>
          </a:solidFill>
          <a:ln w="12700">
            <a:solidFill>
              <a:srgbClr val="1B2A4A"/>
            </a:solidFill>
            <a:prstDash val="solid"/>
          </a:ln>
        </p:spPr>
      </p:sp>
      <p:pic>
        <p:nvPicPr>
          <p:cNvPr id="8" name="a3-zoom" descr="">    </p:cNvPr>
          <p:cNvPicPr>
            <a:picLocks noChangeAspect="1"/>
          </p:cNvPicPr>
          <p:nvPr/>
        </p:nvPicPr>
        <p:blipFill>
          <a:blip r:embed="rId1"/>
          <a:stretch>
            <a:fillRect/>
          </a:stretch>
        </p:blipFill>
        <p:spPr>
          <a:xfrm>
            <a:off x="7296912" y="2112264"/>
            <a:ext cx="457200" cy="457200"/>
          </a:xfrm>
          <a:prstGeom prst="rect">
            <a:avLst/>
          </a:prstGeom>
        </p:spPr>
      </p:pic>
      <p:sp>
        <p:nvSpPr>
          <p:cNvPr id="9" name="a3-zoom"/>
          <p:cNvSpPr txBox="1"/>
          <p:nvPr/>
        </p:nvSpPr>
        <p:spPr>
          <a:xfrm>
            <a:off x="6748272" y="2633472"/>
            <a:ext cx="1554480" cy="64008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Communication</a:t>
            </a:r>
            <a:endParaRPr lang="en-US" sz="1400" dirty="0"/>
          </a:p>
        </p:txBody>
      </p:sp>
      <p:sp>
        <p:nvSpPr>
          <p:cNvPr id="10" name="a4-zoom"/>
          <p:cNvSpPr/>
          <p:nvPr/>
        </p:nvSpPr>
        <p:spPr>
          <a:xfrm>
            <a:off x="8097012" y="2660904"/>
            <a:ext cx="1920240" cy="1664208"/>
          </a:xfrm>
          <a:prstGeom prst="hexagon">
            <a:avLst/>
          </a:prstGeom>
          <a:solidFill>
            <a:srgbClr val="D9973A"/>
          </a:solidFill>
          <a:ln w="12700">
            <a:solidFill>
              <a:srgbClr val="D9973A"/>
            </a:solidFill>
            <a:prstDash val="solid"/>
          </a:ln>
        </p:spPr>
      </p:sp>
      <p:pic>
        <p:nvPicPr>
          <p:cNvPr id="11" name="a4-zoom" descr="">    </p:cNvPr>
          <p:cNvPicPr>
            <a:picLocks noChangeAspect="1"/>
          </p:cNvPicPr>
          <p:nvPr/>
        </p:nvPicPr>
        <p:blipFill>
          <a:blip r:embed="rId2"/>
          <a:stretch>
            <a:fillRect/>
          </a:stretch>
        </p:blipFill>
        <p:spPr>
          <a:xfrm>
            <a:off x="8828532" y="2990088"/>
            <a:ext cx="457200" cy="457200"/>
          </a:xfrm>
          <a:prstGeom prst="rect">
            <a:avLst/>
          </a:prstGeom>
        </p:spPr>
      </p:pic>
      <p:sp>
        <p:nvSpPr>
          <p:cNvPr id="12" name="a4-zoom"/>
          <p:cNvSpPr txBox="1"/>
          <p:nvPr/>
        </p:nvSpPr>
        <p:spPr>
          <a:xfrm>
            <a:off x="8279892" y="3511296"/>
            <a:ext cx="1554480" cy="64008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Teamwork</a:t>
            </a:r>
            <a:endParaRPr lang="en-US" sz="1400" dirty="0"/>
          </a:p>
        </p:txBody>
      </p:sp>
      <p:sp>
        <p:nvSpPr>
          <p:cNvPr id="13" name="a5-zoom"/>
          <p:cNvSpPr/>
          <p:nvPr/>
        </p:nvSpPr>
        <p:spPr>
          <a:xfrm>
            <a:off x="9628632" y="1783080"/>
            <a:ext cx="1920240" cy="1664208"/>
          </a:xfrm>
          <a:prstGeom prst="hexagon">
            <a:avLst/>
          </a:prstGeom>
          <a:solidFill>
            <a:srgbClr val="1B2A4A"/>
          </a:solidFill>
          <a:ln w="12700">
            <a:solidFill>
              <a:srgbClr val="1B2A4A"/>
            </a:solidFill>
            <a:prstDash val="solid"/>
          </a:ln>
        </p:spPr>
      </p:sp>
      <p:pic>
        <p:nvPicPr>
          <p:cNvPr id="14" name="a5-zoom" descr="">    </p:cNvPr>
          <p:cNvPicPr>
            <a:picLocks noChangeAspect="1"/>
          </p:cNvPicPr>
          <p:nvPr/>
        </p:nvPicPr>
        <p:blipFill>
          <a:blip r:embed="rId3"/>
          <a:stretch>
            <a:fillRect/>
          </a:stretch>
        </p:blipFill>
        <p:spPr>
          <a:xfrm>
            <a:off x="10360152" y="2112264"/>
            <a:ext cx="457200" cy="457200"/>
          </a:xfrm>
          <a:prstGeom prst="rect">
            <a:avLst/>
          </a:prstGeom>
        </p:spPr>
      </p:pic>
      <p:sp>
        <p:nvSpPr>
          <p:cNvPr id="15" name="a5-zoom"/>
          <p:cNvSpPr txBox="1"/>
          <p:nvPr/>
        </p:nvSpPr>
        <p:spPr>
          <a:xfrm>
            <a:off x="9811512" y="2633472"/>
            <a:ext cx="1554480" cy="64008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Responsibility</a:t>
            </a:r>
            <a:endParaRPr lang="en-US" sz="1400" dirty="0"/>
          </a:p>
        </p:txBody>
      </p:sp>
      <p:sp>
        <p:nvSpPr>
          <p:cNvPr id="16" name="a6-zoom"/>
          <p:cNvSpPr/>
          <p:nvPr/>
        </p:nvSpPr>
        <p:spPr>
          <a:xfrm>
            <a:off x="6565392" y="3538728"/>
            <a:ext cx="1920240" cy="1664208"/>
          </a:xfrm>
          <a:prstGeom prst="hexagon">
            <a:avLst/>
          </a:prstGeom>
          <a:solidFill>
            <a:srgbClr val="D9973A"/>
          </a:solidFill>
          <a:ln w="12700">
            <a:solidFill>
              <a:srgbClr val="D9973A"/>
            </a:solidFill>
            <a:prstDash val="solid"/>
          </a:ln>
        </p:spPr>
      </p:sp>
      <p:pic>
        <p:nvPicPr>
          <p:cNvPr id="17" name="a6-zoom" descr="">    </p:cNvPr>
          <p:cNvPicPr>
            <a:picLocks noChangeAspect="1"/>
          </p:cNvPicPr>
          <p:nvPr/>
        </p:nvPicPr>
        <p:blipFill>
          <a:blip r:embed="rId4"/>
          <a:stretch>
            <a:fillRect/>
          </a:stretch>
        </p:blipFill>
        <p:spPr>
          <a:xfrm>
            <a:off x="7296912" y="3867912"/>
            <a:ext cx="457200" cy="457200"/>
          </a:xfrm>
          <a:prstGeom prst="rect">
            <a:avLst/>
          </a:prstGeom>
        </p:spPr>
      </p:pic>
      <p:sp>
        <p:nvSpPr>
          <p:cNvPr id="18" name="a6-zoom"/>
          <p:cNvSpPr txBox="1"/>
          <p:nvPr/>
        </p:nvSpPr>
        <p:spPr>
          <a:xfrm>
            <a:off x="6748272" y="4389120"/>
            <a:ext cx="1554480" cy="64008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Time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management</a:t>
            </a:r>
            <a:endParaRPr lang="en-US" sz="1400" dirty="0"/>
          </a:p>
        </p:txBody>
      </p:sp>
      <p:sp>
        <p:nvSpPr>
          <p:cNvPr id="19" name="a7-zoom"/>
          <p:cNvSpPr/>
          <p:nvPr/>
        </p:nvSpPr>
        <p:spPr>
          <a:xfrm>
            <a:off x="8097012" y="4416552"/>
            <a:ext cx="1920240" cy="1664208"/>
          </a:xfrm>
          <a:prstGeom prst="hexagon">
            <a:avLst/>
          </a:prstGeom>
          <a:solidFill>
            <a:srgbClr val="1B2A4A"/>
          </a:solidFill>
          <a:ln w="12700">
            <a:solidFill>
              <a:srgbClr val="1B2A4A"/>
            </a:solidFill>
            <a:prstDash val="solid"/>
          </a:ln>
        </p:spPr>
      </p:sp>
      <p:pic>
        <p:nvPicPr>
          <p:cNvPr id="20" name="a7-zoom" descr="">    </p:cNvPr>
          <p:cNvPicPr>
            <a:picLocks noChangeAspect="1"/>
          </p:cNvPicPr>
          <p:nvPr/>
        </p:nvPicPr>
        <p:blipFill>
          <a:blip r:embed="rId5"/>
          <a:stretch>
            <a:fillRect/>
          </a:stretch>
        </p:blipFill>
        <p:spPr>
          <a:xfrm>
            <a:off x="8828532" y="4745736"/>
            <a:ext cx="457200" cy="457200"/>
          </a:xfrm>
          <a:prstGeom prst="rect">
            <a:avLst/>
          </a:prstGeom>
        </p:spPr>
      </p:pic>
      <p:sp>
        <p:nvSpPr>
          <p:cNvPr id="21" name="a7-zoom"/>
          <p:cNvSpPr txBox="1"/>
          <p:nvPr/>
        </p:nvSpPr>
        <p:spPr>
          <a:xfrm>
            <a:off x="8279892" y="5266944"/>
            <a:ext cx="1554480" cy="64008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Problem</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solving</a:t>
            </a:r>
            <a:endParaRPr lang="en-US" sz="1400" dirty="0"/>
          </a:p>
        </p:txBody>
      </p:sp>
      <p:sp>
        <p:nvSpPr>
          <p:cNvPr id="22" name="a8-zoom"/>
          <p:cNvSpPr/>
          <p:nvPr/>
        </p:nvSpPr>
        <p:spPr>
          <a:xfrm>
            <a:off x="9628632" y="3538728"/>
            <a:ext cx="1920240" cy="1664208"/>
          </a:xfrm>
          <a:prstGeom prst="hexagon">
            <a:avLst/>
          </a:prstGeom>
          <a:solidFill>
            <a:srgbClr val="D9973A"/>
          </a:solidFill>
          <a:ln w="12700">
            <a:solidFill>
              <a:srgbClr val="D9973A"/>
            </a:solidFill>
            <a:prstDash val="solid"/>
          </a:ln>
        </p:spPr>
      </p:sp>
      <p:pic>
        <p:nvPicPr>
          <p:cNvPr id="23" name="a8-zoom" descr="">    </p:cNvPr>
          <p:cNvPicPr>
            <a:picLocks noChangeAspect="1"/>
          </p:cNvPicPr>
          <p:nvPr/>
        </p:nvPicPr>
        <p:blipFill>
          <a:blip r:embed="rId6"/>
          <a:stretch>
            <a:fillRect/>
          </a:stretch>
        </p:blipFill>
        <p:spPr>
          <a:xfrm>
            <a:off x="10360152" y="3867912"/>
            <a:ext cx="457200" cy="457200"/>
          </a:xfrm>
          <a:prstGeom prst="rect">
            <a:avLst/>
          </a:prstGeom>
        </p:spPr>
      </p:pic>
      <p:sp>
        <p:nvSpPr>
          <p:cNvPr id="24" name="a8-zoom"/>
          <p:cNvSpPr txBox="1"/>
          <p:nvPr/>
        </p:nvSpPr>
        <p:spPr>
          <a:xfrm>
            <a:off x="9811512" y="4389120"/>
            <a:ext cx="1554480" cy="64008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Organisation</a:t>
            </a:r>
            <a:endParaRPr lang="en-US" sz="1400" dirty="0"/>
          </a:p>
        </p:txBody>
      </p:sp>
      <p:sp>
        <p:nvSpPr>
          <p:cNvPr id="25" name="Text 17"/>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26" name="Text 18"/>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16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3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35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53" presetClass="entr" presetSubtype="16" fill="hold" grpId="0" nodeType="withEffect">
                                  <p:stCondLst>
                                    <p:cond delay="700"/>
                                  </p:stCondLst>
                                  <p:childTnLst>
                                    <p:set>
                                      <p:cBhvr>
                                        <p:cTn id="15" dur="1" fill="hold">
                                          <p:stCondLst>
                                            <p:cond delay="0"/>
                                          </p:stCondLst>
                                        </p:cTn>
                                        <p:tgtEl>
                                          <p:spTgt spid="7"/>
                                        </p:tgtEl>
                                        <p:attrNameLst>
                                          <p:attrName>style.visibility</p:attrName>
                                        </p:attrNameLst>
                                      </p:cBhvr>
                                      <p:to>
                                        <p:strVal val="visible"/>
                                      </p:to>
                                    </p:set>
                                    <p:anim calcmode="lin" valueType="num">
                                      <p:cBhvr>
                                        <p:cTn id="16" dur="450" fill="hold"/>
                                        <p:tgtEl>
                                          <p:spTgt spid="7"/>
                                        </p:tgtEl>
                                        <p:attrNameLst>
                                          <p:attrName>ppt_w</p:attrName>
                                        </p:attrNameLst>
                                      </p:cBhvr>
                                      <p:tavLst>
                                        <p:tav tm="0">
                                          <p:val>
                                            <p:fltVal val="0"/>
                                          </p:val>
                                        </p:tav>
                                        <p:tav tm="100000">
                                          <p:val>
                                            <p:strVal val="#ppt_w"/>
                                          </p:val>
                                        </p:tav>
                                      </p:tavLst>
                                    </p:anim>
                                    <p:anim calcmode="lin" valueType="num">
                                      <p:cBhvr>
                                        <p:cTn id="17" dur="450" fill="hold"/>
                                        <p:tgtEl>
                                          <p:spTgt spid="7"/>
                                        </p:tgtEl>
                                        <p:attrNameLst>
                                          <p:attrName>ppt_h</p:attrName>
                                        </p:attrNameLst>
                                      </p:cBhvr>
                                      <p:tavLst>
                                        <p:tav tm="0">
                                          <p:val>
                                            <p:fltVal val="0"/>
                                          </p:val>
                                        </p:tav>
                                        <p:tav tm="100000">
                                          <p:val>
                                            <p:strVal val="#ppt_h"/>
                                          </p:val>
                                        </p:tav>
                                      </p:tavLst>
                                    </p:anim>
                                    <p:animEffect transition="in" filter="fade">
                                      <p:cBhvr>
                                        <p:cTn id="18" dur="450"/>
                                        <p:tgtEl>
                                          <p:spTgt spid="7"/>
                                        </p:tgtEl>
                                      </p:cBhvr>
                                    </p:animEffect>
                                  </p:childTnLst>
                                </p:cTn>
                              </p:par>
                              <p:par>
                                <p:cTn id="19" presetID="53" presetClass="entr" presetSubtype="16" fill="hold" grpId="0" nodeType="withEffect">
                                  <p:stCondLst>
                                    <p:cond delay="700"/>
                                  </p:stCondLst>
                                  <p:childTnLst>
                                    <p:set>
                                      <p:cBhvr>
                                        <p:cTn id="20" dur="1" fill="hold">
                                          <p:stCondLst>
                                            <p:cond delay="0"/>
                                          </p:stCondLst>
                                        </p:cTn>
                                        <p:tgtEl>
                                          <p:spTgt spid="8"/>
                                        </p:tgtEl>
                                        <p:attrNameLst>
                                          <p:attrName>style.visibility</p:attrName>
                                        </p:attrNameLst>
                                      </p:cBhvr>
                                      <p:to>
                                        <p:strVal val="visible"/>
                                      </p:to>
                                    </p:set>
                                    <p:anim calcmode="lin" valueType="num">
                                      <p:cBhvr>
                                        <p:cTn id="21" dur="450" fill="hold"/>
                                        <p:tgtEl>
                                          <p:spTgt spid="8"/>
                                        </p:tgtEl>
                                        <p:attrNameLst>
                                          <p:attrName>ppt_w</p:attrName>
                                        </p:attrNameLst>
                                      </p:cBhvr>
                                      <p:tavLst>
                                        <p:tav tm="0">
                                          <p:val>
                                            <p:fltVal val="0"/>
                                          </p:val>
                                        </p:tav>
                                        <p:tav tm="100000">
                                          <p:val>
                                            <p:strVal val="#ppt_w"/>
                                          </p:val>
                                        </p:tav>
                                      </p:tavLst>
                                    </p:anim>
                                    <p:anim calcmode="lin" valueType="num">
                                      <p:cBhvr>
                                        <p:cTn id="22" dur="450" fill="hold"/>
                                        <p:tgtEl>
                                          <p:spTgt spid="8"/>
                                        </p:tgtEl>
                                        <p:attrNameLst>
                                          <p:attrName>ppt_h</p:attrName>
                                        </p:attrNameLst>
                                      </p:cBhvr>
                                      <p:tavLst>
                                        <p:tav tm="0">
                                          <p:val>
                                            <p:fltVal val="0"/>
                                          </p:val>
                                        </p:tav>
                                        <p:tav tm="100000">
                                          <p:val>
                                            <p:strVal val="#ppt_h"/>
                                          </p:val>
                                        </p:tav>
                                      </p:tavLst>
                                    </p:anim>
                                    <p:animEffect transition="in" filter="fade">
                                      <p:cBhvr>
                                        <p:cTn id="23" dur="450"/>
                                        <p:tgtEl>
                                          <p:spTgt spid="8"/>
                                        </p:tgtEl>
                                      </p:cBhvr>
                                    </p:animEffect>
                                  </p:childTnLst>
                                </p:cTn>
                              </p:par>
                              <p:par>
                                <p:cTn id="24" presetID="53" presetClass="entr" presetSubtype="16" fill="hold" grpId="0" nodeType="withEffect">
                                  <p:stCondLst>
                                    <p:cond delay="700"/>
                                  </p:stCondLst>
                                  <p:childTnLst>
                                    <p:set>
                                      <p:cBhvr>
                                        <p:cTn id="25" dur="1" fill="hold">
                                          <p:stCondLst>
                                            <p:cond delay="0"/>
                                          </p:stCondLst>
                                        </p:cTn>
                                        <p:tgtEl>
                                          <p:spTgt spid="9"/>
                                        </p:tgtEl>
                                        <p:attrNameLst>
                                          <p:attrName>style.visibility</p:attrName>
                                        </p:attrNameLst>
                                      </p:cBhvr>
                                      <p:to>
                                        <p:strVal val="visible"/>
                                      </p:to>
                                    </p:set>
                                    <p:anim calcmode="lin" valueType="num">
                                      <p:cBhvr>
                                        <p:cTn id="26" dur="450" fill="hold"/>
                                        <p:tgtEl>
                                          <p:spTgt spid="9"/>
                                        </p:tgtEl>
                                        <p:attrNameLst>
                                          <p:attrName>ppt_w</p:attrName>
                                        </p:attrNameLst>
                                      </p:cBhvr>
                                      <p:tavLst>
                                        <p:tav tm="0">
                                          <p:val>
                                            <p:fltVal val="0"/>
                                          </p:val>
                                        </p:tav>
                                        <p:tav tm="100000">
                                          <p:val>
                                            <p:strVal val="#ppt_w"/>
                                          </p:val>
                                        </p:tav>
                                      </p:tavLst>
                                    </p:anim>
                                    <p:anim calcmode="lin" valueType="num">
                                      <p:cBhvr>
                                        <p:cTn id="27" dur="450" fill="hold"/>
                                        <p:tgtEl>
                                          <p:spTgt spid="9"/>
                                        </p:tgtEl>
                                        <p:attrNameLst>
                                          <p:attrName>ppt_h</p:attrName>
                                        </p:attrNameLst>
                                      </p:cBhvr>
                                      <p:tavLst>
                                        <p:tav tm="0">
                                          <p:val>
                                            <p:fltVal val="0"/>
                                          </p:val>
                                        </p:tav>
                                        <p:tav tm="100000">
                                          <p:val>
                                            <p:strVal val="#ppt_h"/>
                                          </p:val>
                                        </p:tav>
                                      </p:tavLst>
                                    </p:anim>
                                    <p:animEffect transition="in" filter="fade">
                                      <p:cBhvr>
                                        <p:cTn id="28" dur="450"/>
                                        <p:tgtEl>
                                          <p:spTgt spid="9"/>
                                        </p:tgtEl>
                                      </p:cBhvr>
                                    </p:animEffect>
                                  </p:childTnLst>
                                </p:cTn>
                              </p:par>
                              <p:par>
                                <p:cTn id="29" presetID="53" presetClass="entr" presetSubtype="16" fill="hold" grpId="0" nodeType="withEffect">
                                  <p:stCondLst>
                                    <p:cond delay="1015"/>
                                  </p:stCondLst>
                                  <p:childTnLst>
                                    <p:set>
                                      <p:cBhvr>
                                        <p:cTn id="30" dur="1" fill="hold">
                                          <p:stCondLst>
                                            <p:cond delay="0"/>
                                          </p:stCondLst>
                                        </p:cTn>
                                        <p:tgtEl>
                                          <p:spTgt spid="10"/>
                                        </p:tgtEl>
                                        <p:attrNameLst>
                                          <p:attrName>style.visibility</p:attrName>
                                        </p:attrNameLst>
                                      </p:cBhvr>
                                      <p:to>
                                        <p:strVal val="visible"/>
                                      </p:to>
                                    </p:set>
                                    <p:anim calcmode="lin" valueType="num">
                                      <p:cBhvr>
                                        <p:cTn id="31" dur="450" fill="hold"/>
                                        <p:tgtEl>
                                          <p:spTgt spid="10"/>
                                        </p:tgtEl>
                                        <p:attrNameLst>
                                          <p:attrName>ppt_w</p:attrName>
                                        </p:attrNameLst>
                                      </p:cBhvr>
                                      <p:tavLst>
                                        <p:tav tm="0">
                                          <p:val>
                                            <p:fltVal val="0"/>
                                          </p:val>
                                        </p:tav>
                                        <p:tav tm="100000">
                                          <p:val>
                                            <p:strVal val="#ppt_w"/>
                                          </p:val>
                                        </p:tav>
                                      </p:tavLst>
                                    </p:anim>
                                    <p:anim calcmode="lin" valueType="num">
                                      <p:cBhvr>
                                        <p:cTn id="32" dur="450" fill="hold"/>
                                        <p:tgtEl>
                                          <p:spTgt spid="10"/>
                                        </p:tgtEl>
                                        <p:attrNameLst>
                                          <p:attrName>ppt_h</p:attrName>
                                        </p:attrNameLst>
                                      </p:cBhvr>
                                      <p:tavLst>
                                        <p:tav tm="0">
                                          <p:val>
                                            <p:fltVal val="0"/>
                                          </p:val>
                                        </p:tav>
                                        <p:tav tm="100000">
                                          <p:val>
                                            <p:strVal val="#ppt_h"/>
                                          </p:val>
                                        </p:tav>
                                      </p:tavLst>
                                    </p:anim>
                                    <p:animEffect transition="in" filter="fade">
                                      <p:cBhvr>
                                        <p:cTn id="33" dur="450"/>
                                        <p:tgtEl>
                                          <p:spTgt spid="10"/>
                                        </p:tgtEl>
                                      </p:cBhvr>
                                    </p:animEffect>
                                  </p:childTnLst>
                                </p:cTn>
                              </p:par>
                              <p:par>
                                <p:cTn id="34" presetID="53" presetClass="entr" presetSubtype="16" fill="hold" grpId="0" nodeType="withEffect">
                                  <p:stCondLst>
                                    <p:cond delay="1015"/>
                                  </p:stCondLst>
                                  <p:childTnLst>
                                    <p:set>
                                      <p:cBhvr>
                                        <p:cTn id="35" dur="1" fill="hold">
                                          <p:stCondLst>
                                            <p:cond delay="0"/>
                                          </p:stCondLst>
                                        </p:cTn>
                                        <p:tgtEl>
                                          <p:spTgt spid="11"/>
                                        </p:tgtEl>
                                        <p:attrNameLst>
                                          <p:attrName>style.visibility</p:attrName>
                                        </p:attrNameLst>
                                      </p:cBhvr>
                                      <p:to>
                                        <p:strVal val="visible"/>
                                      </p:to>
                                    </p:set>
                                    <p:anim calcmode="lin" valueType="num">
                                      <p:cBhvr>
                                        <p:cTn id="36" dur="450" fill="hold"/>
                                        <p:tgtEl>
                                          <p:spTgt spid="11"/>
                                        </p:tgtEl>
                                        <p:attrNameLst>
                                          <p:attrName>ppt_w</p:attrName>
                                        </p:attrNameLst>
                                      </p:cBhvr>
                                      <p:tavLst>
                                        <p:tav tm="0">
                                          <p:val>
                                            <p:fltVal val="0"/>
                                          </p:val>
                                        </p:tav>
                                        <p:tav tm="100000">
                                          <p:val>
                                            <p:strVal val="#ppt_w"/>
                                          </p:val>
                                        </p:tav>
                                      </p:tavLst>
                                    </p:anim>
                                    <p:anim calcmode="lin" valueType="num">
                                      <p:cBhvr>
                                        <p:cTn id="37" dur="450" fill="hold"/>
                                        <p:tgtEl>
                                          <p:spTgt spid="11"/>
                                        </p:tgtEl>
                                        <p:attrNameLst>
                                          <p:attrName>ppt_h</p:attrName>
                                        </p:attrNameLst>
                                      </p:cBhvr>
                                      <p:tavLst>
                                        <p:tav tm="0">
                                          <p:val>
                                            <p:fltVal val="0"/>
                                          </p:val>
                                        </p:tav>
                                        <p:tav tm="100000">
                                          <p:val>
                                            <p:strVal val="#ppt_h"/>
                                          </p:val>
                                        </p:tav>
                                      </p:tavLst>
                                    </p:anim>
                                    <p:animEffect transition="in" filter="fade">
                                      <p:cBhvr>
                                        <p:cTn id="38" dur="450"/>
                                        <p:tgtEl>
                                          <p:spTgt spid="11"/>
                                        </p:tgtEl>
                                      </p:cBhvr>
                                    </p:animEffect>
                                  </p:childTnLst>
                                </p:cTn>
                              </p:par>
                              <p:par>
                                <p:cTn id="39" presetID="53" presetClass="entr" presetSubtype="16" fill="hold" grpId="0" nodeType="withEffect">
                                  <p:stCondLst>
                                    <p:cond delay="1015"/>
                                  </p:stCondLst>
                                  <p:childTnLst>
                                    <p:set>
                                      <p:cBhvr>
                                        <p:cTn id="40" dur="1" fill="hold">
                                          <p:stCondLst>
                                            <p:cond delay="0"/>
                                          </p:stCondLst>
                                        </p:cTn>
                                        <p:tgtEl>
                                          <p:spTgt spid="12"/>
                                        </p:tgtEl>
                                        <p:attrNameLst>
                                          <p:attrName>style.visibility</p:attrName>
                                        </p:attrNameLst>
                                      </p:cBhvr>
                                      <p:to>
                                        <p:strVal val="visible"/>
                                      </p:to>
                                    </p:set>
                                    <p:anim calcmode="lin" valueType="num">
                                      <p:cBhvr>
                                        <p:cTn id="41" dur="450" fill="hold"/>
                                        <p:tgtEl>
                                          <p:spTgt spid="12"/>
                                        </p:tgtEl>
                                        <p:attrNameLst>
                                          <p:attrName>ppt_w</p:attrName>
                                        </p:attrNameLst>
                                      </p:cBhvr>
                                      <p:tavLst>
                                        <p:tav tm="0">
                                          <p:val>
                                            <p:fltVal val="0"/>
                                          </p:val>
                                        </p:tav>
                                        <p:tav tm="100000">
                                          <p:val>
                                            <p:strVal val="#ppt_w"/>
                                          </p:val>
                                        </p:tav>
                                      </p:tavLst>
                                    </p:anim>
                                    <p:anim calcmode="lin" valueType="num">
                                      <p:cBhvr>
                                        <p:cTn id="42" dur="450" fill="hold"/>
                                        <p:tgtEl>
                                          <p:spTgt spid="12"/>
                                        </p:tgtEl>
                                        <p:attrNameLst>
                                          <p:attrName>ppt_h</p:attrName>
                                        </p:attrNameLst>
                                      </p:cBhvr>
                                      <p:tavLst>
                                        <p:tav tm="0">
                                          <p:val>
                                            <p:fltVal val="0"/>
                                          </p:val>
                                        </p:tav>
                                        <p:tav tm="100000">
                                          <p:val>
                                            <p:strVal val="#ppt_h"/>
                                          </p:val>
                                        </p:tav>
                                      </p:tavLst>
                                    </p:anim>
                                    <p:animEffect transition="in" filter="fade">
                                      <p:cBhvr>
                                        <p:cTn id="43" dur="450"/>
                                        <p:tgtEl>
                                          <p:spTgt spid="12"/>
                                        </p:tgtEl>
                                      </p:cBhvr>
                                    </p:animEffect>
                                  </p:childTnLst>
                                </p:cTn>
                              </p:par>
                              <p:par>
                                <p:cTn id="44" presetID="53" presetClass="entr" presetSubtype="16" fill="hold" grpId="0" nodeType="withEffect">
                                  <p:stCondLst>
                                    <p:cond delay="133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fltVal val="0"/>
                                          </p:val>
                                        </p:tav>
                                        <p:tav tm="100000">
                                          <p:val>
                                            <p:strVal val="#ppt_w"/>
                                          </p:val>
                                        </p:tav>
                                      </p:tavLst>
                                    </p:anim>
                                    <p:anim calcmode="lin" valueType="num">
                                      <p:cBhvr>
                                        <p:cTn id="47" dur="450" fill="hold"/>
                                        <p:tgtEl>
                                          <p:spTgt spid="13"/>
                                        </p:tgtEl>
                                        <p:attrNameLst>
                                          <p:attrName>ppt_h</p:attrName>
                                        </p:attrNameLst>
                                      </p:cBhvr>
                                      <p:tavLst>
                                        <p:tav tm="0">
                                          <p:val>
                                            <p:fltVal val="0"/>
                                          </p:val>
                                        </p:tav>
                                        <p:tav tm="100000">
                                          <p:val>
                                            <p:strVal val="#ppt_h"/>
                                          </p:val>
                                        </p:tav>
                                      </p:tavLst>
                                    </p:anim>
                                    <p:animEffect transition="in" filter="fade">
                                      <p:cBhvr>
                                        <p:cTn id="48" dur="450"/>
                                        <p:tgtEl>
                                          <p:spTgt spid="13"/>
                                        </p:tgtEl>
                                      </p:cBhvr>
                                    </p:animEffect>
                                  </p:childTnLst>
                                </p:cTn>
                              </p:par>
                              <p:par>
                                <p:cTn id="49" presetID="53" presetClass="entr" presetSubtype="16" fill="hold" grpId="0" nodeType="withEffect">
                                  <p:stCondLst>
                                    <p:cond delay="1330"/>
                                  </p:stCondLst>
                                  <p:childTnLst>
                                    <p:set>
                                      <p:cBhvr>
                                        <p:cTn id="50" dur="1" fill="hold">
                                          <p:stCondLst>
                                            <p:cond delay="0"/>
                                          </p:stCondLst>
                                        </p:cTn>
                                        <p:tgtEl>
                                          <p:spTgt spid="14"/>
                                        </p:tgtEl>
                                        <p:attrNameLst>
                                          <p:attrName>style.visibility</p:attrName>
                                        </p:attrNameLst>
                                      </p:cBhvr>
                                      <p:to>
                                        <p:strVal val="visible"/>
                                      </p:to>
                                    </p:set>
                                    <p:anim calcmode="lin" valueType="num">
                                      <p:cBhvr>
                                        <p:cTn id="51" dur="450" fill="hold"/>
                                        <p:tgtEl>
                                          <p:spTgt spid="14"/>
                                        </p:tgtEl>
                                        <p:attrNameLst>
                                          <p:attrName>ppt_w</p:attrName>
                                        </p:attrNameLst>
                                      </p:cBhvr>
                                      <p:tavLst>
                                        <p:tav tm="0">
                                          <p:val>
                                            <p:fltVal val="0"/>
                                          </p:val>
                                        </p:tav>
                                        <p:tav tm="100000">
                                          <p:val>
                                            <p:strVal val="#ppt_w"/>
                                          </p:val>
                                        </p:tav>
                                      </p:tavLst>
                                    </p:anim>
                                    <p:anim calcmode="lin" valueType="num">
                                      <p:cBhvr>
                                        <p:cTn id="52" dur="450" fill="hold"/>
                                        <p:tgtEl>
                                          <p:spTgt spid="14"/>
                                        </p:tgtEl>
                                        <p:attrNameLst>
                                          <p:attrName>ppt_h</p:attrName>
                                        </p:attrNameLst>
                                      </p:cBhvr>
                                      <p:tavLst>
                                        <p:tav tm="0">
                                          <p:val>
                                            <p:fltVal val="0"/>
                                          </p:val>
                                        </p:tav>
                                        <p:tav tm="100000">
                                          <p:val>
                                            <p:strVal val="#ppt_h"/>
                                          </p:val>
                                        </p:tav>
                                      </p:tavLst>
                                    </p:anim>
                                    <p:animEffect transition="in" filter="fade">
                                      <p:cBhvr>
                                        <p:cTn id="53" dur="450"/>
                                        <p:tgtEl>
                                          <p:spTgt spid="14"/>
                                        </p:tgtEl>
                                      </p:cBhvr>
                                    </p:animEffect>
                                  </p:childTnLst>
                                </p:cTn>
                              </p:par>
                              <p:par>
                                <p:cTn id="54" presetID="53" presetClass="entr" presetSubtype="16" fill="hold" grpId="0" nodeType="withEffect">
                                  <p:stCondLst>
                                    <p:cond delay="1330"/>
                                  </p:stCondLst>
                                  <p:childTnLst>
                                    <p:set>
                                      <p:cBhvr>
                                        <p:cTn id="55" dur="1" fill="hold">
                                          <p:stCondLst>
                                            <p:cond delay="0"/>
                                          </p:stCondLst>
                                        </p:cTn>
                                        <p:tgtEl>
                                          <p:spTgt spid="15"/>
                                        </p:tgtEl>
                                        <p:attrNameLst>
                                          <p:attrName>style.visibility</p:attrName>
                                        </p:attrNameLst>
                                      </p:cBhvr>
                                      <p:to>
                                        <p:strVal val="visible"/>
                                      </p:to>
                                    </p:set>
                                    <p:anim calcmode="lin" valueType="num">
                                      <p:cBhvr>
                                        <p:cTn id="56" dur="450" fill="hold"/>
                                        <p:tgtEl>
                                          <p:spTgt spid="15"/>
                                        </p:tgtEl>
                                        <p:attrNameLst>
                                          <p:attrName>ppt_w</p:attrName>
                                        </p:attrNameLst>
                                      </p:cBhvr>
                                      <p:tavLst>
                                        <p:tav tm="0">
                                          <p:val>
                                            <p:fltVal val="0"/>
                                          </p:val>
                                        </p:tav>
                                        <p:tav tm="100000">
                                          <p:val>
                                            <p:strVal val="#ppt_w"/>
                                          </p:val>
                                        </p:tav>
                                      </p:tavLst>
                                    </p:anim>
                                    <p:anim calcmode="lin" valueType="num">
                                      <p:cBhvr>
                                        <p:cTn id="57" dur="450" fill="hold"/>
                                        <p:tgtEl>
                                          <p:spTgt spid="15"/>
                                        </p:tgtEl>
                                        <p:attrNameLst>
                                          <p:attrName>ppt_h</p:attrName>
                                        </p:attrNameLst>
                                      </p:cBhvr>
                                      <p:tavLst>
                                        <p:tav tm="0">
                                          <p:val>
                                            <p:fltVal val="0"/>
                                          </p:val>
                                        </p:tav>
                                        <p:tav tm="100000">
                                          <p:val>
                                            <p:strVal val="#ppt_h"/>
                                          </p:val>
                                        </p:tav>
                                      </p:tavLst>
                                    </p:anim>
                                    <p:animEffect transition="in" filter="fade">
                                      <p:cBhvr>
                                        <p:cTn id="58" dur="450"/>
                                        <p:tgtEl>
                                          <p:spTgt spid="15"/>
                                        </p:tgtEl>
                                      </p:cBhvr>
                                    </p:animEffect>
                                  </p:childTnLst>
                                </p:cTn>
                              </p:par>
                              <p:par>
                                <p:cTn id="59" presetID="53" presetClass="entr" presetSubtype="16" fill="hold" grpId="0" nodeType="withEffect">
                                  <p:stCondLst>
                                    <p:cond delay="1645"/>
                                  </p:stCondLst>
                                  <p:childTnLst>
                                    <p:set>
                                      <p:cBhvr>
                                        <p:cTn id="60" dur="1" fill="hold">
                                          <p:stCondLst>
                                            <p:cond delay="0"/>
                                          </p:stCondLst>
                                        </p:cTn>
                                        <p:tgtEl>
                                          <p:spTgt spid="16"/>
                                        </p:tgtEl>
                                        <p:attrNameLst>
                                          <p:attrName>style.visibility</p:attrName>
                                        </p:attrNameLst>
                                      </p:cBhvr>
                                      <p:to>
                                        <p:strVal val="visible"/>
                                      </p:to>
                                    </p:set>
                                    <p:anim calcmode="lin" valueType="num">
                                      <p:cBhvr>
                                        <p:cTn id="61" dur="450" fill="hold"/>
                                        <p:tgtEl>
                                          <p:spTgt spid="16"/>
                                        </p:tgtEl>
                                        <p:attrNameLst>
                                          <p:attrName>ppt_w</p:attrName>
                                        </p:attrNameLst>
                                      </p:cBhvr>
                                      <p:tavLst>
                                        <p:tav tm="0">
                                          <p:val>
                                            <p:fltVal val="0"/>
                                          </p:val>
                                        </p:tav>
                                        <p:tav tm="100000">
                                          <p:val>
                                            <p:strVal val="#ppt_w"/>
                                          </p:val>
                                        </p:tav>
                                      </p:tavLst>
                                    </p:anim>
                                    <p:anim calcmode="lin" valueType="num">
                                      <p:cBhvr>
                                        <p:cTn id="62" dur="450" fill="hold"/>
                                        <p:tgtEl>
                                          <p:spTgt spid="16"/>
                                        </p:tgtEl>
                                        <p:attrNameLst>
                                          <p:attrName>ppt_h</p:attrName>
                                        </p:attrNameLst>
                                      </p:cBhvr>
                                      <p:tavLst>
                                        <p:tav tm="0">
                                          <p:val>
                                            <p:fltVal val="0"/>
                                          </p:val>
                                        </p:tav>
                                        <p:tav tm="100000">
                                          <p:val>
                                            <p:strVal val="#ppt_h"/>
                                          </p:val>
                                        </p:tav>
                                      </p:tavLst>
                                    </p:anim>
                                    <p:animEffect transition="in" filter="fade">
                                      <p:cBhvr>
                                        <p:cTn id="63" dur="450"/>
                                        <p:tgtEl>
                                          <p:spTgt spid="16"/>
                                        </p:tgtEl>
                                      </p:cBhvr>
                                    </p:animEffect>
                                  </p:childTnLst>
                                </p:cTn>
                              </p:par>
                              <p:par>
                                <p:cTn id="64" presetID="53" presetClass="entr" presetSubtype="16" fill="hold" grpId="0" nodeType="withEffect">
                                  <p:stCondLst>
                                    <p:cond delay="1645"/>
                                  </p:stCondLst>
                                  <p:childTnLst>
                                    <p:set>
                                      <p:cBhvr>
                                        <p:cTn id="65" dur="1" fill="hold">
                                          <p:stCondLst>
                                            <p:cond delay="0"/>
                                          </p:stCondLst>
                                        </p:cTn>
                                        <p:tgtEl>
                                          <p:spTgt spid="17"/>
                                        </p:tgtEl>
                                        <p:attrNameLst>
                                          <p:attrName>style.visibility</p:attrName>
                                        </p:attrNameLst>
                                      </p:cBhvr>
                                      <p:to>
                                        <p:strVal val="visible"/>
                                      </p:to>
                                    </p:set>
                                    <p:anim calcmode="lin" valueType="num">
                                      <p:cBhvr>
                                        <p:cTn id="66" dur="450" fill="hold"/>
                                        <p:tgtEl>
                                          <p:spTgt spid="17"/>
                                        </p:tgtEl>
                                        <p:attrNameLst>
                                          <p:attrName>ppt_w</p:attrName>
                                        </p:attrNameLst>
                                      </p:cBhvr>
                                      <p:tavLst>
                                        <p:tav tm="0">
                                          <p:val>
                                            <p:fltVal val="0"/>
                                          </p:val>
                                        </p:tav>
                                        <p:tav tm="100000">
                                          <p:val>
                                            <p:strVal val="#ppt_w"/>
                                          </p:val>
                                        </p:tav>
                                      </p:tavLst>
                                    </p:anim>
                                    <p:anim calcmode="lin" valueType="num">
                                      <p:cBhvr>
                                        <p:cTn id="67" dur="450" fill="hold"/>
                                        <p:tgtEl>
                                          <p:spTgt spid="17"/>
                                        </p:tgtEl>
                                        <p:attrNameLst>
                                          <p:attrName>ppt_h</p:attrName>
                                        </p:attrNameLst>
                                      </p:cBhvr>
                                      <p:tavLst>
                                        <p:tav tm="0">
                                          <p:val>
                                            <p:fltVal val="0"/>
                                          </p:val>
                                        </p:tav>
                                        <p:tav tm="100000">
                                          <p:val>
                                            <p:strVal val="#ppt_h"/>
                                          </p:val>
                                        </p:tav>
                                      </p:tavLst>
                                    </p:anim>
                                    <p:animEffect transition="in" filter="fade">
                                      <p:cBhvr>
                                        <p:cTn id="68" dur="450"/>
                                        <p:tgtEl>
                                          <p:spTgt spid="17"/>
                                        </p:tgtEl>
                                      </p:cBhvr>
                                    </p:animEffect>
                                  </p:childTnLst>
                                </p:cTn>
                              </p:par>
                              <p:par>
                                <p:cTn id="69" presetID="53" presetClass="entr" presetSubtype="16" fill="hold" grpId="0" nodeType="withEffect">
                                  <p:stCondLst>
                                    <p:cond delay="1645"/>
                                  </p:stCondLst>
                                  <p:childTnLst>
                                    <p:set>
                                      <p:cBhvr>
                                        <p:cTn id="70" dur="1" fill="hold">
                                          <p:stCondLst>
                                            <p:cond delay="0"/>
                                          </p:stCondLst>
                                        </p:cTn>
                                        <p:tgtEl>
                                          <p:spTgt spid="18"/>
                                        </p:tgtEl>
                                        <p:attrNameLst>
                                          <p:attrName>style.visibility</p:attrName>
                                        </p:attrNameLst>
                                      </p:cBhvr>
                                      <p:to>
                                        <p:strVal val="visible"/>
                                      </p:to>
                                    </p:set>
                                    <p:anim calcmode="lin" valueType="num">
                                      <p:cBhvr>
                                        <p:cTn id="71" dur="450" fill="hold"/>
                                        <p:tgtEl>
                                          <p:spTgt spid="18"/>
                                        </p:tgtEl>
                                        <p:attrNameLst>
                                          <p:attrName>ppt_w</p:attrName>
                                        </p:attrNameLst>
                                      </p:cBhvr>
                                      <p:tavLst>
                                        <p:tav tm="0">
                                          <p:val>
                                            <p:fltVal val="0"/>
                                          </p:val>
                                        </p:tav>
                                        <p:tav tm="100000">
                                          <p:val>
                                            <p:strVal val="#ppt_w"/>
                                          </p:val>
                                        </p:tav>
                                      </p:tavLst>
                                    </p:anim>
                                    <p:anim calcmode="lin" valueType="num">
                                      <p:cBhvr>
                                        <p:cTn id="72" dur="450" fill="hold"/>
                                        <p:tgtEl>
                                          <p:spTgt spid="18"/>
                                        </p:tgtEl>
                                        <p:attrNameLst>
                                          <p:attrName>ppt_h</p:attrName>
                                        </p:attrNameLst>
                                      </p:cBhvr>
                                      <p:tavLst>
                                        <p:tav tm="0">
                                          <p:val>
                                            <p:fltVal val="0"/>
                                          </p:val>
                                        </p:tav>
                                        <p:tav tm="100000">
                                          <p:val>
                                            <p:strVal val="#ppt_h"/>
                                          </p:val>
                                        </p:tav>
                                      </p:tavLst>
                                    </p:anim>
                                    <p:animEffect transition="in" filter="fade">
                                      <p:cBhvr>
                                        <p:cTn id="73" dur="450"/>
                                        <p:tgtEl>
                                          <p:spTgt spid="18"/>
                                        </p:tgtEl>
                                      </p:cBhvr>
                                    </p:animEffect>
                                  </p:childTnLst>
                                </p:cTn>
                              </p:par>
                              <p:par>
                                <p:cTn id="74" presetID="53" presetClass="entr" presetSubtype="16" fill="hold" grpId="0" nodeType="withEffect">
                                  <p:stCondLst>
                                    <p:cond delay="1960"/>
                                  </p:stCondLst>
                                  <p:childTnLst>
                                    <p:set>
                                      <p:cBhvr>
                                        <p:cTn id="75" dur="1" fill="hold">
                                          <p:stCondLst>
                                            <p:cond delay="0"/>
                                          </p:stCondLst>
                                        </p:cTn>
                                        <p:tgtEl>
                                          <p:spTgt spid="19"/>
                                        </p:tgtEl>
                                        <p:attrNameLst>
                                          <p:attrName>style.visibility</p:attrName>
                                        </p:attrNameLst>
                                      </p:cBhvr>
                                      <p:to>
                                        <p:strVal val="visible"/>
                                      </p:to>
                                    </p:set>
                                    <p:anim calcmode="lin" valueType="num">
                                      <p:cBhvr>
                                        <p:cTn id="76" dur="450" fill="hold"/>
                                        <p:tgtEl>
                                          <p:spTgt spid="19"/>
                                        </p:tgtEl>
                                        <p:attrNameLst>
                                          <p:attrName>ppt_w</p:attrName>
                                        </p:attrNameLst>
                                      </p:cBhvr>
                                      <p:tavLst>
                                        <p:tav tm="0">
                                          <p:val>
                                            <p:fltVal val="0"/>
                                          </p:val>
                                        </p:tav>
                                        <p:tav tm="100000">
                                          <p:val>
                                            <p:strVal val="#ppt_w"/>
                                          </p:val>
                                        </p:tav>
                                      </p:tavLst>
                                    </p:anim>
                                    <p:anim calcmode="lin" valueType="num">
                                      <p:cBhvr>
                                        <p:cTn id="77" dur="450" fill="hold"/>
                                        <p:tgtEl>
                                          <p:spTgt spid="19"/>
                                        </p:tgtEl>
                                        <p:attrNameLst>
                                          <p:attrName>ppt_h</p:attrName>
                                        </p:attrNameLst>
                                      </p:cBhvr>
                                      <p:tavLst>
                                        <p:tav tm="0">
                                          <p:val>
                                            <p:fltVal val="0"/>
                                          </p:val>
                                        </p:tav>
                                        <p:tav tm="100000">
                                          <p:val>
                                            <p:strVal val="#ppt_h"/>
                                          </p:val>
                                        </p:tav>
                                      </p:tavLst>
                                    </p:anim>
                                    <p:animEffect transition="in" filter="fade">
                                      <p:cBhvr>
                                        <p:cTn id="78" dur="450"/>
                                        <p:tgtEl>
                                          <p:spTgt spid="19"/>
                                        </p:tgtEl>
                                      </p:cBhvr>
                                    </p:animEffect>
                                  </p:childTnLst>
                                </p:cTn>
                              </p:par>
                              <p:par>
                                <p:cTn id="79" presetID="53" presetClass="entr" presetSubtype="16" fill="hold" grpId="0" nodeType="withEffect">
                                  <p:stCondLst>
                                    <p:cond delay="1960"/>
                                  </p:stCondLst>
                                  <p:childTnLst>
                                    <p:set>
                                      <p:cBhvr>
                                        <p:cTn id="80" dur="1" fill="hold">
                                          <p:stCondLst>
                                            <p:cond delay="0"/>
                                          </p:stCondLst>
                                        </p:cTn>
                                        <p:tgtEl>
                                          <p:spTgt spid="20"/>
                                        </p:tgtEl>
                                        <p:attrNameLst>
                                          <p:attrName>style.visibility</p:attrName>
                                        </p:attrNameLst>
                                      </p:cBhvr>
                                      <p:to>
                                        <p:strVal val="visible"/>
                                      </p:to>
                                    </p:set>
                                    <p:anim calcmode="lin" valueType="num">
                                      <p:cBhvr>
                                        <p:cTn id="81" dur="450" fill="hold"/>
                                        <p:tgtEl>
                                          <p:spTgt spid="20"/>
                                        </p:tgtEl>
                                        <p:attrNameLst>
                                          <p:attrName>ppt_w</p:attrName>
                                        </p:attrNameLst>
                                      </p:cBhvr>
                                      <p:tavLst>
                                        <p:tav tm="0">
                                          <p:val>
                                            <p:fltVal val="0"/>
                                          </p:val>
                                        </p:tav>
                                        <p:tav tm="100000">
                                          <p:val>
                                            <p:strVal val="#ppt_w"/>
                                          </p:val>
                                        </p:tav>
                                      </p:tavLst>
                                    </p:anim>
                                    <p:anim calcmode="lin" valueType="num">
                                      <p:cBhvr>
                                        <p:cTn id="82" dur="450" fill="hold"/>
                                        <p:tgtEl>
                                          <p:spTgt spid="20"/>
                                        </p:tgtEl>
                                        <p:attrNameLst>
                                          <p:attrName>ppt_h</p:attrName>
                                        </p:attrNameLst>
                                      </p:cBhvr>
                                      <p:tavLst>
                                        <p:tav tm="0">
                                          <p:val>
                                            <p:fltVal val="0"/>
                                          </p:val>
                                        </p:tav>
                                        <p:tav tm="100000">
                                          <p:val>
                                            <p:strVal val="#ppt_h"/>
                                          </p:val>
                                        </p:tav>
                                      </p:tavLst>
                                    </p:anim>
                                    <p:animEffect transition="in" filter="fade">
                                      <p:cBhvr>
                                        <p:cTn id="83" dur="450"/>
                                        <p:tgtEl>
                                          <p:spTgt spid="20"/>
                                        </p:tgtEl>
                                      </p:cBhvr>
                                    </p:animEffect>
                                  </p:childTnLst>
                                </p:cTn>
                              </p:par>
                              <p:par>
                                <p:cTn id="84" presetID="53" presetClass="entr" presetSubtype="16" fill="hold" grpId="0" nodeType="withEffect">
                                  <p:stCondLst>
                                    <p:cond delay="1960"/>
                                  </p:stCondLst>
                                  <p:childTnLst>
                                    <p:set>
                                      <p:cBhvr>
                                        <p:cTn id="85" dur="1" fill="hold">
                                          <p:stCondLst>
                                            <p:cond delay="0"/>
                                          </p:stCondLst>
                                        </p:cTn>
                                        <p:tgtEl>
                                          <p:spTgt spid="21"/>
                                        </p:tgtEl>
                                        <p:attrNameLst>
                                          <p:attrName>style.visibility</p:attrName>
                                        </p:attrNameLst>
                                      </p:cBhvr>
                                      <p:to>
                                        <p:strVal val="visible"/>
                                      </p:to>
                                    </p:set>
                                    <p:anim calcmode="lin" valueType="num">
                                      <p:cBhvr>
                                        <p:cTn id="86" dur="450" fill="hold"/>
                                        <p:tgtEl>
                                          <p:spTgt spid="21"/>
                                        </p:tgtEl>
                                        <p:attrNameLst>
                                          <p:attrName>ppt_w</p:attrName>
                                        </p:attrNameLst>
                                      </p:cBhvr>
                                      <p:tavLst>
                                        <p:tav tm="0">
                                          <p:val>
                                            <p:fltVal val="0"/>
                                          </p:val>
                                        </p:tav>
                                        <p:tav tm="100000">
                                          <p:val>
                                            <p:strVal val="#ppt_w"/>
                                          </p:val>
                                        </p:tav>
                                      </p:tavLst>
                                    </p:anim>
                                    <p:anim calcmode="lin" valueType="num">
                                      <p:cBhvr>
                                        <p:cTn id="87" dur="450" fill="hold"/>
                                        <p:tgtEl>
                                          <p:spTgt spid="21"/>
                                        </p:tgtEl>
                                        <p:attrNameLst>
                                          <p:attrName>ppt_h</p:attrName>
                                        </p:attrNameLst>
                                      </p:cBhvr>
                                      <p:tavLst>
                                        <p:tav tm="0">
                                          <p:val>
                                            <p:fltVal val="0"/>
                                          </p:val>
                                        </p:tav>
                                        <p:tav tm="100000">
                                          <p:val>
                                            <p:strVal val="#ppt_h"/>
                                          </p:val>
                                        </p:tav>
                                      </p:tavLst>
                                    </p:anim>
                                    <p:animEffect transition="in" filter="fade">
                                      <p:cBhvr>
                                        <p:cTn id="88" dur="450"/>
                                        <p:tgtEl>
                                          <p:spTgt spid="21"/>
                                        </p:tgtEl>
                                      </p:cBhvr>
                                    </p:animEffect>
                                  </p:childTnLst>
                                </p:cTn>
                              </p:par>
                              <p:par>
                                <p:cTn id="89" presetID="53" presetClass="entr" presetSubtype="16" fill="hold" grpId="0" nodeType="withEffect">
                                  <p:stCondLst>
                                    <p:cond delay="2275"/>
                                  </p:stCondLst>
                                  <p:childTnLst>
                                    <p:set>
                                      <p:cBhvr>
                                        <p:cTn id="90" dur="1" fill="hold">
                                          <p:stCondLst>
                                            <p:cond delay="0"/>
                                          </p:stCondLst>
                                        </p:cTn>
                                        <p:tgtEl>
                                          <p:spTgt spid="22"/>
                                        </p:tgtEl>
                                        <p:attrNameLst>
                                          <p:attrName>style.visibility</p:attrName>
                                        </p:attrNameLst>
                                      </p:cBhvr>
                                      <p:to>
                                        <p:strVal val="visible"/>
                                      </p:to>
                                    </p:set>
                                    <p:anim calcmode="lin" valueType="num">
                                      <p:cBhvr>
                                        <p:cTn id="91" dur="450" fill="hold"/>
                                        <p:tgtEl>
                                          <p:spTgt spid="22"/>
                                        </p:tgtEl>
                                        <p:attrNameLst>
                                          <p:attrName>ppt_w</p:attrName>
                                        </p:attrNameLst>
                                      </p:cBhvr>
                                      <p:tavLst>
                                        <p:tav tm="0">
                                          <p:val>
                                            <p:fltVal val="0"/>
                                          </p:val>
                                        </p:tav>
                                        <p:tav tm="100000">
                                          <p:val>
                                            <p:strVal val="#ppt_w"/>
                                          </p:val>
                                        </p:tav>
                                      </p:tavLst>
                                    </p:anim>
                                    <p:anim calcmode="lin" valueType="num">
                                      <p:cBhvr>
                                        <p:cTn id="92" dur="450" fill="hold"/>
                                        <p:tgtEl>
                                          <p:spTgt spid="22"/>
                                        </p:tgtEl>
                                        <p:attrNameLst>
                                          <p:attrName>ppt_h</p:attrName>
                                        </p:attrNameLst>
                                      </p:cBhvr>
                                      <p:tavLst>
                                        <p:tav tm="0">
                                          <p:val>
                                            <p:fltVal val="0"/>
                                          </p:val>
                                        </p:tav>
                                        <p:tav tm="100000">
                                          <p:val>
                                            <p:strVal val="#ppt_h"/>
                                          </p:val>
                                        </p:tav>
                                      </p:tavLst>
                                    </p:anim>
                                    <p:animEffect transition="in" filter="fade">
                                      <p:cBhvr>
                                        <p:cTn id="93" dur="450"/>
                                        <p:tgtEl>
                                          <p:spTgt spid="22"/>
                                        </p:tgtEl>
                                      </p:cBhvr>
                                    </p:animEffect>
                                  </p:childTnLst>
                                </p:cTn>
                              </p:par>
                              <p:par>
                                <p:cTn id="94" presetID="53" presetClass="entr" presetSubtype="16" fill="hold" grpId="0" nodeType="withEffect">
                                  <p:stCondLst>
                                    <p:cond delay="2275"/>
                                  </p:stCondLst>
                                  <p:childTnLst>
                                    <p:set>
                                      <p:cBhvr>
                                        <p:cTn id="95" dur="1" fill="hold">
                                          <p:stCondLst>
                                            <p:cond delay="0"/>
                                          </p:stCondLst>
                                        </p:cTn>
                                        <p:tgtEl>
                                          <p:spTgt spid="23"/>
                                        </p:tgtEl>
                                        <p:attrNameLst>
                                          <p:attrName>style.visibility</p:attrName>
                                        </p:attrNameLst>
                                      </p:cBhvr>
                                      <p:to>
                                        <p:strVal val="visible"/>
                                      </p:to>
                                    </p:set>
                                    <p:anim calcmode="lin" valueType="num">
                                      <p:cBhvr>
                                        <p:cTn id="96" dur="450" fill="hold"/>
                                        <p:tgtEl>
                                          <p:spTgt spid="23"/>
                                        </p:tgtEl>
                                        <p:attrNameLst>
                                          <p:attrName>ppt_w</p:attrName>
                                        </p:attrNameLst>
                                      </p:cBhvr>
                                      <p:tavLst>
                                        <p:tav tm="0">
                                          <p:val>
                                            <p:fltVal val="0"/>
                                          </p:val>
                                        </p:tav>
                                        <p:tav tm="100000">
                                          <p:val>
                                            <p:strVal val="#ppt_w"/>
                                          </p:val>
                                        </p:tav>
                                      </p:tavLst>
                                    </p:anim>
                                    <p:anim calcmode="lin" valueType="num">
                                      <p:cBhvr>
                                        <p:cTn id="97" dur="450" fill="hold"/>
                                        <p:tgtEl>
                                          <p:spTgt spid="23"/>
                                        </p:tgtEl>
                                        <p:attrNameLst>
                                          <p:attrName>ppt_h</p:attrName>
                                        </p:attrNameLst>
                                      </p:cBhvr>
                                      <p:tavLst>
                                        <p:tav tm="0">
                                          <p:val>
                                            <p:fltVal val="0"/>
                                          </p:val>
                                        </p:tav>
                                        <p:tav tm="100000">
                                          <p:val>
                                            <p:strVal val="#ppt_h"/>
                                          </p:val>
                                        </p:tav>
                                      </p:tavLst>
                                    </p:anim>
                                    <p:animEffect transition="in" filter="fade">
                                      <p:cBhvr>
                                        <p:cTn id="98" dur="450"/>
                                        <p:tgtEl>
                                          <p:spTgt spid="23"/>
                                        </p:tgtEl>
                                      </p:cBhvr>
                                    </p:animEffect>
                                  </p:childTnLst>
                                </p:cTn>
                              </p:par>
                              <p:par>
                                <p:cTn id="99" presetID="53" presetClass="entr" presetSubtype="16" fill="hold" grpId="0" nodeType="withEffect">
                                  <p:stCondLst>
                                    <p:cond delay="2275"/>
                                  </p:stCondLst>
                                  <p:childTnLst>
                                    <p:set>
                                      <p:cBhvr>
                                        <p:cTn id="100" dur="1" fill="hold">
                                          <p:stCondLst>
                                            <p:cond delay="0"/>
                                          </p:stCondLst>
                                        </p:cTn>
                                        <p:tgtEl>
                                          <p:spTgt spid="24"/>
                                        </p:tgtEl>
                                        <p:attrNameLst>
                                          <p:attrName>style.visibility</p:attrName>
                                        </p:attrNameLst>
                                      </p:cBhvr>
                                      <p:to>
                                        <p:strVal val="visible"/>
                                      </p:to>
                                    </p:set>
                                    <p:anim calcmode="lin" valueType="num">
                                      <p:cBhvr>
                                        <p:cTn id="101" dur="450" fill="hold"/>
                                        <p:tgtEl>
                                          <p:spTgt spid="24"/>
                                        </p:tgtEl>
                                        <p:attrNameLst>
                                          <p:attrName>ppt_w</p:attrName>
                                        </p:attrNameLst>
                                      </p:cBhvr>
                                      <p:tavLst>
                                        <p:tav tm="0">
                                          <p:val>
                                            <p:fltVal val="0"/>
                                          </p:val>
                                        </p:tav>
                                        <p:tav tm="100000">
                                          <p:val>
                                            <p:strVal val="#ppt_w"/>
                                          </p:val>
                                        </p:tav>
                                      </p:tavLst>
                                    </p:anim>
                                    <p:anim calcmode="lin" valueType="num">
                                      <p:cBhvr>
                                        <p:cTn id="102" dur="450" fill="hold"/>
                                        <p:tgtEl>
                                          <p:spTgt spid="24"/>
                                        </p:tgtEl>
                                        <p:attrNameLst>
                                          <p:attrName>ppt_h</p:attrName>
                                        </p:attrNameLst>
                                      </p:cBhvr>
                                      <p:tavLst>
                                        <p:tav tm="0">
                                          <p:val>
                                            <p:fltVal val="0"/>
                                          </p:val>
                                        </p:tav>
                                        <p:tav tm="100000">
                                          <p:val>
                                            <p:strVal val="#ppt_h"/>
                                          </p:val>
                                        </p:tav>
                                      </p:tavLst>
                                    </p:anim>
                                    <p:animEffect transition="in" filter="fade">
                                      <p:cBhvr>
                                        <p:cTn id="103"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05 · EVALUATION</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My evaluation from the company</a:t>
            </a:r>
            <a:endParaRPr lang="en-US" sz="3400" dirty="0"/>
          </a:p>
        </p:txBody>
      </p:sp>
      <p:sp>
        <p:nvSpPr>
          <p:cNvPr id="4" name="a1-zoom"/>
          <p:cNvSpPr/>
          <p:nvPr/>
        </p:nvSpPr>
        <p:spPr>
          <a:xfrm>
            <a:off x="640080" y="1783080"/>
            <a:ext cx="3749040" cy="4343400"/>
          </a:xfrm>
          <a:prstGeom prst="roundRect">
            <a:avLst>
              <a:gd name="adj" fmla="val 4390"/>
            </a:avLst>
          </a:prstGeom>
          <a:solidFill>
            <a:srgbClr val="1B2A4A"/>
          </a:solidFill>
          <a:ln w="12700">
            <a:solidFill>
              <a:srgbClr val="1B2A4A"/>
            </a:solidFill>
            <a:prstDash val="solid"/>
          </a:ln>
        </p:spPr>
      </p:sp>
      <p:sp>
        <p:nvSpPr>
          <p:cNvPr id="5" name="a1-zoom"/>
          <p:cNvSpPr txBox="1"/>
          <p:nvPr/>
        </p:nvSpPr>
        <p:spPr>
          <a:xfrm>
            <a:off x="640080" y="2148840"/>
            <a:ext cx="3749040" cy="274320"/>
          </a:xfrm>
          <a:prstGeom prst="rect">
            <a:avLst/>
          </a:prstGeom>
          <a:noFill/>
          <a:ln/>
        </p:spPr>
        <p:txBody>
          <a:bodyPr wrap="square" lIns="0" tIns="0" rIns="0" bIns="0" rtlCol="0" anchor="t"/>
          <a:lstStyle/>
          <a:p>
            <a:pPr algn="ctr" indent="0" marL="0">
              <a:buNone/>
            </a:pPr>
            <a:r>
              <a:rPr lang="en-US" sz="1300" b="1" spc="300" kern="0" dirty="0">
                <a:solidFill>
                  <a:srgbClr val="F2C98A"/>
                </a:solidFill>
                <a:latin typeface="Calibri" pitchFamily="34" charset="0"/>
                <a:ea typeface="Calibri" pitchFamily="34" charset="-122"/>
                <a:cs typeface="Calibri" pitchFamily="34" charset="-120"/>
              </a:rPr>
              <a:t>FINAL GRADE</a:t>
            </a:r>
            <a:endParaRPr lang="en-US" sz="1300" dirty="0"/>
          </a:p>
        </p:txBody>
      </p:sp>
      <p:sp>
        <p:nvSpPr>
          <p:cNvPr id="6" name="a2-zoom"/>
          <p:cNvSpPr txBox="1"/>
          <p:nvPr/>
        </p:nvSpPr>
        <p:spPr>
          <a:xfrm>
            <a:off x="640080" y="2560320"/>
            <a:ext cx="3749040" cy="1280160"/>
          </a:xfrm>
          <a:prstGeom prst="rect">
            <a:avLst/>
          </a:prstGeom>
          <a:noFill/>
          <a:ln/>
        </p:spPr>
        <p:txBody>
          <a:bodyPr wrap="square" lIns="0" tIns="0" rIns="0" bIns="0" rtlCol="0" anchor="ctr"/>
          <a:lstStyle/>
          <a:p>
            <a:pPr algn="ctr" indent="0" marL="0">
              <a:buNone/>
            </a:pPr>
            <a:r>
              <a:rPr lang="en-US" sz="8800" b="1" dirty="0">
                <a:solidFill>
                  <a:srgbClr val="D9973A"/>
                </a:solidFill>
                <a:latin typeface="Cambria" pitchFamily="34" charset="0"/>
                <a:ea typeface="Cambria" pitchFamily="34" charset="-122"/>
                <a:cs typeface="Cambria" pitchFamily="34" charset="-120"/>
              </a:rPr>
              <a:t>10/10</a:t>
            </a:r>
            <a:endParaRPr lang="en-US" sz="8800" dirty="0"/>
          </a:p>
        </p:txBody>
      </p:sp>
      <p:pic>
        <p:nvPicPr>
          <p:cNvPr id="7" name="a3-fade" descr="">    </p:cNvPr>
          <p:cNvPicPr>
            <a:picLocks noChangeAspect="1"/>
          </p:cNvPicPr>
          <p:nvPr/>
        </p:nvPicPr>
        <p:blipFill>
          <a:blip r:embed="rId1"/>
          <a:stretch>
            <a:fillRect/>
          </a:stretch>
        </p:blipFill>
        <p:spPr>
          <a:xfrm>
            <a:off x="1371600" y="4023360"/>
            <a:ext cx="347472" cy="347472"/>
          </a:xfrm>
          <a:prstGeom prst="rect">
            <a:avLst/>
          </a:prstGeom>
        </p:spPr>
      </p:pic>
      <p:pic>
        <p:nvPicPr>
          <p:cNvPr id="8" name="a3-fade" descr="">    </p:cNvPr>
          <p:cNvPicPr>
            <a:picLocks noChangeAspect="1"/>
          </p:cNvPicPr>
          <p:nvPr/>
        </p:nvPicPr>
        <p:blipFill>
          <a:blip r:embed="rId2"/>
          <a:stretch>
            <a:fillRect/>
          </a:stretch>
        </p:blipFill>
        <p:spPr>
          <a:xfrm>
            <a:off x="1847088" y="4023360"/>
            <a:ext cx="347472" cy="347472"/>
          </a:xfrm>
          <a:prstGeom prst="rect">
            <a:avLst/>
          </a:prstGeom>
        </p:spPr>
      </p:pic>
      <p:pic>
        <p:nvPicPr>
          <p:cNvPr id="9" name="a3-fade" descr="">    </p:cNvPr>
          <p:cNvPicPr>
            <a:picLocks noChangeAspect="1"/>
          </p:cNvPicPr>
          <p:nvPr/>
        </p:nvPicPr>
        <p:blipFill>
          <a:blip r:embed="rId3"/>
          <a:stretch>
            <a:fillRect/>
          </a:stretch>
        </p:blipFill>
        <p:spPr>
          <a:xfrm>
            <a:off x="2322576" y="4023360"/>
            <a:ext cx="347472" cy="347472"/>
          </a:xfrm>
          <a:prstGeom prst="rect">
            <a:avLst/>
          </a:prstGeom>
        </p:spPr>
      </p:pic>
      <p:pic>
        <p:nvPicPr>
          <p:cNvPr id="10" name="a3-fade" descr="">    </p:cNvPr>
          <p:cNvPicPr>
            <a:picLocks noChangeAspect="1"/>
          </p:cNvPicPr>
          <p:nvPr/>
        </p:nvPicPr>
        <p:blipFill>
          <a:blip r:embed="rId4"/>
          <a:stretch>
            <a:fillRect/>
          </a:stretch>
        </p:blipFill>
        <p:spPr>
          <a:xfrm>
            <a:off x="2798064" y="4023360"/>
            <a:ext cx="347472" cy="347472"/>
          </a:xfrm>
          <a:prstGeom prst="rect">
            <a:avLst/>
          </a:prstGeom>
        </p:spPr>
      </p:pic>
      <p:pic>
        <p:nvPicPr>
          <p:cNvPr id="11" name="a3-fade" descr="">    </p:cNvPr>
          <p:cNvPicPr>
            <a:picLocks noChangeAspect="1"/>
          </p:cNvPicPr>
          <p:nvPr/>
        </p:nvPicPr>
        <p:blipFill>
          <a:blip r:embed="rId5"/>
          <a:stretch>
            <a:fillRect/>
          </a:stretch>
        </p:blipFill>
        <p:spPr>
          <a:xfrm>
            <a:off x="3273552" y="4023360"/>
            <a:ext cx="347472" cy="347472"/>
          </a:xfrm>
          <a:prstGeom prst="rect">
            <a:avLst/>
          </a:prstGeom>
        </p:spPr>
      </p:pic>
      <p:sp>
        <p:nvSpPr>
          <p:cNvPr id="12" name="a3-fade"/>
          <p:cNvSpPr txBox="1"/>
          <p:nvPr/>
        </p:nvSpPr>
        <p:spPr>
          <a:xfrm>
            <a:off x="822960" y="4663440"/>
            <a:ext cx="3383280" cy="914400"/>
          </a:xfrm>
          <a:prstGeom prst="rect">
            <a:avLst/>
          </a:prstGeom>
          <a:noFill/>
          <a:ln/>
        </p:spPr>
        <p:txBody>
          <a:bodyPr wrap="square" lIns="0" tIns="0" rIns="0" bIns="0" rtlCol="0" anchor="t"/>
          <a:lstStyle/>
          <a:p>
            <a:pPr algn="ctr" indent="0" marL="0">
              <a:spcAft>
                <a:spcPts val="400"/>
              </a:spcAft>
              <a:buNone/>
            </a:pPr>
            <a:r>
              <a:rPr lang="en-US" sz="1900" b="1" dirty="0">
                <a:solidFill>
                  <a:srgbClr val="FFFFFF"/>
                </a:solidFill>
                <a:latin typeface="Calibri" pitchFamily="34" charset="0"/>
                <a:ea typeface="Calibri" pitchFamily="34" charset="-122"/>
                <a:cs typeface="Calibri" pitchFamily="34" charset="-120"/>
              </a:rPr>
              <a:t>10 (Dix) – Excellent</a:t>
            </a:r>
            <a:endParaRPr lang="en-US" sz="1900" dirty="0"/>
          </a:p>
          <a:p>
            <a:pPr algn="ctr" indent="0" marL="0">
              <a:spcAft>
                <a:spcPts val="400"/>
              </a:spcAft>
              <a:buNone/>
            </a:pPr>
            <a:r>
              <a:rPr lang="en-US" sz="1500" dirty="0">
                <a:solidFill>
                  <a:srgbClr val="C9D3E6"/>
                </a:solidFill>
                <a:latin typeface="Calibri" pitchFamily="34" charset="0"/>
                <a:ea typeface="Calibri" pitchFamily="34" charset="-122"/>
                <a:cs typeface="Calibri" pitchFamily="34" charset="-120"/>
              </a:rPr>
              <a:t>The top grade in all 8 criteria</a:t>
            </a:r>
            <a:endParaRPr lang="en-US" sz="1900" dirty="0"/>
          </a:p>
        </p:txBody>
      </p:sp>
      <p:sp>
        <p:nvSpPr>
          <p:cNvPr id="13" name="a4-wipe"/>
          <p:cNvSpPr txBox="1"/>
          <p:nvPr/>
        </p:nvSpPr>
        <p:spPr>
          <a:xfrm>
            <a:off x="4846320" y="1828800"/>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Presents the company's activities</a:t>
            </a:r>
            <a:endParaRPr lang="en-US" sz="1500" dirty="0"/>
          </a:p>
        </p:txBody>
      </p:sp>
      <p:sp>
        <p:nvSpPr>
          <p:cNvPr id="14" name="Shape 7"/>
          <p:cNvSpPr/>
          <p:nvPr/>
        </p:nvSpPr>
        <p:spPr>
          <a:xfrm>
            <a:off x="8869680" y="1920240"/>
            <a:ext cx="2103120" cy="201168"/>
          </a:xfrm>
          <a:prstGeom prst="roundRect">
            <a:avLst>
              <a:gd name="adj" fmla="val 50000"/>
            </a:avLst>
          </a:prstGeom>
          <a:solidFill>
            <a:srgbClr val="F3F5F9"/>
          </a:solidFill>
          <a:ln w="12700">
            <a:solidFill>
              <a:srgbClr val="F3F5F9"/>
            </a:solidFill>
            <a:prstDash val="solid"/>
          </a:ln>
        </p:spPr>
      </p:sp>
      <p:sp>
        <p:nvSpPr>
          <p:cNvPr id="15" name="a4-wipe"/>
          <p:cNvSpPr/>
          <p:nvPr/>
        </p:nvSpPr>
        <p:spPr>
          <a:xfrm>
            <a:off x="8869680" y="1920240"/>
            <a:ext cx="2103120" cy="201168"/>
          </a:xfrm>
          <a:prstGeom prst="roundRect">
            <a:avLst>
              <a:gd name="adj" fmla="val 50000"/>
            </a:avLst>
          </a:prstGeom>
          <a:solidFill>
            <a:srgbClr val="D9973A"/>
          </a:solidFill>
          <a:ln w="12700">
            <a:solidFill>
              <a:srgbClr val="D9973A"/>
            </a:solidFill>
            <a:prstDash val="solid"/>
          </a:ln>
        </p:spPr>
      </p:sp>
      <p:sp>
        <p:nvSpPr>
          <p:cNvPr id="16" name="a4-wipe"/>
          <p:cNvSpPr txBox="1"/>
          <p:nvPr/>
        </p:nvSpPr>
        <p:spPr>
          <a:xfrm>
            <a:off x="11091672" y="1828800"/>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17" name="a5-wipe"/>
          <p:cNvSpPr txBox="1"/>
          <p:nvPr/>
        </p:nvSpPr>
        <p:spPr>
          <a:xfrm>
            <a:off x="4846320" y="2363724"/>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Knows the company's legal documents</a:t>
            </a:r>
            <a:endParaRPr lang="en-US" sz="1500" dirty="0"/>
          </a:p>
        </p:txBody>
      </p:sp>
      <p:sp>
        <p:nvSpPr>
          <p:cNvPr id="18" name="Shape 11"/>
          <p:cNvSpPr/>
          <p:nvPr/>
        </p:nvSpPr>
        <p:spPr>
          <a:xfrm>
            <a:off x="8869680" y="2455164"/>
            <a:ext cx="2103120" cy="201168"/>
          </a:xfrm>
          <a:prstGeom prst="roundRect">
            <a:avLst>
              <a:gd name="adj" fmla="val 50000"/>
            </a:avLst>
          </a:prstGeom>
          <a:solidFill>
            <a:srgbClr val="F3F5F9"/>
          </a:solidFill>
          <a:ln w="12700">
            <a:solidFill>
              <a:srgbClr val="F3F5F9"/>
            </a:solidFill>
            <a:prstDash val="solid"/>
          </a:ln>
        </p:spPr>
      </p:sp>
      <p:sp>
        <p:nvSpPr>
          <p:cNvPr id="19" name="a5-wipe"/>
          <p:cNvSpPr/>
          <p:nvPr/>
        </p:nvSpPr>
        <p:spPr>
          <a:xfrm>
            <a:off x="8869680" y="2455164"/>
            <a:ext cx="2103120" cy="201168"/>
          </a:xfrm>
          <a:prstGeom prst="roundRect">
            <a:avLst>
              <a:gd name="adj" fmla="val 50000"/>
            </a:avLst>
          </a:prstGeom>
          <a:solidFill>
            <a:srgbClr val="D9973A"/>
          </a:solidFill>
          <a:ln w="12700">
            <a:solidFill>
              <a:srgbClr val="D9973A"/>
            </a:solidFill>
            <a:prstDash val="solid"/>
          </a:ln>
        </p:spPr>
      </p:sp>
      <p:sp>
        <p:nvSpPr>
          <p:cNvPr id="20" name="a5-wipe"/>
          <p:cNvSpPr txBox="1"/>
          <p:nvPr/>
        </p:nvSpPr>
        <p:spPr>
          <a:xfrm>
            <a:off x="11091672" y="2363724"/>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21" name="a6-wipe"/>
          <p:cNvSpPr txBox="1"/>
          <p:nvPr/>
        </p:nvSpPr>
        <p:spPr>
          <a:xfrm>
            <a:off x="4846320" y="2898648"/>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Analyses planning and management</a:t>
            </a:r>
            <a:endParaRPr lang="en-US" sz="1500" dirty="0"/>
          </a:p>
        </p:txBody>
      </p:sp>
      <p:sp>
        <p:nvSpPr>
          <p:cNvPr id="22" name="Shape 15"/>
          <p:cNvSpPr/>
          <p:nvPr/>
        </p:nvSpPr>
        <p:spPr>
          <a:xfrm>
            <a:off x="8869680" y="2990088"/>
            <a:ext cx="2103120" cy="201168"/>
          </a:xfrm>
          <a:prstGeom prst="roundRect">
            <a:avLst>
              <a:gd name="adj" fmla="val 50000"/>
            </a:avLst>
          </a:prstGeom>
          <a:solidFill>
            <a:srgbClr val="F3F5F9"/>
          </a:solidFill>
          <a:ln w="12700">
            <a:solidFill>
              <a:srgbClr val="F3F5F9"/>
            </a:solidFill>
            <a:prstDash val="solid"/>
          </a:ln>
        </p:spPr>
      </p:sp>
      <p:sp>
        <p:nvSpPr>
          <p:cNvPr id="23" name="a6-wipe"/>
          <p:cNvSpPr/>
          <p:nvPr/>
        </p:nvSpPr>
        <p:spPr>
          <a:xfrm>
            <a:off x="8869680" y="2990088"/>
            <a:ext cx="2103120" cy="201168"/>
          </a:xfrm>
          <a:prstGeom prst="roundRect">
            <a:avLst>
              <a:gd name="adj" fmla="val 50000"/>
            </a:avLst>
          </a:prstGeom>
          <a:solidFill>
            <a:srgbClr val="D9973A"/>
          </a:solidFill>
          <a:ln w="12700">
            <a:solidFill>
              <a:srgbClr val="D9973A"/>
            </a:solidFill>
            <a:prstDash val="solid"/>
          </a:ln>
        </p:spPr>
      </p:sp>
      <p:sp>
        <p:nvSpPr>
          <p:cNvPr id="24" name="a6-wipe"/>
          <p:cNvSpPr txBox="1"/>
          <p:nvPr/>
        </p:nvSpPr>
        <p:spPr>
          <a:xfrm>
            <a:off x="11091672" y="2898648"/>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25" name="a7-wipe"/>
          <p:cNvSpPr txBox="1"/>
          <p:nvPr/>
        </p:nvSpPr>
        <p:spPr>
          <a:xfrm>
            <a:off x="4846320" y="3433572"/>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Uses information technologies (ICT)</a:t>
            </a:r>
            <a:endParaRPr lang="en-US" sz="1500" dirty="0"/>
          </a:p>
        </p:txBody>
      </p:sp>
      <p:sp>
        <p:nvSpPr>
          <p:cNvPr id="26" name="Shape 19"/>
          <p:cNvSpPr/>
          <p:nvPr/>
        </p:nvSpPr>
        <p:spPr>
          <a:xfrm>
            <a:off x="8869680" y="3525012"/>
            <a:ext cx="2103120" cy="201168"/>
          </a:xfrm>
          <a:prstGeom prst="roundRect">
            <a:avLst>
              <a:gd name="adj" fmla="val 50000"/>
            </a:avLst>
          </a:prstGeom>
          <a:solidFill>
            <a:srgbClr val="F3F5F9"/>
          </a:solidFill>
          <a:ln w="12700">
            <a:solidFill>
              <a:srgbClr val="F3F5F9"/>
            </a:solidFill>
            <a:prstDash val="solid"/>
          </a:ln>
        </p:spPr>
      </p:sp>
      <p:sp>
        <p:nvSpPr>
          <p:cNvPr id="27" name="a7-wipe"/>
          <p:cNvSpPr/>
          <p:nvPr/>
        </p:nvSpPr>
        <p:spPr>
          <a:xfrm>
            <a:off x="8869680" y="3525012"/>
            <a:ext cx="2103120" cy="201168"/>
          </a:xfrm>
          <a:prstGeom prst="roundRect">
            <a:avLst>
              <a:gd name="adj" fmla="val 50000"/>
            </a:avLst>
          </a:prstGeom>
          <a:solidFill>
            <a:srgbClr val="D9973A"/>
          </a:solidFill>
          <a:ln w="12700">
            <a:solidFill>
              <a:srgbClr val="D9973A"/>
            </a:solidFill>
            <a:prstDash val="solid"/>
          </a:ln>
        </p:spPr>
      </p:sp>
      <p:sp>
        <p:nvSpPr>
          <p:cNvPr id="28" name="a7-wipe"/>
          <p:cNvSpPr txBox="1"/>
          <p:nvPr/>
        </p:nvSpPr>
        <p:spPr>
          <a:xfrm>
            <a:off x="11091672" y="3433572"/>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29" name="a8-wipe"/>
          <p:cNvSpPr txBox="1"/>
          <p:nvPr/>
        </p:nvSpPr>
        <p:spPr>
          <a:xfrm>
            <a:off x="4846320" y="3968496"/>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Knows communication styles &amp; channels</a:t>
            </a:r>
            <a:endParaRPr lang="en-US" sz="1500" dirty="0"/>
          </a:p>
        </p:txBody>
      </p:sp>
      <p:sp>
        <p:nvSpPr>
          <p:cNvPr id="30" name="Shape 23"/>
          <p:cNvSpPr/>
          <p:nvPr/>
        </p:nvSpPr>
        <p:spPr>
          <a:xfrm>
            <a:off x="8869680" y="4059936"/>
            <a:ext cx="2103120" cy="201168"/>
          </a:xfrm>
          <a:prstGeom prst="roundRect">
            <a:avLst>
              <a:gd name="adj" fmla="val 50000"/>
            </a:avLst>
          </a:prstGeom>
          <a:solidFill>
            <a:srgbClr val="F3F5F9"/>
          </a:solidFill>
          <a:ln w="12700">
            <a:solidFill>
              <a:srgbClr val="F3F5F9"/>
            </a:solidFill>
            <a:prstDash val="solid"/>
          </a:ln>
        </p:spPr>
      </p:sp>
      <p:sp>
        <p:nvSpPr>
          <p:cNvPr id="31" name="a8-wipe"/>
          <p:cNvSpPr/>
          <p:nvPr/>
        </p:nvSpPr>
        <p:spPr>
          <a:xfrm>
            <a:off x="8869680" y="4059936"/>
            <a:ext cx="2103120" cy="201168"/>
          </a:xfrm>
          <a:prstGeom prst="roundRect">
            <a:avLst>
              <a:gd name="adj" fmla="val 50000"/>
            </a:avLst>
          </a:prstGeom>
          <a:solidFill>
            <a:srgbClr val="D9973A"/>
          </a:solidFill>
          <a:ln w="12700">
            <a:solidFill>
              <a:srgbClr val="D9973A"/>
            </a:solidFill>
            <a:prstDash val="solid"/>
          </a:ln>
        </p:spPr>
      </p:sp>
      <p:sp>
        <p:nvSpPr>
          <p:cNvPr id="32" name="a8-wipe"/>
          <p:cNvSpPr txBox="1"/>
          <p:nvPr/>
        </p:nvSpPr>
        <p:spPr>
          <a:xfrm>
            <a:off x="11091672" y="3968496"/>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33" name="a9-wipe"/>
          <p:cNvSpPr txBox="1"/>
          <p:nvPr/>
        </p:nvSpPr>
        <p:spPr>
          <a:xfrm>
            <a:off x="4846320" y="4503420"/>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Speaks a foreign language at work</a:t>
            </a:r>
            <a:endParaRPr lang="en-US" sz="1500" dirty="0"/>
          </a:p>
        </p:txBody>
      </p:sp>
      <p:sp>
        <p:nvSpPr>
          <p:cNvPr id="34" name="Shape 27"/>
          <p:cNvSpPr/>
          <p:nvPr/>
        </p:nvSpPr>
        <p:spPr>
          <a:xfrm>
            <a:off x="8869680" y="4594860"/>
            <a:ext cx="2103120" cy="201168"/>
          </a:xfrm>
          <a:prstGeom prst="roundRect">
            <a:avLst>
              <a:gd name="adj" fmla="val 50000"/>
            </a:avLst>
          </a:prstGeom>
          <a:solidFill>
            <a:srgbClr val="F3F5F9"/>
          </a:solidFill>
          <a:ln w="12700">
            <a:solidFill>
              <a:srgbClr val="F3F5F9"/>
            </a:solidFill>
            <a:prstDash val="solid"/>
          </a:ln>
        </p:spPr>
      </p:sp>
      <p:sp>
        <p:nvSpPr>
          <p:cNvPr id="35" name="a9-wipe"/>
          <p:cNvSpPr/>
          <p:nvPr/>
        </p:nvSpPr>
        <p:spPr>
          <a:xfrm>
            <a:off x="8869680" y="4594860"/>
            <a:ext cx="2103120" cy="201168"/>
          </a:xfrm>
          <a:prstGeom prst="roundRect">
            <a:avLst>
              <a:gd name="adj" fmla="val 50000"/>
            </a:avLst>
          </a:prstGeom>
          <a:solidFill>
            <a:srgbClr val="D9973A"/>
          </a:solidFill>
          <a:ln w="12700">
            <a:solidFill>
              <a:srgbClr val="D9973A"/>
            </a:solidFill>
            <a:prstDash val="solid"/>
          </a:ln>
        </p:spPr>
      </p:sp>
      <p:sp>
        <p:nvSpPr>
          <p:cNvPr id="36" name="a9-wipe"/>
          <p:cNvSpPr txBox="1"/>
          <p:nvPr/>
        </p:nvSpPr>
        <p:spPr>
          <a:xfrm>
            <a:off x="11091672" y="4503420"/>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37" name="a10-wipe"/>
          <p:cNvSpPr txBox="1"/>
          <p:nvPr/>
        </p:nvSpPr>
        <p:spPr>
          <a:xfrm>
            <a:off x="4846320" y="5038344"/>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Brings new ideas into the company</a:t>
            </a:r>
            <a:endParaRPr lang="en-US" sz="1500" dirty="0"/>
          </a:p>
        </p:txBody>
      </p:sp>
      <p:sp>
        <p:nvSpPr>
          <p:cNvPr id="38" name="Shape 31"/>
          <p:cNvSpPr/>
          <p:nvPr/>
        </p:nvSpPr>
        <p:spPr>
          <a:xfrm>
            <a:off x="8869680" y="5129784"/>
            <a:ext cx="2103120" cy="201168"/>
          </a:xfrm>
          <a:prstGeom prst="roundRect">
            <a:avLst>
              <a:gd name="adj" fmla="val 50000"/>
            </a:avLst>
          </a:prstGeom>
          <a:solidFill>
            <a:srgbClr val="F3F5F9"/>
          </a:solidFill>
          <a:ln w="12700">
            <a:solidFill>
              <a:srgbClr val="F3F5F9"/>
            </a:solidFill>
            <a:prstDash val="solid"/>
          </a:ln>
        </p:spPr>
      </p:sp>
      <p:sp>
        <p:nvSpPr>
          <p:cNvPr id="39" name="a10-wipe"/>
          <p:cNvSpPr/>
          <p:nvPr/>
        </p:nvSpPr>
        <p:spPr>
          <a:xfrm>
            <a:off x="8869680" y="5129784"/>
            <a:ext cx="2103120" cy="201168"/>
          </a:xfrm>
          <a:prstGeom prst="roundRect">
            <a:avLst>
              <a:gd name="adj" fmla="val 50000"/>
            </a:avLst>
          </a:prstGeom>
          <a:solidFill>
            <a:srgbClr val="D9973A"/>
          </a:solidFill>
          <a:ln w="12700">
            <a:solidFill>
              <a:srgbClr val="D9973A"/>
            </a:solidFill>
            <a:prstDash val="solid"/>
          </a:ln>
        </p:spPr>
      </p:sp>
      <p:sp>
        <p:nvSpPr>
          <p:cNvPr id="40" name="a10-wipe"/>
          <p:cNvSpPr txBox="1"/>
          <p:nvPr/>
        </p:nvSpPr>
        <p:spPr>
          <a:xfrm>
            <a:off x="11091672" y="5038344"/>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41" name="a11-wipe"/>
          <p:cNvSpPr txBox="1"/>
          <p:nvPr/>
        </p:nvSpPr>
        <p:spPr>
          <a:xfrm>
            <a:off x="4846320" y="5573268"/>
            <a:ext cx="3886200" cy="384048"/>
          </a:xfrm>
          <a:prstGeom prst="rect">
            <a:avLst/>
          </a:prstGeom>
          <a:noFill/>
          <a:ln/>
        </p:spPr>
        <p:txBody>
          <a:bodyPr wrap="square" lIns="0" tIns="0" rIns="0" bIns="0" rtlCol="0" anchor="ctr"/>
          <a:lstStyle/>
          <a:p>
            <a:pPr indent="0" marL="0">
              <a:buNone/>
            </a:pPr>
            <a:r>
              <a:rPr lang="en-US" sz="1500" dirty="0">
                <a:solidFill>
                  <a:srgbClr val="1B2A4A"/>
                </a:solidFill>
                <a:latin typeface="Calibri" pitchFamily="34" charset="0"/>
                <a:ea typeface="Calibri" pitchFamily="34" charset="-122"/>
                <a:cs typeface="Calibri" pitchFamily="34" charset="-120"/>
              </a:rPr>
              <a:t>Suggests ways to improve performance</a:t>
            </a:r>
            <a:endParaRPr lang="en-US" sz="1500" dirty="0"/>
          </a:p>
        </p:txBody>
      </p:sp>
      <p:sp>
        <p:nvSpPr>
          <p:cNvPr id="42" name="Shape 35"/>
          <p:cNvSpPr/>
          <p:nvPr/>
        </p:nvSpPr>
        <p:spPr>
          <a:xfrm>
            <a:off x="8869680" y="5664708"/>
            <a:ext cx="2103120" cy="201168"/>
          </a:xfrm>
          <a:prstGeom prst="roundRect">
            <a:avLst>
              <a:gd name="adj" fmla="val 50000"/>
            </a:avLst>
          </a:prstGeom>
          <a:solidFill>
            <a:srgbClr val="F3F5F9"/>
          </a:solidFill>
          <a:ln w="12700">
            <a:solidFill>
              <a:srgbClr val="F3F5F9"/>
            </a:solidFill>
            <a:prstDash val="solid"/>
          </a:ln>
        </p:spPr>
      </p:sp>
      <p:sp>
        <p:nvSpPr>
          <p:cNvPr id="43" name="a11-wipe"/>
          <p:cNvSpPr/>
          <p:nvPr/>
        </p:nvSpPr>
        <p:spPr>
          <a:xfrm>
            <a:off x="8869680" y="5664708"/>
            <a:ext cx="2103120" cy="201168"/>
          </a:xfrm>
          <a:prstGeom prst="roundRect">
            <a:avLst>
              <a:gd name="adj" fmla="val 50000"/>
            </a:avLst>
          </a:prstGeom>
          <a:solidFill>
            <a:srgbClr val="D9973A"/>
          </a:solidFill>
          <a:ln w="12700">
            <a:solidFill>
              <a:srgbClr val="D9973A"/>
            </a:solidFill>
            <a:prstDash val="solid"/>
          </a:ln>
        </p:spPr>
      </p:sp>
      <p:sp>
        <p:nvSpPr>
          <p:cNvPr id="44" name="a11-wipe"/>
          <p:cNvSpPr txBox="1"/>
          <p:nvPr/>
        </p:nvSpPr>
        <p:spPr>
          <a:xfrm>
            <a:off x="11091672" y="5573268"/>
            <a:ext cx="457200" cy="384048"/>
          </a:xfrm>
          <a:prstGeom prst="rect">
            <a:avLst/>
          </a:prstGeom>
          <a:noFill/>
          <a:ln/>
        </p:spPr>
        <p:txBody>
          <a:bodyPr wrap="square" lIns="0" tIns="0" rIns="0" bIns="0" rtlCol="0" anchor="ctr"/>
          <a:lstStyle/>
          <a:p>
            <a:pPr algn="r" indent="0" marL="0">
              <a:buNone/>
            </a:pPr>
            <a:r>
              <a:rPr lang="en-US" sz="1600" b="1" dirty="0">
                <a:solidFill>
                  <a:srgbClr val="1B2A4A"/>
                </a:solidFill>
                <a:latin typeface="Calibri" pitchFamily="34" charset="0"/>
                <a:ea typeface="Calibri" pitchFamily="34" charset="-122"/>
                <a:cs typeface="Calibri" pitchFamily="34" charset="-120"/>
              </a:rPr>
              <a:t>10</a:t>
            </a:r>
            <a:endParaRPr lang="en-US" sz="1600" dirty="0"/>
          </a:p>
        </p:txBody>
      </p:sp>
      <p:sp>
        <p:nvSpPr>
          <p:cNvPr id="45" name="Text 38"/>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46" name="Text 39"/>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17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450" fill="hold"/>
                                        <p:tgtEl>
                                          <p:spTgt spid="4"/>
                                        </p:tgtEl>
                                        <p:attrNameLst>
                                          <p:attrName>ppt_w</p:attrName>
                                        </p:attrNameLst>
                                      </p:cBhvr>
                                      <p:tavLst>
                                        <p:tav tm="0">
                                          <p:val>
                                            <p:fltVal val="0"/>
                                          </p:val>
                                        </p:tav>
                                        <p:tav tm="100000">
                                          <p:val>
                                            <p:strVal val="#ppt_w"/>
                                          </p:val>
                                        </p:tav>
                                      </p:tavLst>
                                    </p:anim>
                                    <p:anim calcmode="lin" valueType="num">
                                      <p:cBhvr>
                                        <p:cTn id="8" dur="450" fill="hold"/>
                                        <p:tgtEl>
                                          <p:spTgt spid="4"/>
                                        </p:tgtEl>
                                        <p:attrNameLst>
                                          <p:attrName>ppt_h</p:attrName>
                                        </p:attrNameLst>
                                      </p:cBhvr>
                                      <p:tavLst>
                                        <p:tav tm="0">
                                          <p:val>
                                            <p:fltVal val="0"/>
                                          </p:val>
                                        </p:tav>
                                        <p:tav tm="100000">
                                          <p:val>
                                            <p:strVal val="#ppt_h"/>
                                          </p:val>
                                        </p:tav>
                                      </p:tavLst>
                                    </p:anim>
                                    <p:animEffect transition="in" filter="fade">
                                      <p:cBhvr>
                                        <p:cTn id="9" dur="4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450" fill="hold"/>
                                        <p:tgtEl>
                                          <p:spTgt spid="5"/>
                                        </p:tgtEl>
                                        <p:attrNameLst>
                                          <p:attrName>ppt_w</p:attrName>
                                        </p:attrNameLst>
                                      </p:cBhvr>
                                      <p:tavLst>
                                        <p:tav tm="0">
                                          <p:val>
                                            <p:fltVal val="0"/>
                                          </p:val>
                                        </p:tav>
                                        <p:tav tm="100000">
                                          <p:val>
                                            <p:strVal val="#ppt_w"/>
                                          </p:val>
                                        </p:tav>
                                      </p:tavLst>
                                    </p:anim>
                                    <p:anim calcmode="lin" valueType="num">
                                      <p:cBhvr>
                                        <p:cTn id="13" dur="450" fill="hold"/>
                                        <p:tgtEl>
                                          <p:spTgt spid="5"/>
                                        </p:tgtEl>
                                        <p:attrNameLst>
                                          <p:attrName>ppt_h</p:attrName>
                                        </p:attrNameLst>
                                      </p:cBhvr>
                                      <p:tavLst>
                                        <p:tav tm="0">
                                          <p:val>
                                            <p:fltVal val="0"/>
                                          </p:val>
                                        </p:tav>
                                        <p:tav tm="100000">
                                          <p:val>
                                            <p:strVal val="#ppt_h"/>
                                          </p:val>
                                        </p:tav>
                                      </p:tavLst>
                                    </p:anim>
                                    <p:animEffect transition="in" filter="fade">
                                      <p:cBhvr>
                                        <p:cTn id="14" dur="450"/>
                                        <p:tgtEl>
                                          <p:spTgt spid="5"/>
                                        </p:tgtEl>
                                      </p:cBhvr>
                                    </p:animEffect>
                                  </p:childTnLst>
                                </p:cTn>
                              </p:par>
                              <p:par>
                                <p:cTn id="15" presetID="53" presetClass="entr" presetSubtype="16" fill="hold" grpId="0" nodeType="withEffect">
                                  <p:stCondLst>
                                    <p:cond delay="315"/>
                                  </p:stCondLst>
                                  <p:childTnLst>
                                    <p:set>
                                      <p:cBhvr>
                                        <p:cTn id="16" dur="1" fill="hold">
                                          <p:stCondLst>
                                            <p:cond delay="0"/>
                                          </p:stCondLst>
                                        </p:cTn>
                                        <p:tgtEl>
                                          <p:spTgt spid="6"/>
                                        </p:tgtEl>
                                        <p:attrNameLst>
                                          <p:attrName>style.visibility</p:attrName>
                                        </p:attrNameLst>
                                      </p:cBhvr>
                                      <p:to>
                                        <p:strVal val="visible"/>
                                      </p:to>
                                    </p:set>
                                    <p:anim calcmode="lin" valueType="num">
                                      <p:cBhvr>
                                        <p:cTn id="17" dur="450" fill="hold"/>
                                        <p:tgtEl>
                                          <p:spTgt spid="6"/>
                                        </p:tgtEl>
                                        <p:attrNameLst>
                                          <p:attrName>ppt_w</p:attrName>
                                        </p:attrNameLst>
                                      </p:cBhvr>
                                      <p:tavLst>
                                        <p:tav tm="0">
                                          <p:val>
                                            <p:fltVal val="0"/>
                                          </p:val>
                                        </p:tav>
                                        <p:tav tm="100000">
                                          <p:val>
                                            <p:strVal val="#ppt_w"/>
                                          </p:val>
                                        </p:tav>
                                      </p:tavLst>
                                    </p:anim>
                                    <p:anim calcmode="lin" valueType="num">
                                      <p:cBhvr>
                                        <p:cTn id="18" dur="450" fill="hold"/>
                                        <p:tgtEl>
                                          <p:spTgt spid="6"/>
                                        </p:tgtEl>
                                        <p:attrNameLst>
                                          <p:attrName>ppt_h</p:attrName>
                                        </p:attrNameLst>
                                      </p:cBhvr>
                                      <p:tavLst>
                                        <p:tav tm="0">
                                          <p:val>
                                            <p:fltVal val="0"/>
                                          </p:val>
                                        </p:tav>
                                        <p:tav tm="100000">
                                          <p:val>
                                            <p:strVal val="#ppt_h"/>
                                          </p:val>
                                        </p:tav>
                                      </p:tavLst>
                                    </p:anim>
                                    <p:animEffect transition="in" filter="fade">
                                      <p:cBhvr>
                                        <p:cTn id="19" dur="450"/>
                                        <p:tgtEl>
                                          <p:spTgt spid="6"/>
                                        </p:tgtEl>
                                      </p:cBhvr>
                                    </p:animEffect>
                                  </p:childTnLst>
                                </p:cTn>
                              </p:par>
                              <p:par>
                                <p:cTn id="20" presetID="10" presetClass="entr" presetSubtype="0" fill="hold" grpId="0" nodeType="withEffect">
                                  <p:stCondLst>
                                    <p:cond delay="6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6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6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6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6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22" presetClass="entr" presetSubtype="8" fill="hold" grpId="0" nodeType="withEffect">
                                  <p:stCondLst>
                                    <p:cond delay="980"/>
                                  </p:stCondLst>
                                  <p:childTnLst>
                                    <p:set>
                                      <p:cBhvr>
                                        <p:cTn id="39" dur="1" fill="hold">
                                          <p:stCondLst>
                                            <p:cond delay="0"/>
                                          </p:stCondLst>
                                        </p:cTn>
                                        <p:tgtEl>
                                          <p:spTgt spid="13"/>
                                        </p:tgtEl>
                                        <p:attrNameLst>
                                          <p:attrName>style.visibility</p:attrName>
                                        </p:attrNameLst>
                                      </p:cBhvr>
                                      <p:to>
                                        <p:strVal val="visible"/>
                                      </p:to>
                                    </p:set>
                                    <p:animEffect transition="in" filter="wipe(left)">
                                      <p:cBhvr>
                                        <p:cTn id="40" dur="550"/>
                                        <p:tgtEl>
                                          <p:spTgt spid="13"/>
                                        </p:tgtEl>
                                      </p:cBhvr>
                                    </p:animEffect>
                                  </p:childTnLst>
                                </p:cTn>
                              </p:par>
                              <p:par>
                                <p:cTn id="41" presetID="22" presetClass="entr" presetSubtype="8" fill="hold" grpId="0" nodeType="withEffect">
                                  <p:stCondLst>
                                    <p:cond delay="98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550"/>
                                        <p:tgtEl>
                                          <p:spTgt spid="15"/>
                                        </p:tgtEl>
                                      </p:cBhvr>
                                    </p:animEffect>
                                  </p:childTnLst>
                                </p:cTn>
                              </p:par>
                              <p:par>
                                <p:cTn id="44" presetID="22" presetClass="entr" presetSubtype="8" fill="hold" grpId="0" nodeType="withEffect">
                                  <p:stCondLst>
                                    <p:cond delay="980"/>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550"/>
                                        <p:tgtEl>
                                          <p:spTgt spid="16"/>
                                        </p:tgtEl>
                                      </p:cBhvr>
                                    </p:animEffect>
                                  </p:childTnLst>
                                </p:cTn>
                              </p:par>
                              <p:par>
                                <p:cTn id="47" presetID="22" presetClass="entr" presetSubtype="8" fill="hold" grpId="0" nodeType="withEffect">
                                  <p:stCondLst>
                                    <p:cond delay="1365"/>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550"/>
                                        <p:tgtEl>
                                          <p:spTgt spid="17"/>
                                        </p:tgtEl>
                                      </p:cBhvr>
                                    </p:animEffect>
                                  </p:childTnLst>
                                </p:cTn>
                              </p:par>
                              <p:par>
                                <p:cTn id="50" presetID="22" presetClass="entr" presetSubtype="8" fill="hold" grpId="0" nodeType="withEffect">
                                  <p:stCondLst>
                                    <p:cond delay="1365"/>
                                  </p:stCondLst>
                                  <p:childTnLst>
                                    <p:set>
                                      <p:cBhvr>
                                        <p:cTn id="51" dur="1" fill="hold">
                                          <p:stCondLst>
                                            <p:cond delay="0"/>
                                          </p:stCondLst>
                                        </p:cTn>
                                        <p:tgtEl>
                                          <p:spTgt spid="19"/>
                                        </p:tgtEl>
                                        <p:attrNameLst>
                                          <p:attrName>style.visibility</p:attrName>
                                        </p:attrNameLst>
                                      </p:cBhvr>
                                      <p:to>
                                        <p:strVal val="visible"/>
                                      </p:to>
                                    </p:set>
                                    <p:animEffect transition="in" filter="wipe(left)">
                                      <p:cBhvr>
                                        <p:cTn id="52" dur="550"/>
                                        <p:tgtEl>
                                          <p:spTgt spid="19"/>
                                        </p:tgtEl>
                                      </p:cBhvr>
                                    </p:animEffect>
                                  </p:childTnLst>
                                </p:cTn>
                              </p:par>
                              <p:par>
                                <p:cTn id="53" presetID="22" presetClass="entr" presetSubtype="8" fill="hold" grpId="0" nodeType="withEffect">
                                  <p:stCondLst>
                                    <p:cond delay="1365"/>
                                  </p:stCondLst>
                                  <p:childTnLst>
                                    <p:set>
                                      <p:cBhvr>
                                        <p:cTn id="54" dur="1" fill="hold">
                                          <p:stCondLst>
                                            <p:cond delay="0"/>
                                          </p:stCondLst>
                                        </p:cTn>
                                        <p:tgtEl>
                                          <p:spTgt spid="20"/>
                                        </p:tgtEl>
                                        <p:attrNameLst>
                                          <p:attrName>style.visibility</p:attrName>
                                        </p:attrNameLst>
                                      </p:cBhvr>
                                      <p:to>
                                        <p:strVal val="visible"/>
                                      </p:to>
                                    </p:set>
                                    <p:animEffect transition="in" filter="wipe(left)">
                                      <p:cBhvr>
                                        <p:cTn id="55" dur="550"/>
                                        <p:tgtEl>
                                          <p:spTgt spid="20"/>
                                        </p:tgtEl>
                                      </p:cBhvr>
                                    </p:animEffect>
                                  </p:childTnLst>
                                </p:cTn>
                              </p:par>
                              <p:par>
                                <p:cTn id="56" presetID="22" presetClass="entr" presetSubtype="8" fill="hold" grpId="0" nodeType="withEffect">
                                  <p:stCondLst>
                                    <p:cond delay="1750"/>
                                  </p:stCondLst>
                                  <p:childTnLst>
                                    <p:set>
                                      <p:cBhvr>
                                        <p:cTn id="57" dur="1" fill="hold">
                                          <p:stCondLst>
                                            <p:cond delay="0"/>
                                          </p:stCondLst>
                                        </p:cTn>
                                        <p:tgtEl>
                                          <p:spTgt spid="21"/>
                                        </p:tgtEl>
                                        <p:attrNameLst>
                                          <p:attrName>style.visibility</p:attrName>
                                        </p:attrNameLst>
                                      </p:cBhvr>
                                      <p:to>
                                        <p:strVal val="visible"/>
                                      </p:to>
                                    </p:set>
                                    <p:animEffect transition="in" filter="wipe(left)">
                                      <p:cBhvr>
                                        <p:cTn id="58" dur="550"/>
                                        <p:tgtEl>
                                          <p:spTgt spid="21"/>
                                        </p:tgtEl>
                                      </p:cBhvr>
                                    </p:animEffect>
                                  </p:childTnLst>
                                </p:cTn>
                              </p:par>
                              <p:par>
                                <p:cTn id="59" presetID="22" presetClass="entr" presetSubtype="8" fill="hold" grpId="0" nodeType="withEffect">
                                  <p:stCondLst>
                                    <p:cond delay="1750"/>
                                  </p:stCondLst>
                                  <p:childTnLst>
                                    <p:set>
                                      <p:cBhvr>
                                        <p:cTn id="60" dur="1" fill="hold">
                                          <p:stCondLst>
                                            <p:cond delay="0"/>
                                          </p:stCondLst>
                                        </p:cTn>
                                        <p:tgtEl>
                                          <p:spTgt spid="23"/>
                                        </p:tgtEl>
                                        <p:attrNameLst>
                                          <p:attrName>style.visibility</p:attrName>
                                        </p:attrNameLst>
                                      </p:cBhvr>
                                      <p:to>
                                        <p:strVal val="visible"/>
                                      </p:to>
                                    </p:set>
                                    <p:animEffect transition="in" filter="wipe(left)">
                                      <p:cBhvr>
                                        <p:cTn id="61" dur="550"/>
                                        <p:tgtEl>
                                          <p:spTgt spid="23"/>
                                        </p:tgtEl>
                                      </p:cBhvr>
                                    </p:animEffect>
                                  </p:childTnLst>
                                </p:cTn>
                              </p:par>
                              <p:par>
                                <p:cTn id="62" presetID="22" presetClass="entr" presetSubtype="8" fill="hold" grpId="0" nodeType="withEffect">
                                  <p:stCondLst>
                                    <p:cond delay="1750"/>
                                  </p:stCondLst>
                                  <p:childTnLst>
                                    <p:set>
                                      <p:cBhvr>
                                        <p:cTn id="63" dur="1" fill="hold">
                                          <p:stCondLst>
                                            <p:cond delay="0"/>
                                          </p:stCondLst>
                                        </p:cTn>
                                        <p:tgtEl>
                                          <p:spTgt spid="24"/>
                                        </p:tgtEl>
                                        <p:attrNameLst>
                                          <p:attrName>style.visibility</p:attrName>
                                        </p:attrNameLst>
                                      </p:cBhvr>
                                      <p:to>
                                        <p:strVal val="visible"/>
                                      </p:to>
                                    </p:set>
                                    <p:animEffect transition="in" filter="wipe(left)">
                                      <p:cBhvr>
                                        <p:cTn id="64" dur="550"/>
                                        <p:tgtEl>
                                          <p:spTgt spid="24"/>
                                        </p:tgtEl>
                                      </p:cBhvr>
                                    </p:animEffect>
                                  </p:childTnLst>
                                </p:cTn>
                              </p:par>
                              <p:par>
                                <p:cTn id="65" presetID="22" presetClass="entr" presetSubtype="8" fill="hold" grpId="0" nodeType="withEffect">
                                  <p:stCondLst>
                                    <p:cond delay="2135"/>
                                  </p:stCondLst>
                                  <p:childTnLst>
                                    <p:set>
                                      <p:cBhvr>
                                        <p:cTn id="66" dur="1" fill="hold">
                                          <p:stCondLst>
                                            <p:cond delay="0"/>
                                          </p:stCondLst>
                                        </p:cTn>
                                        <p:tgtEl>
                                          <p:spTgt spid="25"/>
                                        </p:tgtEl>
                                        <p:attrNameLst>
                                          <p:attrName>style.visibility</p:attrName>
                                        </p:attrNameLst>
                                      </p:cBhvr>
                                      <p:to>
                                        <p:strVal val="visible"/>
                                      </p:to>
                                    </p:set>
                                    <p:animEffect transition="in" filter="wipe(left)">
                                      <p:cBhvr>
                                        <p:cTn id="67" dur="550"/>
                                        <p:tgtEl>
                                          <p:spTgt spid="25"/>
                                        </p:tgtEl>
                                      </p:cBhvr>
                                    </p:animEffect>
                                  </p:childTnLst>
                                </p:cTn>
                              </p:par>
                              <p:par>
                                <p:cTn id="68" presetID="22" presetClass="entr" presetSubtype="8" fill="hold" grpId="0" nodeType="withEffect">
                                  <p:stCondLst>
                                    <p:cond delay="2135"/>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550"/>
                                        <p:tgtEl>
                                          <p:spTgt spid="27"/>
                                        </p:tgtEl>
                                      </p:cBhvr>
                                    </p:animEffect>
                                  </p:childTnLst>
                                </p:cTn>
                              </p:par>
                              <p:par>
                                <p:cTn id="71" presetID="22" presetClass="entr" presetSubtype="8" fill="hold" grpId="0" nodeType="withEffect">
                                  <p:stCondLst>
                                    <p:cond delay="2135"/>
                                  </p:stCondLst>
                                  <p:childTnLst>
                                    <p:set>
                                      <p:cBhvr>
                                        <p:cTn id="72" dur="1" fill="hold">
                                          <p:stCondLst>
                                            <p:cond delay="0"/>
                                          </p:stCondLst>
                                        </p:cTn>
                                        <p:tgtEl>
                                          <p:spTgt spid="28"/>
                                        </p:tgtEl>
                                        <p:attrNameLst>
                                          <p:attrName>style.visibility</p:attrName>
                                        </p:attrNameLst>
                                      </p:cBhvr>
                                      <p:to>
                                        <p:strVal val="visible"/>
                                      </p:to>
                                    </p:set>
                                    <p:animEffect transition="in" filter="wipe(left)">
                                      <p:cBhvr>
                                        <p:cTn id="73" dur="550"/>
                                        <p:tgtEl>
                                          <p:spTgt spid="28"/>
                                        </p:tgtEl>
                                      </p:cBhvr>
                                    </p:animEffect>
                                  </p:childTnLst>
                                </p:cTn>
                              </p:par>
                              <p:par>
                                <p:cTn id="74" presetID="22" presetClass="entr" presetSubtype="8" fill="hold" grpId="0" nodeType="withEffect">
                                  <p:stCondLst>
                                    <p:cond delay="2520"/>
                                  </p:stCondLst>
                                  <p:childTnLst>
                                    <p:set>
                                      <p:cBhvr>
                                        <p:cTn id="75" dur="1" fill="hold">
                                          <p:stCondLst>
                                            <p:cond delay="0"/>
                                          </p:stCondLst>
                                        </p:cTn>
                                        <p:tgtEl>
                                          <p:spTgt spid="29"/>
                                        </p:tgtEl>
                                        <p:attrNameLst>
                                          <p:attrName>style.visibility</p:attrName>
                                        </p:attrNameLst>
                                      </p:cBhvr>
                                      <p:to>
                                        <p:strVal val="visible"/>
                                      </p:to>
                                    </p:set>
                                    <p:animEffect transition="in" filter="wipe(left)">
                                      <p:cBhvr>
                                        <p:cTn id="76" dur="550"/>
                                        <p:tgtEl>
                                          <p:spTgt spid="29"/>
                                        </p:tgtEl>
                                      </p:cBhvr>
                                    </p:animEffect>
                                  </p:childTnLst>
                                </p:cTn>
                              </p:par>
                              <p:par>
                                <p:cTn id="77" presetID="22" presetClass="entr" presetSubtype="8" fill="hold" grpId="0" nodeType="withEffect">
                                  <p:stCondLst>
                                    <p:cond delay="2520"/>
                                  </p:stCondLst>
                                  <p:childTnLst>
                                    <p:set>
                                      <p:cBhvr>
                                        <p:cTn id="78" dur="1" fill="hold">
                                          <p:stCondLst>
                                            <p:cond delay="0"/>
                                          </p:stCondLst>
                                        </p:cTn>
                                        <p:tgtEl>
                                          <p:spTgt spid="31"/>
                                        </p:tgtEl>
                                        <p:attrNameLst>
                                          <p:attrName>style.visibility</p:attrName>
                                        </p:attrNameLst>
                                      </p:cBhvr>
                                      <p:to>
                                        <p:strVal val="visible"/>
                                      </p:to>
                                    </p:set>
                                    <p:animEffect transition="in" filter="wipe(left)">
                                      <p:cBhvr>
                                        <p:cTn id="79" dur="550"/>
                                        <p:tgtEl>
                                          <p:spTgt spid="31"/>
                                        </p:tgtEl>
                                      </p:cBhvr>
                                    </p:animEffect>
                                  </p:childTnLst>
                                </p:cTn>
                              </p:par>
                              <p:par>
                                <p:cTn id="80" presetID="22" presetClass="entr" presetSubtype="8" fill="hold" grpId="0" nodeType="withEffect">
                                  <p:stCondLst>
                                    <p:cond delay="2520"/>
                                  </p:stCondLst>
                                  <p:childTnLst>
                                    <p:set>
                                      <p:cBhvr>
                                        <p:cTn id="81" dur="1" fill="hold">
                                          <p:stCondLst>
                                            <p:cond delay="0"/>
                                          </p:stCondLst>
                                        </p:cTn>
                                        <p:tgtEl>
                                          <p:spTgt spid="32"/>
                                        </p:tgtEl>
                                        <p:attrNameLst>
                                          <p:attrName>style.visibility</p:attrName>
                                        </p:attrNameLst>
                                      </p:cBhvr>
                                      <p:to>
                                        <p:strVal val="visible"/>
                                      </p:to>
                                    </p:set>
                                    <p:animEffect transition="in" filter="wipe(left)">
                                      <p:cBhvr>
                                        <p:cTn id="82" dur="550"/>
                                        <p:tgtEl>
                                          <p:spTgt spid="32"/>
                                        </p:tgtEl>
                                      </p:cBhvr>
                                    </p:animEffect>
                                  </p:childTnLst>
                                </p:cTn>
                              </p:par>
                              <p:par>
                                <p:cTn id="83" presetID="22" presetClass="entr" presetSubtype="8" fill="hold" grpId="0" nodeType="withEffect">
                                  <p:stCondLst>
                                    <p:cond delay="2905"/>
                                  </p:stCondLst>
                                  <p:childTnLst>
                                    <p:set>
                                      <p:cBhvr>
                                        <p:cTn id="84" dur="1" fill="hold">
                                          <p:stCondLst>
                                            <p:cond delay="0"/>
                                          </p:stCondLst>
                                        </p:cTn>
                                        <p:tgtEl>
                                          <p:spTgt spid="33"/>
                                        </p:tgtEl>
                                        <p:attrNameLst>
                                          <p:attrName>style.visibility</p:attrName>
                                        </p:attrNameLst>
                                      </p:cBhvr>
                                      <p:to>
                                        <p:strVal val="visible"/>
                                      </p:to>
                                    </p:set>
                                    <p:animEffect transition="in" filter="wipe(left)">
                                      <p:cBhvr>
                                        <p:cTn id="85" dur="550"/>
                                        <p:tgtEl>
                                          <p:spTgt spid="33"/>
                                        </p:tgtEl>
                                      </p:cBhvr>
                                    </p:animEffect>
                                  </p:childTnLst>
                                </p:cTn>
                              </p:par>
                              <p:par>
                                <p:cTn id="86" presetID="22" presetClass="entr" presetSubtype="8" fill="hold" grpId="0" nodeType="withEffect">
                                  <p:stCondLst>
                                    <p:cond delay="2905"/>
                                  </p:stCondLst>
                                  <p:childTnLst>
                                    <p:set>
                                      <p:cBhvr>
                                        <p:cTn id="87" dur="1" fill="hold">
                                          <p:stCondLst>
                                            <p:cond delay="0"/>
                                          </p:stCondLst>
                                        </p:cTn>
                                        <p:tgtEl>
                                          <p:spTgt spid="35"/>
                                        </p:tgtEl>
                                        <p:attrNameLst>
                                          <p:attrName>style.visibility</p:attrName>
                                        </p:attrNameLst>
                                      </p:cBhvr>
                                      <p:to>
                                        <p:strVal val="visible"/>
                                      </p:to>
                                    </p:set>
                                    <p:animEffect transition="in" filter="wipe(left)">
                                      <p:cBhvr>
                                        <p:cTn id="88" dur="550"/>
                                        <p:tgtEl>
                                          <p:spTgt spid="35"/>
                                        </p:tgtEl>
                                      </p:cBhvr>
                                    </p:animEffect>
                                  </p:childTnLst>
                                </p:cTn>
                              </p:par>
                              <p:par>
                                <p:cTn id="89" presetID="22" presetClass="entr" presetSubtype="8" fill="hold" grpId="0" nodeType="withEffect">
                                  <p:stCondLst>
                                    <p:cond delay="2905"/>
                                  </p:stCondLst>
                                  <p:childTnLst>
                                    <p:set>
                                      <p:cBhvr>
                                        <p:cTn id="90" dur="1" fill="hold">
                                          <p:stCondLst>
                                            <p:cond delay="0"/>
                                          </p:stCondLst>
                                        </p:cTn>
                                        <p:tgtEl>
                                          <p:spTgt spid="36"/>
                                        </p:tgtEl>
                                        <p:attrNameLst>
                                          <p:attrName>style.visibility</p:attrName>
                                        </p:attrNameLst>
                                      </p:cBhvr>
                                      <p:to>
                                        <p:strVal val="visible"/>
                                      </p:to>
                                    </p:set>
                                    <p:animEffect transition="in" filter="wipe(left)">
                                      <p:cBhvr>
                                        <p:cTn id="91" dur="550"/>
                                        <p:tgtEl>
                                          <p:spTgt spid="36"/>
                                        </p:tgtEl>
                                      </p:cBhvr>
                                    </p:animEffect>
                                  </p:childTnLst>
                                </p:cTn>
                              </p:par>
                              <p:par>
                                <p:cTn id="92" presetID="22" presetClass="entr" presetSubtype="8" fill="hold" grpId="0" nodeType="withEffect">
                                  <p:stCondLst>
                                    <p:cond delay="3290"/>
                                  </p:stCondLst>
                                  <p:childTnLst>
                                    <p:set>
                                      <p:cBhvr>
                                        <p:cTn id="93" dur="1" fill="hold">
                                          <p:stCondLst>
                                            <p:cond delay="0"/>
                                          </p:stCondLst>
                                        </p:cTn>
                                        <p:tgtEl>
                                          <p:spTgt spid="37"/>
                                        </p:tgtEl>
                                        <p:attrNameLst>
                                          <p:attrName>style.visibility</p:attrName>
                                        </p:attrNameLst>
                                      </p:cBhvr>
                                      <p:to>
                                        <p:strVal val="visible"/>
                                      </p:to>
                                    </p:set>
                                    <p:animEffect transition="in" filter="wipe(left)">
                                      <p:cBhvr>
                                        <p:cTn id="94" dur="550"/>
                                        <p:tgtEl>
                                          <p:spTgt spid="37"/>
                                        </p:tgtEl>
                                      </p:cBhvr>
                                    </p:animEffect>
                                  </p:childTnLst>
                                </p:cTn>
                              </p:par>
                              <p:par>
                                <p:cTn id="95" presetID="22" presetClass="entr" presetSubtype="8" fill="hold" grpId="0" nodeType="withEffect">
                                  <p:stCondLst>
                                    <p:cond delay="3290"/>
                                  </p:stCondLst>
                                  <p:childTnLst>
                                    <p:set>
                                      <p:cBhvr>
                                        <p:cTn id="96" dur="1" fill="hold">
                                          <p:stCondLst>
                                            <p:cond delay="0"/>
                                          </p:stCondLst>
                                        </p:cTn>
                                        <p:tgtEl>
                                          <p:spTgt spid="39"/>
                                        </p:tgtEl>
                                        <p:attrNameLst>
                                          <p:attrName>style.visibility</p:attrName>
                                        </p:attrNameLst>
                                      </p:cBhvr>
                                      <p:to>
                                        <p:strVal val="visible"/>
                                      </p:to>
                                    </p:set>
                                    <p:animEffect transition="in" filter="wipe(left)">
                                      <p:cBhvr>
                                        <p:cTn id="97" dur="550"/>
                                        <p:tgtEl>
                                          <p:spTgt spid="39"/>
                                        </p:tgtEl>
                                      </p:cBhvr>
                                    </p:animEffect>
                                  </p:childTnLst>
                                </p:cTn>
                              </p:par>
                              <p:par>
                                <p:cTn id="98" presetID="22" presetClass="entr" presetSubtype="8" fill="hold" grpId="0" nodeType="withEffect">
                                  <p:stCondLst>
                                    <p:cond delay="3290"/>
                                  </p:stCondLst>
                                  <p:childTnLst>
                                    <p:set>
                                      <p:cBhvr>
                                        <p:cTn id="99" dur="1" fill="hold">
                                          <p:stCondLst>
                                            <p:cond delay="0"/>
                                          </p:stCondLst>
                                        </p:cTn>
                                        <p:tgtEl>
                                          <p:spTgt spid="40"/>
                                        </p:tgtEl>
                                        <p:attrNameLst>
                                          <p:attrName>style.visibility</p:attrName>
                                        </p:attrNameLst>
                                      </p:cBhvr>
                                      <p:to>
                                        <p:strVal val="visible"/>
                                      </p:to>
                                    </p:set>
                                    <p:animEffect transition="in" filter="wipe(left)">
                                      <p:cBhvr>
                                        <p:cTn id="100" dur="550"/>
                                        <p:tgtEl>
                                          <p:spTgt spid="40"/>
                                        </p:tgtEl>
                                      </p:cBhvr>
                                    </p:animEffect>
                                  </p:childTnLst>
                                </p:cTn>
                              </p:par>
                              <p:par>
                                <p:cTn id="101" presetID="22" presetClass="entr" presetSubtype="8" fill="hold" grpId="0" nodeType="withEffect">
                                  <p:stCondLst>
                                    <p:cond delay="3675"/>
                                  </p:stCondLst>
                                  <p:childTnLst>
                                    <p:set>
                                      <p:cBhvr>
                                        <p:cTn id="102" dur="1" fill="hold">
                                          <p:stCondLst>
                                            <p:cond delay="0"/>
                                          </p:stCondLst>
                                        </p:cTn>
                                        <p:tgtEl>
                                          <p:spTgt spid="41"/>
                                        </p:tgtEl>
                                        <p:attrNameLst>
                                          <p:attrName>style.visibility</p:attrName>
                                        </p:attrNameLst>
                                      </p:cBhvr>
                                      <p:to>
                                        <p:strVal val="visible"/>
                                      </p:to>
                                    </p:set>
                                    <p:animEffect transition="in" filter="wipe(left)">
                                      <p:cBhvr>
                                        <p:cTn id="103" dur="550"/>
                                        <p:tgtEl>
                                          <p:spTgt spid="41"/>
                                        </p:tgtEl>
                                      </p:cBhvr>
                                    </p:animEffect>
                                  </p:childTnLst>
                                </p:cTn>
                              </p:par>
                              <p:par>
                                <p:cTn id="104" presetID="22" presetClass="entr" presetSubtype="8" fill="hold" grpId="0" nodeType="withEffect">
                                  <p:stCondLst>
                                    <p:cond delay="3675"/>
                                  </p:stCondLst>
                                  <p:childTnLst>
                                    <p:set>
                                      <p:cBhvr>
                                        <p:cTn id="105" dur="1" fill="hold">
                                          <p:stCondLst>
                                            <p:cond delay="0"/>
                                          </p:stCondLst>
                                        </p:cTn>
                                        <p:tgtEl>
                                          <p:spTgt spid="43"/>
                                        </p:tgtEl>
                                        <p:attrNameLst>
                                          <p:attrName>style.visibility</p:attrName>
                                        </p:attrNameLst>
                                      </p:cBhvr>
                                      <p:to>
                                        <p:strVal val="visible"/>
                                      </p:to>
                                    </p:set>
                                    <p:animEffect transition="in" filter="wipe(left)">
                                      <p:cBhvr>
                                        <p:cTn id="106" dur="550"/>
                                        <p:tgtEl>
                                          <p:spTgt spid="43"/>
                                        </p:tgtEl>
                                      </p:cBhvr>
                                    </p:animEffect>
                                  </p:childTnLst>
                                </p:cTn>
                              </p:par>
                              <p:par>
                                <p:cTn id="107" presetID="22" presetClass="entr" presetSubtype="8" fill="hold" grpId="0" nodeType="withEffect">
                                  <p:stCondLst>
                                    <p:cond delay="3675"/>
                                  </p:stCondLst>
                                  <p:childTnLst>
                                    <p:set>
                                      <p:cBhvr>
                                        <p:cTn id="108" dur="1" fill="hold">
                                          <p:stCondLst>
                                            <p:cond delay="0"/>
                                          </p:stCondLst>
                                        </p:cTn>
                                        <p:tgtEl>
                                          <p:spTgt spid="44"/>
                                        </p:tgtEl>
                                        <p:attrNameLst>
                                          <p:attrName>style.visibility</p:attrName>
                                        </p:attrNameLst>
                                      </p:cBhvr>
                                      <p:to>
                                        <p:strVal val="visible"/>
                                      </p:to>
                                    </p:set>
                                    <p:animEffect transition="in" filter="wipe(left)">
                                      <p:cBhvr>
                                        <p:cTn id="109" dur="55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7" grpId="0" animBg="1"/>
      <p:bldP spid="28" grpId="0" animBg="1"/>
      <p:bldP spid="29" grpId="0" animBg="1"/>
      <p:bldP spid="31" grpId="0" animBg="1"/>
      <p:bldP spid="32" grpId="0" animBg="1"/>
      <p:bldP spid="33" grpId="0" animBg="1"/>
      <p:bldP spid="35" grpId="0" animBg="1"/>
      <p:bldP spid="36" grpId="0" animBg="1"/>
      <p:bldP spid="37" grpId="0" animBg="1"/>
      <p:bldP spid="39" grpId="0" animBg="1"/>
      <p:bldP spid="40" grpId="0" animBg="1"/>
      <p:bldP spid="41" grpId="0" animBg="1"/>
      <p:bldP spid="43" grpId="0" animBg="1"/>
      <p:bldP spid="4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05 · FEEDBACK</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What my supervisor said</a:t>
            </a:r>
            <a:endParaRPr lang="en-US" sz="3400" dirty="0"/>
          </a:p>
        </p:txBody>
      </p:sp>
      <p:sp>
        <p:nvSpPr>
          <p:cNvPr id="4" name="a1-float"/>
          <p:cNvSpPr/>
          <p:nvPr/>
        </p:nvSpPr>
        <p:spPr>
          <a:xfrm>
            <a:off x="640080" y="1783080"/>
            <a:ext cx="6675120" cy="3840480"/>
          </a:xfrm>
          <a:prstGeom prst="roundRect">
            <a:avLst>
              <a:gd name="adj" fmla="val 4286"/>
            </a:avLst>
          </a:prstGeom>
          <a:solidFill>
            <a:srgbClr val="1B2A4A"/>
          </a:solidFill>
          <a:ln w="12700">
            <a:solidFill>
              <a:srgbClr val="1B2A4A"/>
            </a:solidFill>
            <a:prstDash val="solid"/>
          </a:ln>
        </p:spPr>
      </p:sp>
      <p:pic>
        <p:nvPicPr>
          <p:cNvPr id="5" name="a1-float" descr="">    </p:cNvPr>
          <p:cNvPicPr>
            <a:picLocks noChangeAspect="1"/>
          </p:cNvPicPr>
          <p:nvPr/>
        </p:nvPicPr>
        <p:blipFill>
          <a:blip r:embed="rId1"/>
          <a:stretch>
            <a:fillRect/>
          </a:stretch>
        </p:blipFill>
        <p:spPr>
          <a:xfrm>
            <a:off x="1051560" y="2148840"/>
            <a:ext cx="685800" cy="685800"/>
          </a:xfrm>
          <a:prstGeom prst="rect">
            <a:avLst/>
          </a:prstGeom>
        </p:spPr>
      </p:pic>
      <p:sp>
        <p:nvSpPr>
          <p:cNvPr id="6" name="a1-float"/>
          <p:cNvSpPr txBox="1"/>
          <p:nvPr/>
        </p:nvSpPr>
        <p:spPr>
          <a:xfrm>
            <a:off x="1051560" y="2971800"/>
            <a:ext cx="5852160" cy="1828800"/>
          </a:xfrm>
          <a:prstGeom prst="rect">
            <a:avLst/>
          </a:prstGeom>
          <a:noFill/>
          <a:ln/>
        </p:spPr>
        <p:txBody>
          <a:bodyPr wrap="square" lIns="0" tIns="0" rIns="0" bIns="0" rtlCol="0" anchor="t"/>
          <a:lstStyle/>
          <a:p>
            <a:pPr indent="0" marL="0">
              <a:buNone/>
            </a:pPr>
            <a:r>
              <a:rPr lang="en-US" sz="2200" i="1" dirty="0">
                <a:solidFill>
                  <a:srgbClr val="FFFFFF"/>
                </a:solidFill>
                <a:latin typeface="Cambria" pitchFamily="34" charset="0"/>
                <a:ea typeface="Cambria" pitchFamily="34" charset="-122"/>
                <a:cs typeface="Cambria" pitchFamily="34" charset="-120"/>
              </a:rPr>
              <a:t>The trainee performed his assigned duties responsibly and showed good communication and teamwork skills. He adapted well to the work environment.</a:t>
            </a:r>
            <a:endParaRPr lang="en-US" sz="2200" dirty="0"/>
          </a:p>
        </p:txBody>
      </p:sp>
      <p:sp>
        <p:nvSpPr>
          <p:cNvPr id="7" name="a1-float"/>
          <p:cNvSpPr txBox="1"/>
          <p:nvPr/>
        </p:nvSpPr>
        <p:spPr>
          <a:xfrm>
            <a:off x="1051560" y="4983480"/>
            <a:ext cx="5852160" cy="320040"/>
          </a:xfrm>
          <a:prstGeom prst="rect">
            <a:avLst/>
          </a:prstGeom>
          <a:noFill/>
          <a:ln/>
        </p:spPr>
        <p:txBody>
          <a:bodyPr wrap="square" lIns="0" tIns="0" rIns="0" bIns="0" rtlCol="0" anchor="t"/>
          <a:lstStyle/>
          <a:p>
            <a:pPr indent="0" marL="0">
              <a:buNone/>
            </a:pPr>
            <a:r>
              <a:rPr lang="en-US" sz="1300" b="1" spc="100" kern="0" dirty="0">
                <a:solidFill>
                  <a:srgbClr val="F2C98A"/>
                </a:solidFill>
                <a:latin typeface="Calibri" pitchFamily="34" charset="0"/>
                <a:ea typeface="Calibri" pitchFamily="34" charset="-122"/>
                <a:cs typeface="Calibri" pitchFamily="34" charset="-120"/>
              </a:rPr>
              <a:t>Traineeship certificate</a:t>
            </a:r>
            <a:endParaRPr lang="en-US" sz="1300" dirty="0"/>
          </a:p>
        </p:txBody>
      </p:sp>
      <p:sp>
        <p:nvSpPr>
          <p:cNvPr id="8" name="a2-float"/>
          <p:cNvSpPr/>
          <p:nvPr/>
        </p:nvSpPr>
        <p:spPr>
          <a:xfrm>
            <a:off x="7589520" y="1783080"/>
            <a:ext cx="3959352" cy="3840480"/>
          </a:xfrm>
          <a:prstGeom prst="roundRect">
            <a:avLst>
              <a:gd name="adj" fmla="val 4286"/>
            </a:avLst>
          </a:prstGeom>
          <a:solidFill>
            <a:srgbClr val="FBF1E2"/>
          </a:solidFill>
          <a:ln w="12700">
            <a:solidFill>
              <a:srgbClr val="FBF1E2"/>
            </a:solidFill>
            <a:prstDash val="solid"/>
          </a:ln>
        </p:spPr>
      </p:sp>
      <p:pic>
        <p:nvPicPr>
          <p:cNvPr id="9" name="a2-float" descr="">    </p:cNvPr>
          <p:cNvPicPr>
            <a:picLocks noChangeAspect="1"/>
          </p:cNvPicPr>
          <p:nvPr/>
        </p:nvPicPr>
        <p:blipFill>
          <a:blip r:embed="rId2"/>
          <a:stretch>
            <a:fillRect/>
          </a:stretch>
        </p:blipFill>
        <p:spPr>
          <a:xfrm>
            <a:off x="8001000" y="2148840"/>
            <a:ext cx="685800" cy="685800"/>
          </a:xfrm>
          <a:prstGeom prst="rect">
            <a:avLst/>
          </a:prstGeom>
        </p:spPr>
      </p:pic>
      <p:sp>
        <p:nvSpPr>
          <p:cNvPr id="10" name="a2-float"/>
          <p:cNvSpPr txBox="1"/>
          <p:nvPr/>
        </p:nvSpPr>
        <p:spPr>
          <a:xfrm>
            <a:off x="8001000" y="2971800"/>
            <a:ext cx="3200400" cy="1828800"/>
          </a:xfrm>
          <a:prstGeom prst="rect">
            <a:avLst/>
          </a:prstGeom>
          <a:noFill/>
          <a:ln/>
        </p:spPr>
        <p:txBody>
          <a:bodyPr wrap="square" lIns="0" tIns="0" rIns="0" bIns="0" rtlCol="0" anchor="t"/>
          <a:lstStyle/>
          <a:p>
            <a:pPr indent="0" marL="0">
              <a:buNone/>
            </a:pPr>
            <a:r>
              <a:rPr lang="en-US" sz="2200" i="1" dirty="0">
                <a:solidFill>
                  <a:srgbClr val="1B2A4A"/>
                </a:solidFill>
                <a:latin typeface="Cambria" pitchFamily="34" charset="0"/>
                <a:ea typeface="Cambria" pitchFamily="34" charset="-122"/>
                <a:cs typeface="Cambria" pitchFamily="34" charset="-120"/>
              </a:rPr>
              <a:t>It was a pleasure having the trainee as part of our team.</a:t>
            </a:r>
            <a:endParaRPr lang="en-US" sz="2200" dirty="0"/>
          </a:p>
        </p:txBody>
      </p:sp>
      <p:sp>
        <p:nvSpPr>
          <p:cNvPr id="11" name="a2-float"/>
          <p:cNvSpPr txBox="1"/>
          <p:nvPr/>
        </p:nvSpPr>
        <p:spPr>
          <a:xfrm>
            <a:off x="8001000" y="4983480"/>
            <a:ext cx="3200400" cy="320040"/>
          </a:xfrm>
          <a:prstGeom prst="rect">
            <a:avLst/>
          </a:prstGeom>
          <a:noFill/>
          <a:ln/>
        </p:spPr>
        <p:txBody>
          <a:bodyPr wrap="square" lIns="0" tIns="0" rIns="0" bIns="0" rtlCol="0" anchor="t"/>
          <a:lstStyle/>
          <a:p>
            <a:pPr indent="0" marL="0">
              <a:buNone/>
            </a:pPr>
            <a:r>
              <a:rPr lang="en-US" sz="1300" b="1" spc="100" kern="0" dirty="0">
                <a:solidFill>
                  <a:srgbClr val="D9973A"/>
                </a:solidFill>
                <a:latin typeface="Calibri" pitchFamily="34" charset="0"/>
                <a:ea typeface="Calibri" pitchFamily="34" charset="-122"/>
                <a:cs typeface="Calibri" pitchFamily="34" charset="-120"/>
              </a:rPr>
              <a:t>Evaluation form</a:t>
            </a:r>
            <a:endParaRPr lang="en-US" sz="1300" dirty="0"/>
          </a:p>
        </p:txBody>
      </p:sp>
      <p:sp>
        <p:nvSpPr>
          <p:cNvPr id="12" name="a3-fade"/>
          <p:cNvSpPr txBox="1"/>
          <p:nvPr/>
        </p:nvSpPr>
        <p:spPr>
          <a:xfrm>
            <a:off x="640080" y="5806440"/>
            <a:ext cx="10908792" cy="365760"/>
          </a:xfrm>
          <a:prstGeom prst="rect">
            <a:avLst/>
          </a:prstGeom>
          <a:noFill/>
          <a:ln/>
        </p:spPr>
        <p:txBody>
          <a:bodyPr wrap="square" lIns="0" tIns="0" rIns="0" bIns="0" rtlCol="0" anchor="t"/>
          <a:lstStyle/>
          <a:p>
            <a:pPr indent="0" marL="0">
              <a:buNone/>
            </a:pPr>
            <a:r>
              <a:rPr lang="en-US" sz="1600" b="1" dirty="0">
                <a:solidFill>
                  <a:srgbClr val="1B2A4A"/>
                </a:solidFill>
                <a:latin typeface="Calibri" pitchFamily="34" charset="0"/>
                <a:ea typeface="Calibri" pitchFamily="34" charset="-122"/>
                <a:cs typeface="Calibri" pitchFamily="34" charset="-120"/>
              </a:rPr>
              <a:t>Djamel Ounnadi</a:t>
            </a:r>
            <a:pPr indent="0" marL="0">
              <a:buNone/>
            </a:pPr>
            <a:r>
              <a:rPr lang="en-US" sz="1600" dirty="0">
                <a:solidFill>
                  <a:srgbClr val="5B6577"/>
                </a:solidFill>
                <a:latin typeface="Calibri" pitchFamily="34" charset="0"/>
                <a:ea typeface="Calibri" pitchFamily="34" charset="-122"/>
                <a:cs typeface="Calibri" pitchFamily="34" charset="-120"/>
              </a:rPr>
              <a:t>   ·   Director, Boulangerie D.O</a:t>
            </a:r>
            <a:endParaRPr lang="en-US" sz="1600" dirty="0"/>
          </a:p>
        </p:txBody>
      </p:sp>
      <p:sp>
        <p:nvSpPr>
          <p:cNvPr id="13" name="Text 9"/>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14" name="Text 10"/>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18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fill="hold"/>
                                        <p:tgtEl>
                                          <p:spTgt spid="5"/>
                                        </p:tgtEl>
                                        <p:attrNameLst>
                                          <p:attrName>ppt_x</p:attrName>
                                        </p:attrNameLst>
                                      </p:cBhvr>
                                      <p:tavLst>
                                        <p:tav tm="0">
                                          <p:val>
                                            <p:strVal val="#ppt_x"/>
                                          </p:val>
                                        </p:tav>
                                        <p:tav tm="100000">
                                          <p:val>
                                            <p:strVal val="#ppt_x"/>
                                          </p:val>
                                        </p:tav>
                                      </p:tavLst>
                                    </p:anim>
                                    <p:anim calcmode="lin" valueType="num">
                                      <p:cBhvr>
                                        <p:cTn id="14" dur="6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fill="hold"/>
                                        <p:tgtEl>
                                          <p:spTgt spid="6"/>
                                        </p:tgtEl>
                                        <p:attrNameLst>
                                          <p:attrName>ppt_x</p:attrName>
                                        </p:attrNameLst>
                                      </p:cBhvr>
                                      <p:tavLst>
                                        <p:tav tm="0">
                                          <p:val>
                                            <p:strVal val="#ppt_x"/>
                                          </p:val>
                                        </p:tav>
                                        <p:tav tm="100000">
                                          <p:val>
                                            <p:strVal val="#ppt_x"/>
                                          </p:val>
                                        </p:tav>
                                      </p:tavLst>
                                    </p:anim>
                                    <p:anim calcmode="lin" valueType="num">
                                      <p:cBhvr>
                                        <p:cTn id="19" dur="6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2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2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fill="hold"/>
                                        <p:tgtEl>
                                          <p:spTgt spid="9"/>
                                        </p:tgtEl>
                                        <p:attrNameLst>
                                          <p:attrName>ppt_x</p:attrName>
                                        </p:attrNameLst>
                                      </p:cBhvr>
                                      <p:tavLst>
                                        <p:tav tm="0">
                                          <p:val>
                                            <p:strVal val="#ppt_x"/>
                                          </p:val>
                                        </p:tav>
                                        <p:tav tm="100000">
                                          <p:val>
                                            <p:strVal val="#ppt_x"/>
                                          </p:val>
                                        </p:tav>
                                      </p:tavLst>
                                    </p:anim>
                                    <p:anim calcmode="lin" valueType="num">
                                      <p:cBhvr>
                                        <p:cTn id="34" dur="600" fill="hold"/>
                                        <p:tgtEl>
                                          <p:spTgt spid="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2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fill="hold"/>
                                        <p:tgtEl>
                                          <p:spTgt spid="10"/>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2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1"/>
                                          </p:val>
                                        </p:tav>
                                        <p:tav tm="100000">
                                          <p:val>
                                            <p:strVal val="#ppt_y"/>
                                          </p:val>
                                        </p:tav>
                                      </p:tavLst>
                                    </p:anim>
                                  </p:childTnLst>
                                </p:cTn>
                              </p:par>
                              <p:par>
                                <p:cTn id="45" presetID="10" presetClass="entr" presetSubtype="0" fill="hold" grpId="0" nodeType="withEffect">
                                  <p:stCondLst>
                                    <p:cond delay="84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229600" cy="274320"/>
          </a:xfrm>
          <a:prstGeom prst="rect">
            <a:avLst/>
          </a:prstGeom>
          <a:noFill/>
          <a:ln/>
        </p:spPr>
        <p:txBody>
          <a:bodyPr wrap="square" lIns="0" tIns="0" rIns="0" bIns="0" rtlCol="0" anchor="t"/>
          <a:lstStyle/>
          <a:p>
            <a:pPr indent="0" marL="0">
              <a:buNone/>
            </a:pPr>
            <a:r>
              <a:rPr lang="en-US" sz="1300" b="1" spc="300" kern="0" dirty="0">
                <a:solidFill>
                  <a:srgbClr val="D9973A"/>
                </a:solidFill>
                <a:latin typeface="Calibri" pitchFamily="34" charset="0"/>
                <a:ea typeface="Calibri" pitchFamily="34" charset="-122"/>
                <a:cs typeface="Calibri" pitchFamily="34" charset="-120"/>
              </a:rPr>
              <a:t>06 · CONCLUSION</a:t>
            </a:r>
            <a:endParaRPr lang="en-US" sz="13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What this internship gave me</a:t>
            </a:r>
            <a:endParaRPr lang="en-US" sz="3400" dirty="0"/>
          </a:p>
        </p:txBody>
      </p:sp>
      <p:sp>
        <p:nvSpPr>
          <p:cNvPr id="4" name="a1-float"/>
          <p:cNvSpPr txBox="1"/>
          <p:nvPr/>
        </p:nvSpPr>
        <p:spPr>
          <a:xfrm>
            <a:off x="640080" y="1783080"/>
            <a:ext cx="3291840" cy="868680"/>
          </a:xfrm>
          <a:prstGeom prst="rect">
            <a:avLst/>
          </a:prstGeom>
          <a:noFill/>
          <a:ln/>
        </p:spPr>
        <p:txBody>
          <a:bodyPr wrap="square" lIns="0" tIns="0" rIns="0" bIns="0" rtlCol="0" anchor="t"/>
          <a:lstStyle/>
          <a:p>
            <a:pPr indent="0" marL="0">
              <a:buNone/>
            </a:pPr>
            <a:r>
              <a:rPr lang="en-US" sz="6000" b="1" dirty="0">
                <a:solidFill>
                  <a:srgbClr val="D9973A"/>
                </a:solidFill>
                <a:latin typeface="Cambria" pitchFamily="34" charset="0"/>
                <a:ea typeface="Cambria" pitchFamily="34" charset="-122"/>
                <a:cs typeface="Cambria" pitchFamily="34" charset="-120"/>
              </a:rPr>
              <a:t>01</a:t>
            </a:r>
            <a:endParaRPr lang="en-US" sz="6000" dirty="0"/>
          </a:p>
        </p:txBody>
      </p:sp>
      <p:sp>
        <p:nvSpPr>
          <p:cNvPr id="5" name="a1-float"/>
          <p:cNvSpPr txBox="1"/>
          <p:nvPr/>
        </p:nvSpPr>
        <p:spPr>
          <a:xfrm>
            <a:off x="640080" y="2743200"/>
            <a:ext cx="3291840" cy="457200"/>
          </a:xfrm>
          <a:prstGeom prst="rect">
            <a:avLst/>
          </a:prstGeom>
          <a:noFill/>
          <a:ln/>
        </p:spPr>
        <p:txBody>
          <a:bodyPr wrap="square" lIns="0" tIns="0" rIns="0" bIns="0" rtlCol="0" anchor="t"/>
          <a:lstStyle/>
          <a:p>
            <a:pPr indent="0" marL="0">
              <a:buNone/>
            </a:pPr>
            <a:r>
              <a:rPr lang="en-US" sz="2300" b="1" dirty="0">
                <a:solidFill>
                  <a:srgbClr val="1B2A4A"/>
                </a:solidFill>
                <a:latin typeface="Cambria" pitchFamily="34" charset="0"/>
                <a:ea typeface="Cambria" pitchFamily="34" charset="-122"/>
                <a:cs typeface="Cambria" pitchFamily="34" charset="-120"/>
              </a:rPr>
              <a:t>Real work experience</a:t>
            </a:r>
            <a:endParaRPr lang="en-US" sz="2300" dirty="0"/>
          </a:p>
        </p:txBody>
      </p:sp>
      <p:sp>
        <p:nvSpPr>
          <p:cNvPr id="6" name="a1-float"/>
          <p:cNvSpPr txBox="1"/>
          <p:nvPr/>
        </p:nvSpPr>
        <p:spPr>
          <a:xfrm>
            <a:off x="640080" y="3246120"/>
            <a:ext cx="3200400" cy="1188720"/>
          </a:xfrm>
          <a:prstGeom prst="rect">
            <a:avLst/>
          </a:prstGeom>
          <a:noFill/>
          <a:ln/>
        </p:spPr>
        <p:txBody>
          <a:bodyPr wrap="square" lIns="0" tIns="0" rIns="0" bIns="0" rtlCol="0" anchor="t"/>
          <a:lstStyle/>
          <a:p>
            <a:pPr indent="0" marL="0">
              <a:buNone/>
            </a:pPr>
            <a:r>
              <a:rPr lang="en-US" sz="1700" dirty="0">
                <a:solidFill>
                  <a:srgbClr val="5B6577"/>
                </a:solidFill>
                <a:latin typeface="Calibri" pitchFamily="34" charset="0"/>
                <a:ea typeface="Calibri" pitchFamily="34" charset="-122"/>
                <a:cs typeface="Calibri" pitchFamily="34" charset="-120"/>
              </a:rPr>
              <a:t>I worked in a real French business and saw how it is managed every day.</a:t>
            </a:r>
            <a:endParaRPr lang="en-US" sz="1700" dirty="0"/>
          </a:p>
        </p:txBody>
      </p:sp>
      <p:sp>
        <p:nvSpPr>
          <p:cNvPr id="7" name="a2-float"/>
          <p:cNvSpPr txBox="1"/>
          <p:nvPr/>
        </p:nvSpPr>
        <p:spPr>
          <a:xfrm>
            <a:off x="4370832" y="1783080"/>
            <a:ext cx="3291840" cy="868680"/>
          </a:xfrm>
          <a:prstGeom prst="rect">
            <a:avLst/>
          </a:prstGeom>
          <a:noFill/>
          <a:ln/>
        </p:spPr>
        <p:txBody>
          <a:bodyPr wrap="square" lIns="0" tIns="0" rIns="0" bIns="0" rtlCol="0" anchor="t"/>
          <a:lstStyle/>
          <a:p>
            <a:pPr indent="0" marL="0">
              <a:buNone/>
            </a:pPr>
            <a:r>
              <a:rPr lang="en-US" sz="6000" b="1" dirty="0">
                <a:solidFill>
                  <a:srgbClr val="D9973A"/>
                </a:solidFill>
                <a:latin typeface="Cambria" pitchFamily="34" charset="0"/>
                <a:ea typeface="Cambria" pitchFamily="34" charset="-122"/>
                <a:cs typeface="Cambria" pitchFamily="34" charset="-120"/>
              </a:rPr>
              <a:t>02</a:t>
            </a:r>
            <a:endParaRPr lang="en-US" sz="6000" dirty="0"/>
          </a:p>
        </p:txBody>
      </p:sp>
      <p:sp>
        <p:nvSpPr>
          <p:cNvPr id="8" name="a2-float"/>
          <p:cNvSpPr txBox="1"/>
          <p:nvPr/>
        </p:nvSpPr>
        <p:spPr>
          <a:xfrm>
            <a:off x="4370832" y="2743200"/>
            <a:ext cx="3291840" cy="457200"/>
          </a:xfrm>
          <a:prstGeom prst="rect">
            <a:avLst/>
          </a:prstGeom>
          <a:noFill/>
          <a:ln/>
        </p:spPr>
        <p:txBody>
          <a:bodyPr wrap="square" lIns="0" tIns="0" rIns="0" bIns="0" rtlCol="0" anchor="t"/>
          <a:lstStyle/>
          <a:p>
            <a:pPr indent="0" marL="0">
              <a:buNone/>
            </a:pPr>
            <a:r>
              <a:rPr lang="en-US" sz="2300" b="1" dirty="0">
                <a:solidFill>
                  <a:srgbClr val="1B2A4A"/>
                </a:solidFill>
                <a:latin typeface="Cambria" pitchFamily="34" charset="0"/>
                <a:ea typeface="Cambria" pitchFamily="34" charset="-122"/>
                <a:cs typeface="Cambria" pitchFamily="34" charset="-120"/>
              </a:rPr>
              <a:t>Stronger skills</a:t>
            </a:r>
            <a:endParaRPr lang="en-US" sz="2300" dirty="0"/>
          </a:p>
        </p:txBody>
      </p:sp>
      <p:sp>
        <p:nvSpPr>
          <p:cNvPr id="9" name="a2-float"/>
          <p:cNvSpPr txBox="1"/>
          <p:nvPr/>
        </p:nvSpPr>
        <p:spPr>
          <a:xfrm>
            <a:off x="4370832" y="3246120"/>
            <a:ext cx="3200400" cy="1188720"/>
          </a:xfrm>
          <a:prstGeom prst="rect">
            <a:avLst/>
          </a:prstGeom>
          <a:noFill/>
          <a:ln/>
        </p:spPr>
        <p:txBody>
          <a:bodyPr wrap="square" lIns="0" tIns="0" rIns="0" bIns="0" rtlCol="0" anchor="t"/>
          <a:lstStyle/>
          <a:p>
            <a:pPr indent="0" marL="0">
              <a:buNone/>
            </a:pPr>
            <a:r>
              <a:rPr lang="en-US" sz="1700" dirty="0">
                <a:solidFill>
                  <a:srgbClr val="5B6577"/>
                </a:solidFill>
                <a:latin typeface="Calibri" pitchFamily="34" charset="0"/>
                <a:ea typeface="Calibri" pitchFamily="34" charset="-122"/>
                <a:cs typeface="Calibri" pitchFamily="34" charset="-120"/>
              </a:rPr>
              <a:t>Better communication, teamwork, customer service and administration.</a:t>
            </a:r>
            <a:endParaRPr lang="en-US" sz="1700" dirty="0"/>
          </a:p>
        </p:txBody>
      </p:sp>
      <p:sp>
        <p:nvSpPr>
          <p:cNvPr id="10" name="a3-float"/>
          <p:cNvSpPr txBox="1"/>
          <p:nvPr/>
        </p:nvSpPr>
        <p:spPr>
          <a:xfrm>
            <a:off x="8101584" y="1783080"/>
            <a:ext cx="3291840" cy="868680"/>
          </a:xfrm>
          <a:prstGeom prst="rect">
            <a:avLst/>
          </a:prstGeom>
          <a:noFill/>
          <a:ln/>
        </p:spPr>
        <p:txBody>
          <a:bodyPr wrap="square" lIns="0" tIns="0" rIns="0" bIns="0" rtlCol="0" anchor="t"/>
          <a:lstStyle/>
          <a:p>
            <a:pPr indent="0" marL="0">
              <a:buNone/>
            </a:pPr>
            <a:r>
              <a:rPr lang="en-US" sz="6000" b="1" dirty="0">
                <a:solidFill>
                  <a:srgbClr val="D9973A"/>
                </a:solidFill>
                <a:latin typeface="Cambria" pitchFamily="34" charset="0"/>
                <a:ea typeface="Cambria" pitchFamily="34" charset="-122"/>
                <a:cs typeface="Cambria" pitchFamily="34" charset="-120"/>
              </a:rPr>
              <a:t>03</a:t>
            </a:r>
            <a:endParaRPr lang="en-US" sz="6000" dirty="0"/>
          </a:p>
        </p:txBody>
      </p:sp>
      <p:sp>
        <p:nvSpPr>
          <p:cNvPr id="11" name="a3-float"/>
          <p:cNvSpPr txBox="1"/>
          <p:nvPr/>
        </p:nvSpPr>
        <p:spPr>
          <a:xfrm>
            <a:off x="8101584" y="2743200"/>
            <a:ext cx="3291840" cy="457200"/>
          </a:xfrm>
          <a:prstGeom prst="rect">
            <a:avLst/>
          </a:prstGeom>
          <a:noFill/>
          <a:ln/>
        </p:spPr>
        <p:txBody>
          <a:bodyPr wrap="square" lIns="0" tIns="0" rIns="0" bIns="0" rtlCol="0" anchor="t"/>
          <a:lstStyle/>
          <a:p>
            <a:pPr indent="0" marL="0">
              <a:buNone/>
            </a:pPr>
            <a:r>
              <a:rPr lang="en-US" sz="2300" b="1" dirty="0">
                <a:solidFill>
                  <a:srgbClr val="1B2A4A"/>
                </a:solidFill>
                <a:latin typeface="Cambria" pitchFamily="34" charset="0"/>
                <a:ea typeface="Cambria" pitchFamily="34" charset="-122"/>
                <a:cs typeface="Cambria" pitchFamily="34" charset="-120"/>
              </a:rPr>
              <a:t>More confidence</a:t>
            </a:r>
            <a:endParaRPr lang="en-US" sz="2300" dirty="0"/>
          </a:p>
        </p:txBody>
      </p:sp>
      <p:sp>
        <p:nvSpPr>
          <p:cNvPr id="12" name="a3-float"/>
          <p:cNvSpPr txBox="1"/>
          <p:nvPr/>
        </p:nvSpPr>
        <p:spPr>
          <a:xfrm>
            <a:off x="8101584" y="3246120"/>
            <a:ext cx="3200400" cy="1188720"/>
          </a:xfrm>
          <a:prstGeom prst="rect">
            <a:avLst/>
          </a:prstGeom>
          <a:noFill/>
          <a:ln/>
        </p:spPr>
        <p:txBody>
          <a:bodyPr wrap="square" lIns="0" tIns="0" rIns="0" bIns="0" rtlCol="0" anchor="t"/>
          <a:lstStyle/>
          <a:p>
            <a:pPr indent="0" marL="0">
              <a:buNone/>
            </a:pPr>
            <a:r>
              <a:rPr lang="en-US" sz="1700" dirty="0">
                <a:solidFill>
                  <a:srgbClr val="5B6577"/>
                </a:solidFill>
                <a:latin typeface="Calibri" pitchFamily="34" charset="0"/>
                <a:ea typeface="Calibri" pitchFamily="34" charset="-122"/>
                <a:cs typeface="Calibri" pitchFamily="34" charset="-120"/>
              </a:rPr>
              <a:t>I feel ready to use these skills in my studies and my future job.</a:t>
            </a:r>
            <a:endParaRPr lang="en-US" sz="1700" dirty="0"/>
          </a:p>
        </p:txBody>
      </p:sp>
      <p:sp>
        <p:nvSpPr>
          <p:cNvPr id="13" name="a4-wipe"/>
          <p:cNvSpPr/>
          <p:nvPr/>
        </p:nvSpPr>
        <p:spPr>
          <a:xfrm>
            <a:off x="640080" y="4846320"/>
            <a:ext cx="10908792" cy="1097280"/>
          </a:xfrm>
          <a:prstGeom prst="roundRect">
            <a:avLst>
              <a:gd name="adj" fmla="val 12500"/>
            </a:avLst>
          </a:prstGeom>
          <a:solidFill>
            <a:srgbClr val="1B2A4A"/>
          </a:solidFill>
          <a:ln w="12700">
            <a:solidFill>
              <a:srgbClr val="1B2A4A"/>
            </a:solidFill>
            <a:prstDash val="solid"/>
          </a:ln>
        </p:spPr>
      </p:sp>
      <p:pic>
        <p:nvPicPr>
          <p:cNvPr id="14" name="a4-wipe" descr="">    </p:cNvPr>
          <p:cNvPicPr>
            <a:picLocks noChangeAspect="1"/>
          </p:cNvPicPr>
          <p:nvPr/>
        </p:nvPicPr>
        <p:blipFill>
          <a:blip r:embed="rId1"/>
          <a:stretch>
            <a:fillRect/>
          </a:stretch>
        </p:blipFill>
        <p:spPr>
          <a:xfrm>
            <a:off x="1051560" y="5029200"/>
            <a:ext cx="731520" cy="731520"/>
          </a:xfrm>
          <a:prstGeom prst="rect">
            <a:avLst/>
          </a:prstGeom>
        </p:spPr>
      </p:pic>
      <p:sp>
        <p:nvSpPr>
          <p:cNvPr id="15" name="a4-wipe"/>
          <p:cNvSpPr txBox="1"/>
          <p:nvPr/>
        </p:nvSpPr>
        <p:spPr>
          <a:xfrm>
            <a:off x="2057400" y="4846320"/>
            <a:ext cx="9235440" cy="1097280"/>
          </a:xfrm>
          <a:prstGeom prst="rect">
            <a:avLst/>
          </a:prstGeom>
          <a:noFill/>
          <a:ln/>
        </p:spPr>
        <p:txBody>
          <a:bodyPr wrap="square" lIns="0" tIns="0" rIns="0" bIns="0" rtlCol="0" anchor="ctr"/>
          <a:lstStyle/>
          <a:p>
            <a:pPr indent="0" marL="0">
              <a:buNone/>
            </a:pPr>
            <a:r>
              <a:rPr lang="en-US" sz="2200" dirty="0">
                <a:solidFill>
                  <a:srgbClr val="FFFFFF"/>
                </a:solidFill>
                <a:latin typeface="Cambria" pitchFamily="34" charset="0"/>
                <a:ea typeface="Cambria" pitchFamily="34" charset="-122"/>
                <a:cs typeface="Cambria" pitchFamily="34" charset="-120"/>
              </a:rPr>
              <a:t>Theory from university  +  practice in France  =  </a:t>
            </a:r>
            <a:pPr indent="0" marL="0">
              <a:buNone/>
            </a:pPr>
            <a:r>
              <a:rPr lang="en-US" sz="2200" b="1" dirty="0">
                <a:solidFill>
                  <a:srgbClr val="F2C98A"/>
                </a:solidFill>
                <a:latin typeface="Cambria" pitchFamily="34" charset="0"/>
                <a:ea typeface="Cambria" pitchFamily="34" charset="-122"/>
                <a:cs typeface="Cambria" pitchFamily="34" charset="-120"/>
              </a:rPr>
              <a:t>real learning</a:t>
            </a:r>
            <a:endParaRPr lang="en-US" sz="2200" dirty="0"/>
          </a:p>
        </p:txBody>
      </p:sp>
      <p:sp>
        <p:nvSpPr>
          <p:cNvPr id="16" name="Text 13"/>
          <p:cNvSpPr txBox="1"/>
          <p:nvPr/>
        </p:nvSpPr>
        <p:spPr>
          <a:xfrm>
            <a:off x="640080" y="6400800"/>
            <a:ext cx="6400800" cy="256032"/>
          </a:xfrm>
          <a:prstGeom prst="rect">
            <a:avLst/>
          </a:prstGeom>
          <a:noFill/>
          <a:ln/>
        </p:spPr>
        <p:txBody>
          <a:bodyPr wrap="square" lIns="0" tIns="0" rIns="0" bIns="0" rtlCol="0" anchor="t"/>
          <a:lstStyle/>
          <a:p>
            <a:pPr indent="0" marL="0">
              <a:buNone/>
            </a:pPr>
            <a:r>
              <a:rPr lang="en-US" sz="1000" dirty="0">
                <a:solidFill>
                  <a:srgbClr val="5B6577"/>
                </a:solidFill>
                <a:latin typeface="Calibri" pitchFamily="34" charset="0"/>
                <a:ea typeface="Calibri" pitchFamily="34" charset="-122"/>
                <a:cs typeface="Calibri" pitchFamily="34" charset="-120"/>
              </a:rPr>
              <a:t>Djoudi Mohamed Salah E  ·  Erasmus+ internship, France 2026</a:t>
            </a:r>
            <a:endParaRPr lang="en-US" sz="1000" dirty="0"/>
          </a:p>
        </p:txBody>
      </p:sp>
      <p:sp>
        <p:nvSpPr>
          <p:cNvPr id="17" name="Text 14"/>
          <p:cNvSpPr txBox="1"/>
          <p:nvPr/>
        </p:nvSpPr>
        <p:spPr>
          <a:xfrm>
            <a:off x="10634472" y="6400800"/>
            <a:ext cx="914400" cy="256032"/>
          </a:xfrm>
          <a:prstGeom prst="rect">
            <a:avLst/>
          </a:prstGeom>
          <a:noFill/>
          <a:ln/>
        </p:spPr>
        <p:txBody>
          <a:bodyPr wrap="square" lIns="0" tIns="0" rIns="0" bIns="0" rtlCol="0" anchor="t"/>
          <a:lstStyle/>
          <a:p>
            <a:pPr algn="r" indent="0" marL="0">
              <a:buNone/>
            </a:pPr>
            <a:r>
              <a:rPr lang="en-US" sz="1000" dirty="0">
                <a:solidFill>
                  <a:srgbClr val="5B6577"/>
                </a:solidFill>
                <a:latin typeface="Calibri" pitchFamily="34" charset="0"/>
                <a:ea typeface="Calibri" pitchFamily="34" charset="-122"/>
                <a:cs typeface="Calibri" pitchFamily="34" charset="-120"/>
              </a:rPr>
              <a:t>19 / 20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fill="hold"/>
                                        <p:tgtEl>
                                          <p:spTgt spid="5"/>
                                        </p:tgtEl>
                                        <p:attrNameLst>
                                          <p:attrName>ppt_x</p:attrName>
                                        </p:attrNameLst>
                                      </p:cBhvr>
                                      <p:tavLst>
                                        <p:tav tm="0">
                                          <p:val>
                                            <p:strVal val="#ppt_x"/>
                                          </p:val>
                                        </p:tav>
                                        <p:tav tm="100000">
                                          <p:val>
                                            <p:strVal val="#ppt_x"/>
                                          </p:val>
                                        </p:tav>
                                      </p:tavLst>
                                    </p:anim>
                                    <p:anim calcmode="lin" valueType="num">
                                      <p:cBhvr>
                                        <p:cTn id="14" dur="6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fill="hold"/>
                                        <p:tgtEl>
                                          <p:spTgt spid="6"/>
                                        </p:tgtEl>
                                        <p:attrNameLst>
                                          <p:attrName>ppt_x</p:attrName>
                                        </p:attrNameLst>
                                      </p:cBhvr>
                                      <p:tavLst>
                                        <p:tav tm="0">
                                          <p:val>
                                            <p:strVal val="#ppt_x"/>
                                          </p:val>
                                        </p:tav>
                                        <p:tav tm="100000">
                                          <p:val>
                                            <p:strVal val="#ppt_x"/>
                                          </p:val>
                                        </p:tav>
                                      </p:tavLst>
                                    </p:anim>
                                    <p:anim calcmode="lin" valueType="num">
                                      <p:cBhvr>
                                        <p:cTn id="19" dur="6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2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2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fill="hold"/>
                                        <p:tgtEl>
                                          <p:spTgt spid="9"/>
                                        </p:tgtEl>
                                        <p:attrNameLst>
                                          <p:attrName>ppt_x</p:attrName>
                                        </p:attrNameLst>
                                      </p:cBhvr>
                                      <p:tavLst>
                                        <p:tav tm="0">
                                          <p:val>
                                            <p:strVal val="#ppt_x"/>
                                          </p:val>
                                        </p:tav>
                                        <p:tav tm="100000">
                                          <p:val>
                                            <p:strVal val="#ppt_x"/>
                                          </p:val>
                                        </p:tav>
                                      </p:tavLst>
                                    </p:anim>
                                    <p:anim calcmode="lin" valueType="num">
                                      <p:cBhvr>
                                        <p:cTn id="34" dur="600" fill="hold"/>
                                        <p:tgtEl>
                                          <p:spTgt spid="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84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fill="hold"/>
                                        <p:tgtEl>
                                          <p:spTgt spid="10"/>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84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84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1"/>
                                          </p:val>
                                        </p:tav>
                                        <p:tav tm="100000">
                                          <p:val>
                                            <p:strVal val="#ppt_y"/>
                                          </p:val>
                                        </p:tav>
                                      </p:tavLst>
                                    </p:anim>
                                  </p:childTnLst>
                                </p:cTn>
                              </p:par>
                              <p:par>
                                <p:cTn id="50" presetID="22" presetClass="entr" presetSubtype="8" fill="hold" grpId="0" nodeType="withEffect">
                                  <p:stCondLst>
                                    <p:cond delay="1260"/>
                                  </p:stCondLst>
                                  <p:childTnLst>
                                    <p:set>
                                      <p:cBhvr>
                                        <p:cTn id="51" dur="1" fill="hold">
                                          <p:stCondLst>
                                            <p:cond delay="0"/>
                                          </p:stCondLst>
                                        </p:cTn>
                                        <p:tgtEl>
                                          <p:spTgt spid="13"/>
                                        </p:tgtEl>
                                        <p:attrNameLst>
                                          <p:attrName>style.visibility</p:attrName>
                                        </p:attrNameLst>
                                      </p:cBhvr>
                                      <p:to>
                                        <p:strVal val="visible"/>
                                      </p:to>
                                    </p:set>
                                    <p:animEffect transition="in" filter="wipe(left)">
                                      <p:cBhvr>
                                        <p:cTn id="52" dur="550"/>
                                        <p:tgtEl>
                                          <p:spTgt spid="13"/>
                                        </p:tgtEl>
                                      </p:cBhvr>
                                    </p:animEffect>
                                  </p:childTnLst>
                                </p:cTn>
                              </p:par>
                              <p:par>
                                <p:cTn id="53" presetID="22" presetClass="entr" presetSubtype="8" fill="hold" grpId="0" nodeType="withEffect">
                                  <p:stCondLst>
                                    <p:cond delay="1260"/>
                                  </p:stCondLst>
                                  <p:childTnLst>
                                    <p:set>
                                      <p:cBhvr>
                                        <p:cTn id="54" dur="1" fill="hold">
                                          <p:stCondLst>
                                            <p:cond delay="0"/>
                                          </p:stCondLst>
                                        </p:cTn>
                                        <p:tgtEl>
                                          <p:spTgt spid="14"/>
                                        </p:tgtEl>
                                        <p:attrNameLst>
                                          <p:attrName>style.visibility</p:attrName>
                                        </p:attrNameLst>
                                      </p:cBhvr>
                                      <p:to>
                                        <p:strVal val="visible"/>
                                      </p:to>
                                    </p:set>
                                    <p:animEffect transition="in" filter="wipe(left)">
                                      <p:cBhvr>
                                        <p:cTn id="55" dur="550"/>
                                        <p:tgtEl>
                                          <p:spTgt spid="14"/>
                                        </p:tgtEl>
                                      </p:cBhvr>
                                    </p:animEffect>
                                  </p:childTnLst>
                                </p:cTn>
                              </p:par>
                              <p:par>
                                <p:cTn id="56" presetID="22" presetClass="entr" presetSubtype="8" fill="hold" grpId="0" nodeType="withEffect">
                                  <p:stCondLst>
                                    <p:cond delay="126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1-fade"/>
          <p:cNvSpPr/>
          <p:nvPr/>
        </p:nvSpPr>
        <p:spPr>
          <a:xfrm>
            <a:off x="5730088" y="1234440"/>
            <a:ext cx="182880" cy="182880"/>
          </a:xfrm>
          <a:prstGeom prst="ellipse">
            <a:avLst/>
          </a:prstGeom>
          <a:solidFill>
            <a:srgbClr val="0055A4"/>
          </a:solidFill>
          <a:ln w="12700">
            <a:solidFill>
              <a:srgbClr val="0055A4"/>
            </a:solidFill>
            <a:prstDash val="solid"/>
          </a:ln>
        </p:spPr>
      </p:sp>
      <p:sp>
        <p:nvSpPr>
          <p:cNvPr id="3" name="a1-fade"/>
          <p:cNvSpPr/>
          <p:nvPr/>
        </p:nvSpPr>
        <p:spPr>
          <a:xfrm>
            <a:off x="6004408" y="1234440"/>
            <a:ext cx="182880" cy="182880"/>
          </a:xfrm>
          <a:prstGeom prst="ellipse">
            <a:avLst/>
          </a:prstGeom>
          <a:solidFill>
            <a:srgbClr val="FFFFFF"/>
          </a:solidFill>
          <a:ln w="12700">
            <a:solidFill>
              <a:srgbClr val="FFFFFF"/>
            </a:solidFill>
            <a:prstDash val="solid"/>
          </a:ln>
        </p:spPr>
      </p:sp>
      <p:sp>
        <p:nvSpPr>
          <p:cNvPr id="4" name="a1-fade"/>
          <p:cNvSpPr/>
          <p:nvPr/>
        </p:nvSpPr>
        <p:spPr>
          <a:xfrm>
            <a:off x="6278728" y="1234440"/>
            <a:ext cx="182880" cy="182880"/>
          </a:xfrm>
          <a:prstGeom prst="ellipse">
            <a:avLst/>
          </a:prstGeom>
          <a:solidFill>
            <a:srgbClr val="EF4135"/>
          </a:solidFill>
          <a:ln w="12700">
            <a:solidFill>
              <a:srgbClr val="EF4135"/>
            </a:solidFill>
            <a:prstDash val="solid"/>
          </a:ln>
        </p:spPr>
      </p:sp>
      <p:pic>
        <p:nvPicPr>
          <p:cNvPr id="5" name="a2-zoom" descr="">    </p:cNvPr>
          <p:cNvPicPr>
            <a:picLocks noChangeAspect="1"/>
          </p:cNvPicPr>
          <p:nvPr/>
        </p:nvPicPr>
        <p:blipFill>
          <a:blip r:embed="rId2"/>
          <a:stretch>
            <a:fillRect/>
          </a:stretch>
        </p:blipFill>
        <p:spPr>
          <a:xfrm>
            <a:off x="2377440" y="1874520"/>
            <a:ext cx="1188720" cy="1188720"/>
          </a:xfrm>
          <a:prstGeom prst="rect">
            <a:avLst/>
          </a:prstGeom>
        </p:spPr>
      </p:pic>
      <p:pic>
        <p:nvPicPr>
          <p:cNvPr id="6" name="a2-zoom" descr="">    </p:cNvPr>
          <p:cNvPicPr>
            <a:picLocks noChangeAspect="1"/>
          </p:cNvPicPr>
          <p:nvPr/>
        </p:nvPicPr>
        <p:blipFill>
          <a:blip r:embed="rId3"/>
          <a:stretch>
            <a:fillRect/>
          </a:stretch>
        </p:blipFill>
        <p:spPr>
          <a:xfrm>
            <a:off x="8625535" y="1874520"/>
            <a:ext cx="1188720" cy="1188720"/>
          </a:xfrm>
          <a:prstGeom prst="rect">
            <a:avLst/>
          </a:prstGeom>
        </p:spPr>
      </p:pic>
      <p:sp>
        <p:nvSpPr>
          <p:cNvPr id="7" name="a2-zoom"/>
          <p:cNvSpPr txBox="1"/>
          <p:nvPr/>
        </p:nvSpPr>
        <p:spPr>
          <a:xfrm>
            <a:off x="3566160" y="1645920"/>
            <a:ext cx="5059375" cy="1645920"/>
          </a:xfrm>
          <a:prstGeom prst="rect">
            <a:avLst/>
          </a:prstGeom>
          <a:noFill/>
          <a:ln/>
        </p:spPr>
        <p:txBody>
          <a:bodyPr wrap="square" lIns="0" tIns="0" rIns="0" bIns="0" rtlCol="0" anchor="ctr"/>
          <a:lstStyle/>
          <a:p>
            <a:pPr algn="ctr" indent="0" marL="0">
              <a:buNone/>
            </a:pPr>
            <a:r>
              <a:rPr lang="en-US" sz="8000" b="1" dirty="0">
                <a:solidFill>
                  <a:srgbClr val="D9973A"/>
                </a:solidFill>
                <a:latin typeface="Cambria" pitchFamily="34" charset="0"/>
                <a:ea typeface="Cambria" pitchFamily="34" charset="-122"/>
                <a:cs typeface="Cambria" pitchFamily="34" charset="-120"/>
              </a:rPr>
              <a:t>Merci !</a:t>
            </a:r>
            <a:endParaRPr lang="en-US" sz="8000" dirty="0"/>
          </a:p>
        </p:txBody>
      </p:sp>
      <p:sp>
        <p:nvSpPr>
          <p:cNvPr id="8" name="a3-float"/>
          <p:cNvSpPr txBox="1"/>
          <p:nvPr/>
        </p:nvSpPr>
        <p:spPr>
          <a:xfrm>
            <a:off x="1371600" y="3429000"/>
            <a:ext cx="9448495" cy="640080"/>
          </a:xfrm>
          <a:prstGeom prst="rect">
            <a:avLst/>
          </a:prstGeom>
          <a:noFill/>
          <a:ln/>
        </p:spPr>
        <p:txBody>
          <a:bodyPr wrap="square" lIns="0" tIns="0" rIns="0" bIns="0" rtlCol="0" anchor="t"/>
          <a:lstStyle/>
          <a:p>
            <a:pPr algn="ctr" indent="0" marL="0">
              <a:buNone/>
            </a:pPr>
            <a:r>
              <a:rPr lang="en-US" sz="3000" dirty="0">
                <a:solidFill>
                  <a:srgbClr val="FFFFFF"/>
                </a:solidFill>
                <a:latin typeface="Cambria" pitchFamily="34" charset="0"/>
                <a:ea typeface="Cambria" pitchFamily="34" charset="-122"/>
                <a:cs typeface="Cambria" pitchFamily="34" charset="-120"/>
              </a:rPr>
              <a:t>Thank you for your attention</a:t>
            </a:r>
            <a:endParaRPr lang="en-US" sz="3000" dirty="0"/>
          </a:p>
        </p:txBody>
      </p:sp>
      <p:sp>
        <p:nvSpPr>
          <p:cNvPr id="9" name="a4-zoom"/>
          <p:cNvSpPr txBox="1"/>
          <p:nvPr/>
        </p:nvSpPr>
        <p:spPr>
          <a:xfrm>
            <a:off x="4724248" y="4343400"/>
            <a:ext cx="2743200" cy="685800"/>
          </a:xfrm>
          <a:prstGeom prst="roundRect">
            <a:avLst>
              <a:gd name="adj" fmla="val 49333"/>
            </a:avLst>
          </a:prstGeom>
          <a:ln w="25400">
            <a:solidFill>
              <a:srgbClr val="D9973A"/>
            </a:solidFill>
          </a:ln>
        </p:spPr>
        <p:txBody>
          <a:bodyPr wrap="square" lIns="0" tIns="0" rIns="0" bIns="0" rtlCol="0" anchor="ctr"/>
          <a:lstStyle/>
          <a:p>
            <a:pPr algn="ctr" indent="0" marL="0">
              <a:buNone/>
            </a:pPr>
            <a:r>
              <a:rPr lang="en-US" sz="2200" b="1" dirty="0">
                <a:solidFill>
                  <a:srgbClr val="F2C98A"/>
                </a:solidFill>
                <a:latin typeface="Calibri" pitchFamily="34" charset="0"/>
                <a:ea typeface="Calibri" pitchFamily="34" charset="-122"/>
                <a:cs typeface="Calibri" pitchFamily="34" charset="-120"/>
              </a:rPr>
              <a:t>Questions?</a:t>
            </a:r>
            <a:endParaRPr lang="en-US" sz="2200" dirty="0"/>
          </a:p>
        </p:txBody>
      </p:sp>
      <p:sp>
        <p:nvSpPr>
          <p:cNvPr id="10" name="a5-fade"/>
          <p:cNvSpPr txBox="1"/>
          <p:nvPr/>
        </p:nvSpPr>
        <p:spPr>
          <a:xfrm>
            <a:off x="914400" y="5806440"/>
            <a:ext cx="10362895" cy="365760"/>
          </a:xfrm>
          <a:prstGeom prst="rect">
            <a:avLst/>
          </a:prstGeom>
          <a:noFill/>
          <a:ln/>
        </p:spPr>
        <p:txBody>
          <a:bodyPr wrap="square" lIns="0" tIns="0" rIns="0" bIns="0" rtlCol="0" anchor="t"/>
          <a:lstStyle/>
          <a:p>
            <a:pPr algn="ctr" indent="0" marL="0">
              <a:buNone/>
            </a:pPr>
            <a:r>
              <a:rPr lang="en-US" sz="1400" dirty="0">
                <a:solidFill>
                  <a:srgbClr val="C9D3E6"/>
                </a:solidFill>
                <a:latin typeface="Calibri" pitchFamily="34" charset="0"/>
                <a:ea typeface="Calibri" pitchFamily="34" charset="-122"/>
                <a:cs typeface="Calibri" pitchFamily="34" charset="-120"/>
              </a:rPr>
              <a:t>Djoudi Mohamed Salah E  ·  Klaipėda State University of Applied Sciences  ·  Erasmus+ 2025/2026</a:t>
            </a:r>
            <a:endParaRPr lang="en-US" sz="14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53" presetClass="entr" presetSubtype="16" fill="hold" grpId="0" nodeType="withEffect">
                                  <p:stCondLst>
                                    <p:cond delay="350"/>
                                  </p:stCondLst>
                                  <p:childTnLst>
                                    <p:set>
                                      <p:cBhvr>
                                        <p:cTn id="15" dur="1" fill="hold">
                                          <p:stCondLst>
                                            <p:cond delay="0"/>
                                          </p:stCondLst>
                                        </p:cTn>
                                        <p:tgtEl>
                                          <p:spTgt spid="5"/>
                                        </p:tgtEl>
                                        <p:attrNameLst>
                                          <p:attrName>style.visibility</p:attrName>
                                        </p:attrNameLst>
                                      </p:cBhvr>
                                      <p:to>
                                        <p:strVal val="visible"/>
                                      </p:to>
                                    </p:set>
                                    <p:anim calcmode="lin" valueType="num">
                                      <p:cBhvr>
                                        <p:cTn id="16" dur="450" fill="hold"/>
                                        <p:tgtEl>
                                          <p:spTgt spid="5"/>
                                        </p:tgtEl>
                                        <p:attrNameLst>
                                          <p:attrName>ppt_w</p:attrName>
                                        </p:attrNameLst>
                                      </p:cBhvr>
                                      <p:tavLst>
                                        <p:tav tm="0">
                                          <p:val>
                                            <p:fltVal val="0"/>
                                          </p:val>
                                        </p:tav>
                                        <p:tav tm="100000">
                                          <p:val>
                                            <p:strVal val="#ppt_w"/>
                                          </p:val>
                                        </p:tav>
                                      </p:tavLst>
                                    </p:anim>
                                    <p:anim calcmode="lin" valueType="num">
                                      <p:cBhvr>
                                        <p:cTn id="17" dur="450" fill="hold"/>
                                        <p:tgtEl>
                                          <p:spTgt spid="5"/>
                                        </p:tgtEl>
                                        <p:attrNameLst>
                                          <p:attrName>ppt_h</p:attrName>
                                        </p:attrNameLst>
                                      </p:cBhvr>
                                      <p:tavLst>
                                        <p:tav tm="0">
                                          <p:val>
                                            <p:fltVal val="0"/>
                                          </p:val>
                                        </p:tav>
                                        <p:tav tm="100000">
                                          <p:val>
                                            <p:strVal val="#ppt_h"/>
                                          </p:val>
                                        </p:tav>
                                      </p:tavLst>
                                    </p:anim>
                                    <p:animEffect transition="in" filter="fade">
                                      <p:cBhvr>
                                        <p:cTn id="18" dur="450"/>
                                        <p:tgtEl>
                                          <p:spTgt spid="5"/>
                                        </p:tgtEl>
                                      </p:cBhvr>
                                    </p:animEffect>
                                  </p:childTnLst>
                                </p:cTn>
                              </p:par>
                              <p:par>
                                <p:cTn id="19" presetID="53" presetClass="entr" presetSubtype="16" fill="hold" grpId="0" nodeType="withEffect">
                                  <p:stCondLst>
                                    <p:cond delay="350"/>
                                  </p:stCondLst>
                                  <p:childTnLst>
                                    <p:set>
                                      <p:cBhvr>
                                        <p:cTn id="20" dur="1" fill="hold">
                                          <p:stCondLst>
                                            <p:cond delay="0"/>
                                          </p:stCondLst>
                                        </p:cTn>
                                        <p:tgtEl>
                                          <p:spTgt spid="6"/>
                                        </p:tgtEl>
                                        <p:attrNameLst>
                                          <p:attrName>style.visibility</p:attrName>
                                        </p:attrNameLst>
                                      </p:cBhvr>
                                      <p:to>
                                        <p:strVal val="visible"/>
                                      </p:to>
                                    </p:set>
                                    <p:anim calcmode="lin" valueType="num">
                                      <p:cBhvr>
                                        <p:cTn id="21" dur="450" fill="hold"/>
                                        <p:tgtEl>
                                          <p:spTgt spid="6"/>
                                        </p:tgtEl>
                                        <p:attrNameLst>
                                          <p:attrName>ppt_w</p:attrName>
                                        </p:attrNameLst>
                                      </p:cBhvr>
                                      <p:tavLst>
                                        <p:tav tm="0">
                                          <p:val>
                                            <p:fltVal val="0"/>
                                          </p:val>
                                        </p:tav>
                                        <p:tav tm="100000">
                                          <p:val>
                                            <p:strVal val="#ppt_w"/>
                                          </p:val>
                                        </p:tav>
                                      </p:tavLst>
                                    </p:anim>
                                    <p:anim calcmode="lin" valueType="num">
                                      <p:cBhvr>
                                        <p:cTn id="22" dur="450" fill="hold"/>
                                        <p:tgtEl>
                                          <p:spTgt spid="6"/>
                                        </p:tgtEl>
                                        <p:attrNameLst>
                                          <p:attrName>ppt_h</p:attrName>
                                        </p:attrNameLst>
                                      </p:cBhvr>
                                      <p:tavLst>
                                        <p:tav tm="0">
                                          <p:val>
                                            <p:fltVal val="0"/>
                                          </p:val>
                                        </p:tav>
                                        <p:tav tm="100000">
                                          <p:val>
                                            <p:strVal val="#ppt_h"/>
                                          </p:val>
                                        </p:tav>
                                      </p:tavLst>
                                    </p:anim>
                                    <p:animEffect transition="in" filter="fade">
                                      <p:cBhvr>
                                        <p:cTn id="23" dur="450"/>
                                        <p:tgtEl>
                                          <p:spTgt spid="6"/>
                                        </p:tgtEl>
                                      </p:cBhvr>
                                    </p:animEffect>
                                  </p:childTnLst>
                                </p:cTn>
                              </p:par>
                              <p:par>
                                <p:cTn id="24" presetID="53" presetClass="entr" presetSubtype="16" fill="hold" grpId="0" nodeType="withEffect">
                                  <p:stCondLst>
                                    <p:cond delay="350"/>
                                  </p:stCondLst>
                                  <p:childTnLst>
                                    <p:set>
                                      <p:cBhvr>
                                        <p:cTn id="25" dur="1" fill="hold">
                                          <p:stCondLst>
                                            <p:cond delay="0"/>
                                          </p:stCondLst>
                                        </p:cTn>
                                        <p:tgtEl>
                                          <p:spTgt spid="7"/>
                                        </p:tgtEl>
                                        <p:attrNameLst>
                                          <p:attrName>style.visibility</p:attrName>
                                        </p:attrNameLst>
                                      </p:cBhvr>
                                      <p:to>
                                        <p:strVal val="visible"/>
                                      </p:to>
                                    </p:set>
                                    <p:anim calcmode="lin" valueType="num">
                                      <p:cBhvr>
                                        <p:cTn id="26" dur="450" fill="hold"/>
                                        <p:tgtEl>
                                          <p:spTgt spid="7"/>
                                        </p:tgtEl>
                                        <p:attrNameLst>
                                          <p:attrName>ppt_w</p:attrName>
                                        </p:attrNameLst>
                                      </p:cBhvr>
                                      <p:tavLst>
                                        <p:tav tm="0">
                                          <p:val>
                                            <p:fltVal val="0"/>
                                          </p:val>
                                        </p:tav>
                                        <p:tav tm="100000">
                                          <p:val>
                                            <p:strVal val="#ppt_w"/>
                                          </p:val>
                                        </p:tav>
                                      </p:tavLst>
                                    </p:anim>
                                    <p:anim calcmode="lin" valueType="num">
                                      <p:cBhvr>
                                        <p:cTn id="27" dur="450" fill="hold"/>
                                        <p:tgtEl>
                                          <p:spTgt spid="7"/>
                                        </p:tgtEl>
                                        <p:attrNameLst>
                                          <p:attrName>ppt_h</p:attrName>
                                        </p:attrNameLst>
                                      </p:cBhvr>
                                      <p:tavLst>
                                        <p:tav tm="0">
                                          <p:val>
                                            <p:fltVal val="0"/>
                                          </p:val>
                                        </p:tav>
                                        <p:tav tm="100000">
                                          <p:val>
                                            <p:strVal val="#ppt_h"/>
                                          </p:val>
                                        </p:tav>
                                      </p:tavLst>
                                    </p:anim>
                                    <p:animEffect transition="in" filter="fade">
                                      <p:cBhvr>
                                        <p:cTn id="28" dur="450"/>
                                        <p:tgtEl>
                                          <p:spTgt spid="7"/>
                                        </p:tgtEl>
                                      </p:cBhvr>
                                    </p:animEffect>
                                  </p:childTnLst>
                                </p:cTn>
                              </p:par>
                              <p:par>
                                <p:cTn id="29" presetID="42" presetClass="entr" presetSubtype="0" fill="hold" grpId="0" nodeType="withEffect">
                                  <p:stCondLst>
                                    <p:cond delay="665"/>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p:cTn id="32" dur="600" fill="hold"/>
                                        <p:tgtEl>
                                          <p:spTgt spid="8"/>
                                        </p:tgtEl>
                                        <p:attrNameLst>
                                          <p:attrName>ppt_x</p:attrName>
                                        </p:attrNameLst>
                                      </p:cBhvr>
                                      <p:tavLst>
                                        <p:tav tm="0">
                                          <p:val>
                                            <p:strVal val="#ppt_x"/>
                                          </p:val>
                                        </p:tav>
                                        <p:tav tm="100000">
                                          <p:val>
                                            <p:strVal val="#ppt_x"/>
                                          </p:val>
                                        </p:tav>
                                      </p:tavLst>
                                    </p:anim>
                                    <p:anim calcmode="lin" valueType="num">
                                      <p:cBhvr>
                                        <p:cTn id="33" dur="600" fill="hold"/>
                                        <p:tgtEl>
                                          <p:spTgt spid="8"/>
                                        </p:tgtEl>
                                        <p:attrNameLst>
                                          <p:attrName>ppt_y</p:attrName>
                                        </p:attrNameLst>
                                      </p:cBhvr>
                                      <p:tavLst>
                                        <p:tav tm="0">
                                          <p:val>
                                            <p:strVal val="#ppt_y+.1"/>
                                          </p:val>
                                        </p:tav>
                                        <p:tav tm="100000">
                                          <p:val>
                                            <p:strVal val="#ppt_y"/>
                                          </p:val>
                                        </p:tav>
                                      </p:tavLst>
                                    </p:anim>
                                  </p:childTnLst>
                                </p:cTn>
                              </p:par>
                              <p:par>
                                <p:cTn id="34" presetID="53" presetClass="entr" presetSubtype="16" fill="hold" grpId="0" nodeType="withEffect">
                                  <p:stCondLst>
                                    <p:cond delay="1085"/>
                                  </p:stCondLst>
                                  <p:childTnLst>
                                    <p:set>
                                      <p:cBhvr>
                                        <p:cTn id="35" dur="1" fill="hold">
                                          <p:stCondLst>
                                            <p:cond delay="0"/>
                                          </p:stCondLst>
                                        </p:cTn>
                                        <p:tgtEl>
                                          <p:spTgt spid="9"/>
                                        </p:tgtEl>
                                        <p:attrNameLst>
                                          <p:attrName>style.visibility</p:attrName>
                                        </p:attrNameLst>
                                      </p:cBhvr>
                                      <p:to>
                                        <p:strVal val="visible"/>
                                      </p:to>
                                    </p:set>
                                    <p:anim calcmode="lin" valueType="num">
                                      <p:cBhvr>
                                        <p:cTn id="36" dur="450" fill="hold"/>
                                        <p:tgtEl>
                                          <p:spTgt spid="9"/>
                                        </p:tgtEl>
                                        <p:attrNameLst>
                                          <p:attrName>ppt_w</p:attrName>
                                        </p:attrNameLst>
                                      </p:cBhvr>
                                      <p:tavLst>
                                        <p:tav tm="0">
                                          <p:val>
                                            <p:fltVal val="0"/>
                                          </p:val>
                                        </p:tav>
                                        <p:tav tm="100000">
                                          <p:val>
                                            <p:strVal val="#ppt_w"/>
                                          </p:val>
                                        </p:tav>
                                      </p:tavLst>
                                    </p:anim>
                                    <p:anim calcmode="lin" valueType="num">
                                      <p:cBhvr>
                                        <p:cTn id="37" dur="450" fill="hold"/>
                                        <p:tgtEl>
                                          <p:spTgt spid="9"/>
                                        </p:tgtEl>
                                        <p:attrNameLst>
                                          <p:attrName>ppt_h</p:attrName>
                                        </p:attrNameLst>
                                      </p:cBhvr>
                                      <p:tavLst>
                                        <p:tav tm="0">
                                          <p:val>
                                            <p:fltVal val="0"/>
                                          </p:val>
                                        </p:tav>
                                        <p:tav tm="100000">
                                          <p:val>
                                            <p:strVal val="#ppt_h"/>
                                          </p:val>
                                        </p:tav>
                                      </p:tavLst>
                                    </p:anim>
                                    <p:animEffect transition="in" filter="fade">
                                      <p:cBhvr>
                                        <p:cTn id="38" dur="450"/>
                                        <p:tgtEl>
                                          <p:spTgt spid="9"/>
                                        </p:tgtEl>
                                      </p:cBhvr>
                                    </p:animEffect>
                                  </p:childTnLst>
                                </p:cTn>
                              </p:par>
                              <p:par>
                                <p:cTn id="39" presetID="10" presetClass="entr" presetSubtype="0" fill="hold" grpId="0" nodeType="withEffect">
                                  <p:stCondLst>
                                    <p:cond delay="14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Internship in France – Boulangerie D.O</dc:title>
  <dc:subject>PptxGenJS Presentation</dc:subject>
  <dc:creator>Djoudi Mohamed Salah E</dc:creator>
  <cp:lastModifiedBy>Djoudi Mohamed Salah E</cp:lastModifiedBy>
  <cp:revision>1</cp:revision>
  <dcterms:created xsi:type="dcterms:W3CDTF">2026-09-28T19:39:35Z</dcterms:created>
  <dcterms:modified xsi:type="dcterms:W3CDTF">2026-09-28T19:39:35Z</dcterms:modified>
</cp:coreProperties>
</file>