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Haithem Cheniti, a student at Klaipėdos valstybinė kolegija. Today I will present my Erasmus+ internship at KHELA in France: the programme, the company, my tasks, the tools I used, the skills I gained, the challenges I faced and what this mobility meant for 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structure of my presentation. I will start with the Erasmus+ programme and my objectives, then introduce KHELA, describe my role and the digital tools I used, and finish with the skills I developed, the challenges I faced and my personal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key facts. This was an Erasmus+ traineeship in France. My host company was KHELA, and my sending institution is KVK in Klaipėda, Lithuania. I worked as an administrative intern, and my main tools were Microsoft Word and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Erasmus+ programme supports student traineeships abroad. My mobility had three objectives: first, to gain practical experience by applying what I learned at KVK in a real company; second, to be exposed to an international workplace in France; and third, to develop the competencies that European employers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KHELA is a medium-sized French company. Its main activities are buying and selling machines and electronics, repairing and maintaining devices, and refurbishing equipment for resale. It employs a significant number of workers and technicians. By refurbishing equipment, the company also follows a circular-economy model that reduces electronic waste.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position was mainly administrative. I handled daily office work, prepared and edited documents, organised data and kept records up to date, managed office information and files, and supported the company's daily operations. Word and Excel were my main tools every single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Word, I created and formatted letters, reports and templates to professional standards. In Excel, I built tables, inventories and records to keep data accurate and organised. I also helped keep a structured filing system so information could be found quickly. A typical task followed four steps: collect the information, record it in Excel, produce the document in Word, and file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developed three groups of skills. Technical: strong Word and Excel skills and data management. Professional: problem-solving, organising records and supporting business operations. Interpersonal: communication, teamwork in a multicultural team, and adapting to an international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Like any mobility, this internship came with challenges. Working in a new language and business culture required me to listen carefully, ask questions and adapt step by step. The volume of information I handled pushed me to build clear Excel tables and a consistent filing structure. And with many different daily tasks, I learned to prioritise and keep tidy records so nothing was missed.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Beyond work, Erasmus helped me grow personally. I adapted to a new culture, worked in an international setting, became more independent by managing daily life abroad, and gained experience that will strengthen my future career in Europe.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this internship gave me real office experience, strong digital skills and the confidence to work internationally. I would like to thank KVK, KHELA and the Erasmus+ programme for this opportunity, and my colleagues in France for their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am happy to answer your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slideLayout" Target="../slideLayouts/slideLayout1.xml"/><Relationship Id="rId1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1.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E4A"/>
        </a:solidFill>
      </p:bgPr>
    </p:bg>
    <p:spTree>
      <p:nvGrpSpPr>
        <p:cNvPr id="1" name=""/>
        <p:cNvGrpSpPr/>
        <p:nvPr/>
      </p:nvGrpSpPr>
      <p:grpSpPr>
        <a:xfrm>
          <a:off x="0" y="0"/>
          <a:ext cx="0" cy="0"/>
          <a:chOff x="0" y="0"/>
          <a:chExt cx="0" cy="0"/>
        </a:xfrm>
      </p:grpSpPr>
      <p:pic>
        <p:nvPicPr>
          <p:cNvPr id="2" name="A00_fade" descr="Evening view of a French city square reflected in water">    </p:cNvPr>
          <p:cNvPicPr>
            <a:picLocks noChangeAspect="1"/>
          </p:cNvPicPr>
          <p:nvPr/>
        </p:nvPicPr>
        <p:blipFill>
          <a:blip r:embed="rId1"/>
          <a:stretch>
            <a:fillRect/>
          </a:stretch>
        </p:blipFill>
        <p:spPr>
          <a:xfrm>
            <a:off x="6035040" y="0"/>
            <a:ext cx="6156655" cy="6858000"/>
          </a:xfrm>
          <a:prstGeom prst="rect">
            <a:avLst/>
          </a:prstGeom>
        </p:spPr>
      </p:pic>
      <p:sp>
        <p:nvSpPr>
          <p:cNvPr id="3" name="A01_fade"/>
          <p:cNvSpPr/>
          <p:nvPr/>
        </p:nvSpPr>
        <p:spPr>
          <a:xfrm>
            <a:off x="640080" y="548640"/>
            <a:ext cx="1371600" cy="502920"/>
          </a:xfrm>
          <a:prstGeom prst="roundRect">
            <a:avLst>
              <a:gd name="adj" fmla="val 18182"/>
            </a:avLst>
          </a:prstGeom>
          <a:solidFill>
            <a:srgbClr val="FFFFFF"/>
          </a:solidFill>
          <a:ln/>
        </p:spPr>
      </p:sp>
      <p:pic>
        <p:nvPicPr>
          <p:cNvPr id="4" name="A01_fade" descr="KVK logo">    </p:cNvPr>
          <p:cNvPicPr>
            <a:picLocks noChangeAspect="1"/>
          </p:cNvPicPr>
          <p:nvPr/>
        </p:nvPicPr>
        <p:blipFill>
          <a:blip r:embed="rId2"/>
          <a:stretch>
            <a:fillRect/>
          </a:stretch>
        </p:blipFill>
        <p:spPr>
          <a:xfrm>
            <a:off x="886968" y="621792"/>
            <a:ext cx="868680" cy="356616"/>
          </a:xfrm>
          <a:prstGeom prst="rect">
            <a:avLst/>
          </a:prstGeom>
        </p:spPr>
      </p:pic>
      <p:sp>
        <p:nvSpPr>
          <p:cNvPr id="5" name="A02_float"/>
          <p:cNvSpPr txBox="1"/>
          <p:nvPr/>
        </p:nvSpPr>
        <p:spPr>
          <a:xfrm>
            <a:off x="640080" y="1920240"/>
            <a:ext cx="5120640" cy="320040"/>
          </a:xfrm>
          <a:prstGeom prst="rect">
            <a:avLst/>
          </a:prstGeom>
          <a:noFill/>
          <a:ln/>
        </p:spPr>
        <p:txBody>
          <a:bodyPr wrap="square" lIns="0" tIns="0" rIns="0" bIns="0" rtlCol="0" anchor="ctr"/>
          <a:lstStyle/>
          <a:p>
            <a:pPr indent="0" marL="0">
              <a:buNone/>
            </a:pPr>
            <a:r>
              <a:rPr lang="en-US" sz="1300" b="1" spc="500" kern="0" dirty="0">
                <a:solidFill>
                  <a:srgbClr val="5CC6E6"/>
                </a:solidFill>
                <a:latin typeface="Calibri" pitchFamily="34" charset="0"/>
                <a:ea typeface="Calibri" pitchFamily="34" charset="-122"/>
                <a:cs typeface="Calibri" pitchFamily="34" charset="-120"/>
              </a:rPr>
              <a:t>ERASMUS+ INTERNSHIP DEFENCE</a:t>
            </a:r>
            <a:endParaRPr lang="en-US" sz="1300" dirty="0"/>
          </a:p>
        </p:txBody>
      </p:sp>
      <p:sp>
        <p:nvSpPr>
          <p:cNvPr id="6" name="A03_float"/>
          <p:cNvSpPr txBox="1"/>
          <p:nvPr/>
        </p:nvSpPr>
        <p:spPr>
          <a:xfrm>
            <a:off x="640080" y="2331720"/>
            <a:ext cx="5212080" cy="1417320"/>
          </a:xfrm>
          <a:prstGeom prst="rect">
            <a:avLst/>
          </a:prstGeom>
          <a:noFill/>
          <a:ln/>
        </p:spPr>
        <p:txBody>
          <a:bodyPr wrap="square" lIns="0" tIns="0" rIns="0" bIns="0" rtlCol="0" anchor="t"/>
          <a:lstStyle/>
          <a:p>
            <a:pPr indent="0" marL="0">
              <a:buNone/>
            </a:pPr>
            <a:r>
              <a:rPr lang="en-US" sz="4200" b="1" dirty="0">
                <a:solidFill>
                  <a:srgbClr val="FFFFFF"/>
                </a:solidFill>
                <a:latin typeface="Cambria" pitchFamily="34" charset="0"/>
                <a:ea typeface="Cambria" pitchFamily="34" charset="-122"/>
                <a:cs typeface="Cambria" pitchFamily="34" charset="-120"/>
              </a:rPr>
              <a:t>My Erasmus+ Internship in France</a:t>
            </a:r>
            <a:endParaRPr lang="en-US" sz="4200" dirty="0"/>
          </a:p>
        </p:txBody>
      </p:sp>
      <p:sp>
        <p:nvSpPr>
          <p:cNvPr id="7" name="A04_float"/>
          <p:cNvSpPr txBox="1"/>
          <p:nvPr/>
        </p:nvSpPr>
        <p:spPr>
          <a:xfrm>
            <a:off x="640080" y="3977640"/>
            <a:ext cx="512064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Haithem Cheniti</a:t>
            </a:r>
            <a:endParaRPr lang="en-US" sz="2400" dirty="0"/>
          </a:p>
        </p:txBody>
      </p:sp>
      <p:sp>
        <p:nvSpPr>
          <p:cNvPr id="8" name="A05_float"/>
          <p:cNvSpPr txBox="1"/>
          <p:nvPr/>
        </p:nvSpPr>
        <p:spPr>
          <a:xfrm>
            <a:off x="640080" y="4480560"/>
            <a:ext cx="5212080" cy="685800"/>
          </a:xfrm>
          <a:prstGeom prst="rect">
            <a:avLst/>
          </a:prstGeom>
          <a:noFill/>
          <a:ln/>
        </p:spPr>
        <p:txBody>
          <a:bodyPr wrap="square" lIns="0" tIns="0" rIns="0" bIns="0" rtlCol="0" anchor="ctr"/>
          <a:lstStyle/>
          <a:p>
            <a:pPr indent="0" marL="0">
              <a:spcAft>
                <a:spcPts val="400"/>
              </a:spcAft>
              <a:buNone/>
            </a:pPr>
            <a:r>
              <a:rPr lang="en-US" sz="1400" b="1" dirty="0">
                <a:solidFill>
                  <a:srgbClr val="5CC6E6"/>
                </a:solidFill>
                <a:latin typeface="Calibri" pitchFamily="34" charset="0"/>
                <a:ea typeface="Calibri" pitchFamily="34" charset="-122"/>
                <a:cs typeface="Calibri" pitchFamily="34" charset="-120"/>
              </a:rPr>
              <a:t>Host company: </a:t>
            </a:r>
            <a:pPr indent="0" marL="0">
              <a:spcAft>
                <a:spcPts val="400"/>
              </a:spcAft>
              <a:buNone/>
            </a:pPr>
            <a:r>
              <a:rPr lang="en-US" sz="1400" dirty="0">
                <a:solidFill>
                  <a:srgbClr val="D5DCEE"/>
                </a:solidFill>
                <a:latin typeface="Calibri" pitchFamily="34" charset="0"/>
                <a:ea typeface="Calibri" pitchFamily="34" charset="-122"/>
                <a:cs typeface="Calibri" pitchFamily="34" charset="-120"/>
              </a:rPr>
              <a:t>KHELA (Khelaf), France</a:t>
            </a:r>
            <a:endParaRPr lang="en-US" sz="1400" dirty="0"/>
          </a:p>
          <a:p>
            <a:pPr indent="0" marL="0">
              <a:spcAft>
                <a:spcPts val="400"/>
              </a:spcAft>
              <a:buNone/>
            </a:pPr>
            <a:r>
              <a:rPr lang="en-US" sz="1400" b="1" dirty="0">
                <a:solidFill>
                  <a:srgbClr val="5CC6E6"/>
                </a:solidFill>
                <a:latin typeface="Calibri" pitchFamily="34" charset="0"/>
                <a:ea typeface="Calibri" pitchFamily="34" charset="-122"/>
                <a:cs typeface="Calibri" pitchFamily="34" charset="-120"/>
              </a:rPr>
              <a:t>Sending institution: </a:t>
            </a:r>
            <a:pPr indent="0" marL="0">
              <a:spcAft>
                <a:spcPts val="400"/>
              </a:spcAft>
              <a:buNone/>
            </a:pPr>
            <a:r>
              <a:rPr lang="en-US" sz="1400" dirty="0">
                <a:solidFill>
                  <a:srgbClr val="D5DCEE"/>
                </a:solidFill>
                <a:latin typeface="Calibri" pitchFamily="34" charset="0"/>
                <a:ea typeface="Calibri" pitchFamily="34" charset="-122"/>
                <a:cs typeface="Calibri" pitchFamily="34" charset="-120"/>
              </a:rPr>
              <a:t>Klaipėdos valstybinė kolegija (KVK)</a:t>
            </a:r>
            <a:endParaRPr lang="en-US" sz="1400" dirty="0"/>
          </a:p>
        </p:txBody>
      </p:sp>
      <p:sp>
        <p:nvSpPr>
          <p:cNvPr id="9" name="A06_zoom"/>
          <p:cNvSpPr txBox="1"/>
          <p:nvPr/>
        </p:nvSpPr>
        <p:spPr>
          <a:xfrm>
            <a:off x="640080" y="5486400"/>
            <a:ext cx="1554480" cy="502920"/>
          </a:xfrm>
          <a:prstGeom prst="roundRect">
            <a:avLst>
              <a:gd name="adj" fmla="val 18182"/>
            </a:avLst>
          </a:prstGeom>
          <a:solidFill>
            <a:srgbClr val="FFFFFF"/>
          </a:solidFill>
          <a:ln/>
        </p:spPr>
        <p:txBody>
          <a:bodyPr wrap="square" lIns="0" tIns="0" rIns="0" bIns="0" rtlCol="0" anchor="ctr"/>
          <a:lstStyle/>
          <a:p>
            <a:pPr algn="ctr" indent="0" marL="0">
              <a:buNone/>
            </a:pPr>
            <a:r>
              <a:rPr lang="en-US" sz="1700" b="1" dirty="0">
                <a:solidFill>
                  <a:srgbClr val="003399"/>
                </a:solidFill>
                <a:latin typeface="Calibri" pitchFamily="34" charset="0"/>
                <a:ea typeface="Calibri" pitchFamily="34" charset="-122"/>
                <a:cs typeface="Calibri" pitchFamily="34" charset="-120"/>
              </a:rPr>
              <a:t>Erasmus+</a:t>
            </a:r>
            <a:endParaRPr lang="en-US" sz="17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10" presetClass="entr" presetSubtype="0" fill="hold" grpId="0" nodeType="withEffect">
                                  <p:stCondLst>
                                    <p:cond delay="22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600"/>
                                        <p:tgtEl>
                                          <p:spTgt spid="3"/>
                                        </p:tgtEl>
                                      </p:cBhvr>
                                    </p:animEffect>
                                  </p:childTnLst>
                                </p:cTn>
                              </p:par>
                              <p:par>
                                <p:cTn id="11" presetID="10" presetClass="entr" presetSubtype="0" fill="hold" grpId="0" nodeType="withEffect">
                                  <p:stCondLst>
                                    <p:cond delay="22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600"/>
                                        <p:tgtEl>
                                          <p:spTgt spid="4"/>
                                        </p:tgtEl>
                                      </p:cBhvr>
                                    </p:animEffect>
                                  </p:childTnLst>
                                </p:cTn>
                              </p:par>
                              <p:par>
                                <p:cTn id="14" presetID="42" presetClass="entr" presetSubtype="0" fill="hold" grpId="0" nodeType="withEffect">
                                  <p:stCondLst>
                                    <p:cond delay="44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700"/>
                                        <p:tgtEl>
                                          <p:spTgt spid="5"/>
                                        </p:tgtEl>
                                      </p:cBhvr>
                                    </p:animEffect>
                                    <p:anim calcmode="lin" valueType="num">
                                      <p:cBhvr>
                                        <p:cTn id="17" dur="700" fill="hold"/>
                                        <p:tgtEl>
                                          <p:spTgt spid="5"/>
                                        </p:tgtEl>
                                        <p:attrNameLst>
                                          <p:attrName>ppt_x</p:attrName>
                                        </p:attrNameLst>
                                      </p:cBhvr>
                                      <p:tavLst>
                                        <p:tav tm="0">
                                          <p:val>
                                            <p:strVal val="#ppt_x"/>
                                          </p:val>
                                        </p:tav>
                                        <p:tav tm="100000">
                                          <p:val>
                                            <p:strVal val="#ppt_x"/>
                                          </p:val>
                                        </p:tav>
                                      </p:tavLst>
                                    </p:anim>
                                    <p:anim calcmode="lin" valueType="num">
                                      <p:cBhvr>
                                        <p:cTn id="18" dur="700" fill="hold"/>
                                        <p:tgtEl>
                                          <p:spTgt spid="5"/>
                                        </p:tgtEl>
                                        <p:attrNameLst>
                                          <p:attrName>ppt_y</p:attrName>
                                        </p:attrNameLst>
                                      </p:cBhvr>
                                      <p:tavLst>
                                        <p:tav tm="0">
                                          <p:val>
                                            <p:strVal val="#ppt_y+.06"/>
                                          </p:val>
                                        </p:tav>
                                        <p:tav tm="100000">
                                          <p:val>
                                            <p:strVal val="#ppt_y"/>
                                          </p:val>
                                        </p:tav>
                                      </p:tavLst>
                                    </p:anim>
                                  </p:childTnLst>
                                </p:cTn>
                              </p:par>
                              <p:par>
                                <p:cTn id="19" presetID="42" presetClass="entr" presetSubtype="0" fill="hold" grpId="0" nodeType="withEffect">
                                  <p:stCondLst>
                                    <p:cond delay="66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700"/>
                                        <p:tgtEl>
                                          <p:spTgt spid="6"/>
                                        </p:tgtEl>
                                      </p:cBhvr>
                                    </p:animEffect>
                                    <p:anim calcmode="lin" valueType="num">
                                      <p:cBhvr>
                                        <p:cTn id="22" dur="700" fill="hold"/>
                                        <p:tgtEl>
                                          <p:spTgt spid="6"/>
                                        </p:tgtEl>
                                        <p:attrNameLst>
                                          <p:attrName>ppt_x</p:attrName>
                                        </p:attrNameLst>
                                      </p:cBhvr>
                                      <p:tavLst>
                                        <p:tav tm="0">
                                          <p:val>
                                            <p:strVal val="#ppt_x"/>
                                          </p:val>
                                        </p:tav>
                                        <p:tav tm="100000">
                                          <p:val>
                                            <p:strVal val="#ppt_x"/>
                                          </p:val>
                                        </p:tav>
                                      </p:tavLst>
                                    </p:anim>
                                    <p:anim calcmode="lin" valueType="num">
                                      <p:cBhvr>
                                        <p:cTn id="23" dur="700" fill="hold"/>
                                        <p:tgtEl>
                                          <p:spTgt spid="6"/>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88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p:cTn id="27" dur="700" fill="hold"/>
                                        <p:tgtEl>
                                          <p:spTgt spid="7"/>
                                        </p:tgtEl>
                                        <p:attrNameLst>
                                          <p:attrName>ppt_x</p:attrName>
                                        </p:attrNameLst>
                                      </p:cBhvr>
                                      <p:tavLst>
                                        <p:tav tm="0">
                                          <p:val>
                                            <p:strVal val="#ppt_x"/>
                                          </p:val>
                                        </p:tav>
                                        <p:tav tm="100000">
                                          <p:val>
                                            <p:strVal val="#ppt_x"/>
                                          </p:val>
                                        </p:tav>
                                      </p:tavLst>
                                    </p:anim>
                                    <p:anim calcmode="lin" valueType="num">
                                      <p:cBhvr>
                                        <p:cTn id="28" dur="700" fill="hold"/>
                                        <p:tgtEl>
                                          <p:spTgt spid="7"/>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110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p:cTn id="32" dur="700" fill="hold"/>
                                        <p:tgtEl>
                                          <p:spTgt spid="8"/>
                                        </p:tgtEl>
                                        <p:attrNameLst>
                                          <p:attrName>ppt_x</p:attrName>
                                        </p:attrNameLst>
                                      </p:cBhvr>
                                      <p:tavLst>
                                        <p:tav tm="0">
                                          <p:val>
                                            <p:strVal val="#ppt_x"/>
                                          </p:val>
                                        </p:tav>
                                        <p:tav tm="100000">
                                          <p:val>
                                            <p:strVal val="#ppt_x"/>
                                          </p:val>
                                        </p:tav>
                                      </p:tavLst>
                                    </p:anim>
                                    <p:anim calcmode="lin" valueType="num">
                                      <p:cBhvr>
                                        <p:cTn id="33" dur="700" fill="hold"/>
                                        <p:tgtEl>
                                          <p:spTgt spid="8"/>
                                        </p:tgtEl>
                                        <p:attrNameLst>
                                          <p:attrName>ppt_y</p:attrName>
                                        </p:attrNameLst>
                                      </p:cBhvr>
                                      <p:tavLst>
                                        <p:tav tm="0">
                                          <p:val>
                                            <p:strVal val="#ppt_y+.06"/>
                                          </p:val>
                                        </p:tav>
                                        <p:tav tm="100000">
                                          <p:val>
                                            <p:strVal val="#ppt_y"/>
                                          </p:val>
                                        </p:tav>
                                      </p:tavLst>
                                    </p:anim>
                                  </p:childTnLst>
                                </p:cTn>
                              </p:par>
                              <p:par>
                                <p:cTn id="34" presetID="53" presetClass="entr" presetSubtype="16" fill="hold" grpId="0" nodeType="withEffect">
                                  <p:stCondLst>
                                    <p:cond delay="132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A"/>
        </a:solidFill>
      </p:bgPr>
    </p:bg>
    <p:spTree>
      <p:nvGrpSpPr>
        <p:cNvPr id="1" name=""/>
        <p:cNvGrpSpPr/>
        <p:nvPr/>
      </p:nvGrpSpPr>
      <p:grpSpPr>
        <a:xfrm>
          <a:off x="0" y="0"/>
          <a:ext cx="0" cy="0"/>
          <a:chOff x="0" y="0"/>
          <a:chExt cx="0" cy="0"/>
        </a:xfrm>
      </p:grpSpPr>
      <p:sp>
        <p:nvSpPr>
          <p:cNvPr id="2" name="Shape 0"/>
          <p:cNvSpPr/>
          <p:nvPr/>
        </p:nvSpPr>
        <p:spPr>
          <a:xfrm>
            <a:off x="0" y="0"/>
            <a:ext cx="4023360" cy="6858000"/>
          </a:xfrm>
          <a:prstGeom prst="rect">
            <a:avLst/>
          </a:prstGeom>
          <a:solidFill>
            <a:srgbClr val="0E1E4A"/>
          </a:solidFill>
          <a:ln/>
        </p:spPr>
      </p:sp>
      <p:sp>
        <p:nvSpPr>
          <p:cNvPr id="3" name="A00_fade"/>
          <p:cNvSpPr txBox="1"/>
          <p:nvPr/>
        </p:nvSpPr>
        <p:spPr>
          <a:xfrm>
            <a:off x="548640" y="2103120"/>
            <a:ext cx="3108960" cy="274320"/>
          </a:xfrm>
          <a:prstGeom prst="rect">
            <a:avLst/>
          </a:prstGeom>
          <a:noFill/>
          <a:ln/>
        </p:spPr>
        <p:txBody>
          <a:bodyPr wrap="square" lIns="0" tIns="0" rIns="0" bIns="0" rtlCol="0" anchor="ctr"/>
          <a:lstStyle/>
          <a:p>
            <a:pPr indent="0" marL="0">
              <a:buNone/>
            </a:pPr>
            <a:r>
              <a:rPr lang="en-US" sz="1200" b="1" spc="400" kern="0" dirty="0">
                <a:solidFill>
                  <a:srgbClr val="5CC6E6"/>
                </a:solidFill>
                <a:latin typeface="Calibri" pitchFamily="34" charset="0"/>
                <a:ea typeface="Calibri" pitchFamily="34" charset="-122"/>
                <a:cs typeface="Calibri" pitchFamily="34" charset="-120"/>
              </a:rPr>
              <a:t>OVERVIEW</a:t>
            </a:r>
            <a:endParaRPr lang="en-US" sz="1200" dirty="0"/>
          </a:p>
        </p:txBody>
      </p:sp>
      <p:sp>
        <p:nvSpPr>
          <p:cNvPr id="4" name="A00_float"/>
          <p:cNvSpPr txBox="1"/>
          <p:nvPr/>
        </p:nvSpPr>
        <p:spPr>
          <a:xfrm>
            <a:off x="548640" y="2423160"/>
            <a:ext cx="3108960" cy="91440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Agenda</a:t>
            </a:r>
            <a:endParaRPr lang="en-US" sz="4800" dirty="0"/>
          </a:p>
        </p:txBody>
      </p:sp>
      <p:sp>
        <p:nvSpPr>
          <p:cNvPr id="5" name="A01_fade"/>
          <p:cNvSpPr txBox="1"/>
          <p:nvPr/>
        </p:nvSpPr>
        <p:spPr>
          <a:xfrm>
            <a:off x="548640" y="3429000"/>
            <a:ext cx="2926080" cy="1005840"/>
          </a:xfrm>
          <a:prstGeom prst="rect">
            <a:avLst/>
          </a:prstGeom>
          <a:noFill/>
          <a:ln/>
        </p:spPr>
        <p:txBody>
          <a:bodyPr wrap="square" lIns="0" tIns="0" rIns="0" bIns="0" rtlCol="0" anchor="t"/>
          <a:lstStyle/>
          <a:p>
            <a:pPr indent="0" marL="0">
              <a:buNone/>
            </a:pPr>
            <a:r>
              <a:rPr lang="en-US" sz="1500" dirty="0">
                <a:solidFill>
                  <a:srgbClr val="C9D3EA"/>
                </a:solidFill>
                <a:latin typeface="Calibri" pitchFamily="34" charset="0"/>
                <a:ea typeface="Calibri" pitchFamily="34" charset="-122"/>
                <a:cs typeface="Calibri" pitchFamily="34" charset="-120"/>
              </a:rPr>
              <a:t>Six parts, from the programme's goals to what I take away from the experience.</a:t>
            </a:r>
            <a:endParaRPr lang="en-US" sz="1500" dirty="0"/>
          </a:p>
        </p:txBody>
      </p:sp>
      <p:sp>
        <p:nvSpPr>
          <p:cNvPr id="6" name="A02_float"/>
          <p:cNvSpPr txBox="1"/>
          <p:nvPr/>
        </p:nvSpPr>
        <p:spPr>
          <a:xfrm>
            <a:off x="4572000" y="758952"/>
            <a:ext cx="566928" cy="566928"/>
          </a:xfrm>
          <a:prstGeom prst="ellipse">
            <a:avLst/>
          </a:prstGeom>
          <a:solidFill>
            <a:srgbClr val="1695B9"/>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01</a:t>
            </a:r>
            <a:endParaRPr lang="en-US" sz="1500" dirty="0"/>
          </a:p>
        </p:txBody>
      </p:sp>
      <p:sp>
        <p:nvSpPr>
          <p:cNvPr id="7" name="A02_float"/>
          <p:cNvSpPr txBox="1"/>
          <p:nvPr/>
        </p:nvSpPr>
        <p:spPr>
          <a:xfrm>
            <a:off x="5394960" y="704088"/>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Erasmus+ programme</a:t>
            </a:r>
            <a:endParaRPr lang="en-US" sz="2000" dirty="0"/>
          </a:p>
        </p:txBody>
      </p:sp>
      <p:sp>
        <p:nvSpPr>
          <p:cNvPr id="8" name="A02_float"/>
          <p:cNvSpPr txBox="1"/>
          <p:nvPr/>
        </p:nvSpPr>
        <p:spPr>
          <a:xfrm>
            <a:off x="5394960" y="1069848"/>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Why I went and what I wanted to achieve</a:t>
            </a:r>
            <a:endParaRPr lang="en-US" sz="1400" dirty="0"/>
          </a:p>
        </p:txBody>
      </p:sp>
      <p:sp>
        <p:nvSpPr>
          <p:cNvPr id="9" name="A03_float"/>
          <p:cNvSpPr txBox="1"/>
          <p:nvPr/>
        </p:nvSpPr>
        <p:spPr>
          <a:xfrm>
            <a:off x="4572000" y="1645920"/>
            <a:ext cx="566928" cy="566928"/>
          </a:xfrm>
          <a:prstGeom prst="ellipse">
            <a:avLst/>
          </a:prstGeom>
          <a:solidFill>
            <a:srgbClr val="7A49C7"/>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02</a:t>
            </a:r>
            <a:endParaRPr lang="en-US" sz="1500" dirty="0"/>
          </a:p>
        </p:txBody>
      </p:sp>
      <p:sp>
        <p:nvSpPr>
          <p:cNvPr id="10" name="A03_float"/>
          <p:cNvSpPr txBox="1"/>
          <p:nvPr/>
        </p:nvSpPr>
        <p:spPr>
          <a:xfrm>
            <a:off x="5394960" y="1591056"/>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Host company</a:t>
            </a:r>
            <a:endParaRPr lang="en-US" sz="2000" dirty="0"/>
          </a:p>
        </p:txBody>
      </p:sp>
      <p:sp>
        <p:nvSpPr>
          <p:cNvPr id="11" name="A03_float"/>
          <p:cNvSpPr txBox="1"/>
          <p:nvPr/>
        </p:nvSpPr>
        <p:spPr>
          <a:xfrm>
            <a:off x="5394960" y="1956816"/>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Who KHELA is and what it does</a:t>
            </a:r>
            <a:endParaRPr lang="en-US" sz="1400" dirty="0"/>
          </a:p>
        </p:txBody>
      </p:sp>
      <p:sp>
        <p:nvSpPr>
          <p:cNvPr id="12" name="A04_float"/>
          <p:cNvSpPr txBox="1"/>
          <p:nvPr/>
        </p:nvSpPr>
        <p:spPr>
          <a:xfrm>
            <a:off x="4572000" y="2532888"/>
            <a:ext cx="566928" cy="566928"/>
          </a:xfrm>
          <a:prstGeom prst="ellipse">
            <a:avLst/>
          </a:prstGeom>
          <a:solidFill>
            <a:srgbClr val="1695B9"/>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03</a:t>
            </a:r>
            <a:endParaRPr lang="en-US" sz="1500" dirty="0"/>
          </a:p>
        </p:txBody>
      </p:sp>
      <p:sp>
        <p:nvSpPr>
          <p:cNvPr id="13" name="A04_float"/>
          <p:cNvSpPr txBox="1"/>
          <p:nvPr/>
        </p:nvSpPr>
        <p:spPr>
          <a:xfrm>
            <a:off x="5394960" y="2478024"/>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My role</a:t>
            </a:r>
            <a:endParaRPr lang="en-US" sz="2000" dirty="0"/>
          </a:p>
        </p:txBody>
      </p:sp>
      <p:sp>
        <p:nvSpPr>
          <p:cNvPr id="14" name="A04_float"/>
          <p:cNvSpPr txBox="1"/>
          <p:nvPr/>
        </p:nvSpPr>
        <p:spPr>
          <a:xfrm>
            <a:off x="5394960" y="2843784"/>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Daily tasks and responsibilities</a:t>
            </a:r>
            <a:endParaRPr lang="en-US" sz="1400" dirty="0"/>
          </a:p>
        </p:txBody>
      </p:sp>
      <p:sp>
        <p:nvSpPr>
          <p:cNvPr id="15" name="A05_float"/>
          <p:cNvSpPr txBox="1"/>
          <p:nvPr/>
        </p:nvSpPr>
        <p:spPr>
          <a:xfrm>
            <a:off x="4572000" y="3419856"/>
            <a:ext cx="566928" cy="566928"/>
          </a:xfrm>
          <a:prstGeom prst="ellipse">
            <a:avLst/>
          </a:prstGeom>
          <a:solidFill>
            <a:srgbClr val="7A49C7"/>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04</a:t>
            </a:r>
            <a:endParaRPr lang="en-US" sz="1500" dirty="0"/>
          </a:p>
        </p:txBody>
      </p:sp>
      <p:sp>
        <p:nvSpPr>
          <p:cNvPr id="16" name="A05_float"/>
          <p:cNvSpPr txBox="1"/>
          <p:nvPr/>
        </p:nvSpPr>
        <p:spPr>
          <a:xfrm>
            <a:off x="5394960" y="3364992"/>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Digital tools</a:t>
            </a:r>
            <a:endParaRPr lang="en-US" sz="2000" dirty="0"/>
          </a:p>
        </p:txBody>
      </p:sp>
      <p:sp>
        <p:nvSpPr>
          <p:cNvPr id="17" name="A05_float"/>
          <p:cNvSpPr txBox="1"/>
          <p:nvPr/>
        </p:nvSpPr>
        <p:spPr>
          <a:xfrm>
            <a:off x="5394960" y="3730752"/>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How I used Word, Excel and document management</a:t>
            </a:r>
            <a:endParaRPr lang="en-US" sz="1400" dirty="0"/>
          </a:p>
        </p:txBody>
      </p:sp>
      <p:sp>
        <p:nvSpPr>
          <p:cNvPr id="18" name="A06_float"/>
          <p:cNvSpPr txBox="1"/>
          <p:nvPr/>
        </p:nvSpPr>
        <p:spPr>
          <a:xfrm>
            <a:off x="4572000" y="4306824"/>
            <a:ext cx="566928" cy="566928"/>
          </a:xfrm>
          <a:prstGeom prst="ellipse">
            <a:avLst/>
          </a:prstGeom>
          <a:solidFill>
            <a:srgbClr val="1695B9"/>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05</a:t>
            </a:r>
            <a:endParaRPr lang="en-US" sz="1500" dirty="0"/>
          </a:p>
        </p:txBody>
      </p:sp>
      <p:sp>
        <p:nvSpPr>
          <p:cNvPr id="19" name="A06_float"/>
          <p:cNvSpPr txBox="1"/>
          <p:nvPr/>
        </p:nvSpPr>
        <p:spPr>
          <a:xfrm>
            <a:off x="5394960" y="4251960"/>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Skills &amp; challenges</a:t>
            </a:r>
            <a:endParaRPr lang="en-US" sz="2000" dirty="0"/>
          </a:p>
        </p:txBody>
      </p:sp>
      <p:sp>
        <p:nvSpPr>
          <p:cNvPr id="20" name="A06_float"/>
          <p:cNvSpPr txBox="1"/>
          <p:nvPr/>
        </p:nvSpPr>
        <p:spPr>
          <a:xfrm>
            <a:off x="5394960" y="4617720"/>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What I learned and how I adapted</a:t>
            </a:r>
            <a:endParaRPr lang="en-US" sz="1400" dirty="0"/>
          </a:p>
        </p:txBody>
      </p:sp>
      <p:sp>
        <p:nvSpPr>
          <p:cNvPr id="21" name="A07_float"/>
          <p:cNvSpPr txBox="1"/>
          <p:nvPr/>
        </p:nvSpPr>
        <p:spPr>
          <a:xfrm>
            <a:off x="4572000" y="5193792"/>
            <a:ext cx="566928" cy="566928"/>
          </a:xfrm>
          <a:prstGeom prst="ellipse">
            <a:avLst/>
          </a:prstGeom>
          <a:solidFill>
            <a:srgbClr val="7A49C7"/>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06</a:t>
            </a:r>
            <a:endParaRPr lang="en-US" sz="1500" dirty="0"/>
          </a:p>
        </p:txBody>
      </p:sp>
      <p:sp>
        <p:nvSpPr>
          <p:cNvPr id="22" name="A07_float"/>
          <p:cNvSpPr txBox="1"/>
          <p:nvPr/>
        </p:nvSpPr>
        <p:spPr>
          <a:xfrm>
            <a:off x="5394960" y="5138928"/>
            <a:ext cx="6217920" cy="365760"/>
          </a:xfrm>
          <a:prstGeom prst="rect">
            <a:avLst/>
          </a:prstGeom>
          <a:noFill/>
          <a:ln/>
        </p:spPr>
        <p:txBody>
          <a:bodyPr wrap="square" lIns="0" tIns="0" rIns="0" bIns="0" rtlCol="0" anchor="ctr"/>
          <a:lstStyle/>
          <a:p>
            <a:pPr indent="0" marL="0">
              <a:buNone/>
            </a:pPr>
            <a:r>
              <a:rPr lang="en-US" sz="2000" b="1" dirty="0">
                <a:solidFill>
                  <a:srgbClr val="15203F"/>
                </a:solidFill>
                <a:latin typeface="Calibri" pitchFamily="34" charset="0"/>
                <a:ea typeface="Calibri" pitchFamily="34" charset="-122"/>
                <a:cs typeface="Calibri" pitchFamily="34" charset="-120"/>
              </a:rPr>
              <a:t>Personal growth</a:t>
            </a:r>
            <a:endParaRPr lang="en-US" sz="2000" dirty="0"/>
          </a:p>
        </p:txBody>
      </p:sp>
      <p:sp>
        <p:nvSpPr>
          <p:cNvPr id="23" name="A07_float"/>
          <p:cNvSpPr txBox="1"/>
          <p:nvPr/>
        </p:nvSpPr>
        <p:spPr>
          <a:xfrm>
            <a:off x="5394960" y="5504688"/>
            <a:ext cx="6217920" cy="292608"/>
          </a:xfrm>
          <a:prstGeom prst="rect">
            <a:avLst/>
          </a:prstGeom>
          <a:noFill/>
          <a:ln/>
        </p:spPr>
        <p:txBody>
          <a:bodyPr wrap="square" lIns="0" tIns="0" rIns="0" bIns="0" rtlCol="0" anchor="ctr"/>
          <a:lstStyle/>
          <a:p>
            <a:pPr indent="0" marL="0">
              <a:buNone/>
            </a:pPr>
            <a:r>
              <a:rPr lang="en-US" sz="1400" dirty="0">
                <a:solidFill>
                  <a:srgbClr val="5A6682"/>
                </a:solidFill>
                <a:latin typeface="Calibri" pitchFamily="34" charset="0"/>
                <a:ea typeface="Calibri" pitchFamily="34" charset="-122"/>
                <a:cs typeface="Calibri" pitchFamily="34" charset="-120"/>
              </a:rPr>
              <a:t>The Erasmus experience and key takeaways</a:t>
            </a:r>
            <a:endParaRPr lang="en-US" sz="1400" dirty="0"/>
          </a:p>
        </p:txBody>
      </p:sp>
      <p:sp>
        <p:nvSpPr>
          <p:cNvPr id="24" name="Shape 22"/>
          <p:cNvSpPr/>
          <p:nvPr/>
        </p:nvSpPr>
        <p:spPr>
          <a:xfrm>
            <a:off x="475488" y="6336792"/>
            <a:ext cx="786384" cy="347472"/>
          </a:xfrm>
          <a:prstGeom prst="roundRect">
            <a:avLst>
              <a:gd name="adj" fmla="val 21053"/>
            </a:avLst>
          </a:prstGeom>
          <a:solidFill>
            <a:srgbClr val="FFFFFF"/>
          </a:solidFill>
          <a:ln/>
        </p:spPr>
      </p:sp>
      <p:pic>
        <p:nvPicPr>
          <p:cNvPr id="25" name="Image 0" descr="KVK logo">    </p:cNvPr>
          <p:cNvPicPr>
            <a:picLocks noChangeAspect="1"/>
          </p:cNvPicPr>
          <p:nvPr/>
        </p:nvPicPr>
        <p:blipFill>
          <a:blip r:embed="rId1"/>
          <a:stretch>
            <a:fillRect/>
          </a:stretch>
        </p:blipFill>
        <p:spPr>
          <a:xfrm>
            <a:off x="548640" y="6382512"/>
            <a:ext cx="621792" cy="256032"/>
          </a:xfrm>
          <a:prstGeom prst="rect">
            <a:avLst/>
          </a:prstGeom>
        </p:spPr>
      </p:pic>
      <p:sp>
        <p:nvSpPr>
          <p:cNvPr id="26" name="Text 23"/>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7" name="Text 24"/>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02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700"/>
                                        <p:tgtEl>
                                          <p:spTgt spid="4"/>
                                        </p:tgtEl>
                                      </p:cBhvr>
                                    </p:animEffect>
                                    <p:anim calcmode="lin" valueType="num">
                                      <p:cBhvr>
                                        <p:cTn id="11" dur="700" fill="hold"/>
                                        <p:tgtEl>
                                          <p:spTgt spid="4"/>
                                        </p:tgtEl>
                                        <p:attrNameLst>
                                          <p:attrName>ppt_x</p:attrName>
                                        </p:attrNameLst>
                                      </p:cBhvr>
                                      <p:tavLst>
                                        <p:tav tm="0">
                                          <p:val>
                                            <p:strVal val="#ppt_x"/>
                                          </p:val>
                                        </p:tav>
                                        <p:tav tm="100000">
                                          <p:val>
                                            <p:strVal val="#ppt_x"/>
                                          </p:val>
                                        </p:tav>
                                      </p:tavLst>
                                    </p:anim>
                                    <p:anim calcmode="lin" valueType="num">
                                      <p:cBhvr>
                                        <p:cTn id="12" dur="700" fill="hold"/>
                                        <p:tgtEl>
                                          <p:spTgt spid="4"/>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22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42" presetClass="entr" presetSubtype="0" fill="hold" grpId="0" nodeType="withEffect">
                                  <p:stCondLst>
                                    <p:cond delay="44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anim calcmode="lin" valueType="num">
                                      <p:cBhvr>
                                        <p:cTn id="19" dur="700" fill="hold"/>
                                        <p:tgtEl>
                                          <p:spTgt spid="6"/>
                                        </p:tgtEl>
                                        <p:attrNameLst>
                                          <p:attrName>ppt_x</p:attrName>
                                        </p:attrNameLst>
                                      </p:cBhvr>
                                      <p:tavLst>
                                        <p:tav tm="0">
                                          <p:val>
                                            <p:strVal val="#ppt_x"/>
                                          </p:val>
                                        </p:tav>
                                        <p:tav tm="100000">
                                          <p:val>
                                            <p:strVal val="#ppt_x"/>
                                          </p:val>
                                        </p:tav>
                                      </p:tavLst>
                                    </p:anim>
                                    <p:anim calcmode="lin" valueType="num">
                                      <p:cBhvr>
                                        <p:cTn id="20" dur="700" fill="hold"/>
                                        <p:tgtEl>
                                          <p:spTgt spid="6"/>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44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700"/>
                                        <p:tgtEl>
                                          <p:spTgt spid="7"/>
                                        </p:tgtEl>
                                      </p:cBhvr>
                                    </p:animEffect>
                                    <p:anim calcmode="lin" valueType="num">
                                      <p:cBhvr>
                                        <p:cTn id="24" dur="700" fill="hold"/>
                                        <p:tgtEl>
                                          <p:spTgt spid="7"/>
                                        </p:tgtEl>
                                        <p:attrNameLst>
                                          <p:attrName>ppt_x</p:attrName>
                                        </p:attrNameLst>
                                      </p:cBhvr>
                                      <p:tavLst>
                                        <p:tav tm="0">
                                          <p:val>
                                            <p:strVal val="#ppt_x"/>
                                          </p:val>
                                        </p:tav>
                                        <p:tav tm="100000">
                                          <p:val>
                                            <p:strVal val="#ppt_x"/>
                                          </p:val>
                                        </p:tav>
                                      </p:tavLst>
                                    </p:anim>
                                    <p:anim calcmode="lin" valueType="num">
                                      <p:cBhvr>
                                        <p:cTn id="25" dur="700" fill="hold"/>
                                        <p:tgtEl>
                                          <p:spTgt spid="7"/>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44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700"/>
                                        <p:tgtEl>
                                          <p:spTgt spid="8"/>
                                        </p:tgtEl>
                                      </p:cBhvr>
                                    </p:animEffect>
                                    <p:anim calcmode="lin" valueType="num">
                                      <p:cBhvr>
                                        <p:cTn id="29" dur="700" fill="hold"/>
                                        <p:tgtEl>
                                          <p:spTgt spid="8"/>
                                        </p:tgtEl>
                                        <p:attrNameLst>
                                          <p:attrName>ppt_x</p:attrName>
                                        </p:attrNameLst>
                                      </p:cBhvr>
                                      <p:tavLst>
                                        <p:tav tm="0">
                                          <p:val>
                                            <p:strVal val="#ppt_x"/>
                                          </p:val>
                                        </p:tav>
                                        <p:tav tm="100000">
                                          <p:val>
                                            <p:strVal val="#ppt_x"/>
                                          </p:val>
                                        </p:tav>
                                      </p:tavLst>
                                    </p:anim>
                                    <p:anim calcmode="lin" valueType="num">
                                      <p:cBhvr>
                                        <p:cTn id="30" dur="700" fill="hold"/>
                                        <p:tgtEl>
                                          <p:spTgt spid="8"/>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66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700"/>
                                        <p:tgtEl>
                                          <p:spTgt spid="9"/>
                                        </p:tgtEl>
                                      </p:cBhvr>
                                    </p:animEffect>
                                    <p:anim calcmode="lin" valueType="num">
                                      <p:cBhvr>
                                        <p:cTn id="34" dur="700" fill="hold"/>
                                        <p:tgtEl>
                                          <p:spTgt spid="9"/>
                                        </p:tgtEl>
                                        <p:attrNameLst>
                                          <p:attrName>ppt_x</p:attrName>
                                        </p:attrNameLst>
                                      </p:cBhvr>
                                      <p:tavLst>
                                        <p:tav tm="0">
                                          <p:val>
                                            <p:strVal val="#ppt_x"/>
                                          </p:val>
                                        </p:tav>
                                        <p:tav tm="100000">
                                          <p:val>
                                            <p:strVal val="#ppt_x"/>
                                          </p:val>
                                        </p:tav>
                                      </p:tavLst>
                                    </p:anim>
                                    <p:anim calcmode="lin" valueType="num">
                                      <p:cBhvr>
                                        <p:cTn id="35" dur="700" fill="hold"/>
                                        <p:tgtEl>
                                          <p:spTgt spid="9"/>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66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700"/>
                                        <p:tgtEl>
                                          <p:spTgt spid="10"/>
                                        </p:tgtEl>
                                      </p:cBhvr>
                                    </p:animEffect>
                                    <p:anim calcmode="lin" valueType="num">
                                      <p:cBhvr>
                                        <p:cTn id="39" dur="700" fill="hold"/>
                                        <p:tgtEl>
                                          <p:spTgt spid="10"/>
                                        </p:tgtEl>
                                        <p:attrNameLst>
                                          <p:attrName>ppt_x</p:attrName>
                                        </p:attrNameLst>
                                      </p:cBhvr>
                                      <p:tavLst>
                                        <p:tav tm="0">
                                          <p:val>
                                            <p:strVal val="#ppt_x"/>
                                          </p:val>
                                        </p:tav>
                                        <p:tav tm="100000">
                                          <p:val>
                                            <p:strVal val="#ppt_x"/>
                                          </p:val>
                                        </p:tav>
                                      </p:tavLst>
                                    </p:anim>
                                    <p:anim calcmode="lin" valueType="num">
                                      <p:cBhvr>
                                        <p:cTn id="40" dur="700" fill="hold"/>
                                        <p:tgtEl>
                                          <p:spTgt spid="10"/>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66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700"/>
                                        <p:tgtEl>
                                          <p:spTgt spid="11"/>
                                        </p:tgtEl>
                                      </p:cBhvr>
                                    </p:animEffect>
                                    <p:anim calcmode="lin" valueType="num">
                                      <p:cBhvr>
                                        <p:cTn id="44" dur="700" fill="hold"/>
                                        <p:tgtEl>
                                          <p:spTgt spid="11"/>
                                        </p:tgtEl>
                                        <p:attrNameLst>
                                          <p:attrName>ppt_x</p:attrName>
                                        </p:attrNameLst>
                                      </p:cBhvr>
                                      <p:tavLst>
                                        <p:tav tm="0">
                                          <p:val>
                                            <p:strVal val="#ppt_x"/>
                                          </p:val>
                                        </p:tav>
                                        <p:tav tm="100000">
                                          <p:val>
                                            <p:strVal val="#ppt_x"/>
                                          </p:val>
                                        </p:tav>
                                      </p:tavLst>
                                    </p:anim>
                                    <p:anim calcmode="lin" valueType="num">
                                      <p:cBhvr>
                                        <p:cTn id="45" dur="700" fill="hold"/>
                                        <p:tgtEl>
                                          <p:spTgt spid="11"/>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880"/>
                                  </p:stCondLst>
                                  <p:childTnLst>
                                    <p:set>
                                      <p:cBhvr>
                                        <p:cTn id="47" dur="1" fill="hold">
                                          <p:stCondLst>
                                            <p:cond delay="0"/>
                                          </p:stCondLst>
                                        </p:cTn>
                                        <p:tgtEl>
                                          <p:spTgt spid="12"/>
                                        </p:tgtEl>
                                        <p:attrNameLst>
                                          <p:attrName>style.visibility</p:attrName>
                                        </p:attrNameLst>
                                      </p:cBhvr>
                                      <p:to>
                                        <p:strVal val="visible"/>
                                      </p:to>
                                    </p:set>
                                    <p:animEffect transition="in" filter="fade">
                                      <p:cBhvr>
                                        <p:cTn id="48" dur="700"/>
                                        <p:tgtEl>
                                          <p:spTgt spid="12"/>
                                        </p:tgtEl>
                                      </p:cBhvr>
                                    </p:animEffect>
                                    <p:anim calcmode="lin" valueType="num">
                                      <p:cBhvr>
                                        <p:cTn id="49" dur="700" fill="hold"/>
                                        <p:tgtEl>
                                          <p:spTgt spid="12"/>
                                        </p:tgtEl>
                                        <p:attrNameLst>
                                          <p:attrName>ppt_x</p:attrName>
                                        </p:attrNameLst>
                                      </p:cBhvr>
                                      <p:tavLst>
                                        <p:tav tm="0">
                                          <p:val>
                                            <p:strVal val="#ppt_x"/>
                                          </p:val>
                                        </p:tav>
                                        <p:tav tm="100000">
                                          <p:val>
                                            <p:strVal val="#ppt_x"/>
                                          </p:val>
                                        </p:tav>
                                      </p:tavLst>
                                    </p:anim>
                                    <p:anim calcmode="lin" valueType="num">
                                      <p:cBhvr>
                                        <p:cTn id="50" dur="700" fill="hold"/>
                                        <p:tgtEl>
                                          <p:spTgt spid="12"/>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88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700"/>
                                        <p:tgtEl>
                                          <p:spTgt spid="13"/>
                                        </p:tgtEl>
                                      </p:cBhvr>
                                    </p:animEffect>
                                    <p:anim calcmode="lin" valueType="num">
                                      <p:cBhvr>
                                        <p:cTn id="54" dur="700" fill="hold"/>
                                        <p:tgtEl>
                                          <p:spTgt spid="13"/>
                                        </p:tgtEl>
                                        <p:attrNameLst>
                                          <p:attrName>ppt_x</p:attrName>
                                        </p:attrNameLst>
                                      </p:cBhvr>
                                      <p:tavLst>
                                        <p:tav tm="0">
                                          <p:val>
                                            <p:strVal val="#ppt_x"/>
                                          </p:val>
                                        </p:tav>
                                        <p:tav tm="100000">
                                          <p:val>
                                            <p:strVal val="#ppt_x"/>
                                          </p:val>
                                        </p:tav>
                                      </p:tavLst>
                                    </p:anim>
                                    <p:anim calcmode="lin" valueType="num">
                                      <p:cBhvr>
                                        <p:cTn id="55" dur="700" fill="hold"/>
                                        <p:tgtEl>
                                          <p:spTgt spid="13"/>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880"/>
                                  </p:stCondLst>
                                  <p:childTnLst>
                                    <p:set>
                                      <p:cBhvr>
                                        <p:cTn id="57" dur="1" fill="hold">
                                          <p:stCondLst>
                                            <p:cond delay="0"/>
                                          </p:stCondLst>
                                        </p:cTn>
                                        <p:tgtEl>
                                          <p:spTgt spid="14"/>
                                        </p:tgtEl>
                                        <p:attrNameLst>
                                          <p:attrName>style.visibility</p:attrName>
                                        </p:attrNameLst>
                                      </p:cBhvr>
                                      <p:to>
                                        <p:strVal val="visible"/>
                                      </p:to>
                                    </p:set>
                                    <p:animEffect transition="in" filter="fade">
                                      <p:cBhvr>
                                        <p:cTn id="58" dur="700"/>
                                        <p:tgtEl>
                                          <p:spTgt spid="14"/>
                                        </p:tgtEl>
                                      </p:cBhvr>
                                    </p:animEffect>
                                    <p:anim calcmode="lin" valueType="num">
                                      <p:cBhvr>
                                        <p:cTn id="59" dur="700" fill="hold"/>
                                        <p:tgtEl>
                                          <p:spTgt spid="14"/>
                                        </p:tgtEl>
                                        <p:attrNameLst>
                                          <p:attrName>ppt_x</p:attrName>
                                        </p:attrNameLst>
                                      </p:cBhvr>
                                      <p:tavLst>
                                        <p:tav tm="0">
                                          <p:val>
                                            <p:strVal val="#ppt_x"/>
                                          </p:val>
                                        </p:tav>
                                        <p:tav tm="100000">
                                          <p:val>
                                            <p:strVal val="#ppt_x"/>
                                          </p:val>
                                        </p:tav>
                                      </p:tavLst>
                                    </p:anim>
                                    <p:anim calcmode="lin" valueType="num">
                                      <p:cBhvr>
                                        <p:cTn id="60" dur="700" fill="hold"/>
                                        <p:tgtEl>
                                          <p:spTgt spid="14"/>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1100"/>
                                  </p:stCondLst>
                                  <p:childTnLst>
                                    <p:set>
                                      <p:cBhvr>
                                        <p:cTn id="62" dur="1" fill="hold">
                                          <p:stCondLst>
                                            <p:cond delay="0"/>
                                          </p:stCondLst>
                                        </p:cTn>
                                        <p:tgtEl>
                                          <p:spTgt spid="15"/>
                                        </p:tgtEl>
                                        <p:attrNameLst>
                                          <p:attrName>style.visibility</p:attrName>
                                        </p:attrNameLst>
                                      </p:cBhvr>
                                      <p:to>
                                        <p:strVal val="visible"/>
                                      </p:to>
                                    </p:set>
                                    <p:animEffect transition="in" filter="fade">
                                      <p:cBhvr>
                                        <p:cTn id="63" dur="700"/>
                                        <p:tgtEl>
                                          <p:spTgt spid="15"/>
                                        </p:tgtEl>
                                      </p:cBhvr>
                                    </p:animEffect>
                                    <p:anim calcmode="lin" valueType="num">
                                      <p:cBhvr>
                                        <p:cTn id="64" dur="700" fill="hold"/>
                                        <p:tgtEl>
                                          <p:spTgt spid="15"/>
                                        </p:tgtEl>
                                        <p:attrNameLst>
                                          <p:attrName>ppt_x</p:attrName>
                                        </p:attrNameLst>
                                      </p:cBhvr>
                                      <p:tavLst>
                                        <p:tav tm="0">
                                          <p:val>
                                            <p:strVal val="#ppt_x"/>
                                          </p:val>
                                        </p:tav>
                                        <p:tav tm="100000">
                                          <p:val>
                                            <p:strVal val="#ppt_x"/>
                                          </p:val>
                                        </p:tav>
                                      </p:tavLst>
                                    </p:anim>
                                    <p:anim calcmode="lin" valueType="num">
                                      <p:cBhvr>
                                        <p:cTn id="65" dur="700" fill="hold"/>
                                        <p:tgtEl>
                                          <p:spTgt spid="15"/>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110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700"/>
                                        <p:tgtEl>
                                          <p:spTgt spid="16"/>
                                        </p:tgtEl>
                                      </p:cBhvr>
                                    </p:animEffect>
                                    <p:anim calcmode="lin" valueType="num">
                                      <p:cBhvr>
                                        <p:cTn id="69" dur="700" fill="hold"/>
                                        <p:tgtEl>
                                          <p:spTgt spid="16"/>
                                        </p:tgtEl>
                                        <p:attrNameLst>
                                          <p:attrName>ppt_x</p:attrName>
                                        </p:attrNameLst>
                                      </p:cBhvr>
                                      <p:tavLst>
                                        <p:tav tm="0">
                                          <p:val>
                                            <p:strVal val="#ppt_x"/>
                                          </p:val>
                                        </p:tav>
                                        <p:tav tm="100000">
                                          <p:val>
                                            <p:strVal val="#ppt_x"/>
                                          </p:val>
                                        </p:tav>
                                      </p:tavLst>
                                    </p:anim>
                                    <p:anim calcmode="lin" valueType="num">
                                      <p:cBhvr>
                                        <p:cTn id="70" dur="700" fill="hold"/>
                                        <p:tgtEl>
                                          <p:spTgt spid="16"/>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110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700"/>
                                        <p:tgtEl>
                                          <p:spTgt spid="17"/>
                                        </p:tgtEl>
                                      </p:cBhvr>
                                    </p:animEffect>
                                    <p:anim calcmode="lin" valueType="num">
                                      <p:cBhvr>
                                        <p:cTn id="74" dur="700" fill="hold"/>
                                        <p:tgtEl>
                                          <p:spTgt spid="17"/>
                                        </p:tgtEl>
                                        <p:attrNameLst>
                                          <p:attrName>ppt_x</p:attrName>
                                        </p:attrNameLst>
                                      </p:cBhvr>
                                      <p:tavLst>
                                        <p:tav tm="0">
                                          <p:val>
                                            <p:strVal val="#ppt_x"/>
                                          </p:val>
                                        </p:tav>
                                        <p:tav tm="100000">
                                          <p:val>
                                            <p:strVal val="#ppt_x"/>
                                          </p:val>
                                        </p:tav>
                                      </p:tavLst>
                                    </p:anim>
                                    <p:anim calcmode="lin" valueType="num">
                                      <p:cBhvr>
                                        <p:cTn id="75" dur="700" fill="hold"/>
                                        <p:tgtEl>
                                          <p:spTgt spid="17"/>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1320"/>
                                  </p:stCondLst>
                                  <p:childTnLst>
                                    <p:set>
                                      <p:cBhvr>
                                        <p:cTn id="77" dur="1" fill="hold">
                                          <p:stCondLst>
                                            <p:cond delay="0"/>
                                          </p:stCondLst>
                                        </p:cTn>
                                        <p:tgtEl>
                                          <p:spTgt spid="18"/>
                                        </p:tgtEl>
                                        <p:attrNameLst>
                                          <p:attrName>style.visibility</p:attrName>
                                        </p:attrNameLst>
                                      </p:cBhvr>
                                      <p:to>
                                        <p:strVal val="visible"/>
                                      </p:to>
                                    </p:set>
                                    <p:animEffect transition="in" filter="fade">
                                      <p:cBhvr>
                                        <p:cTn id="78" dur="700"/>
                                        <p:tgtEl>
                                          <p:spTgt spid="18"/>
                                        </p:tgtEl>
                                      </p:cBhvr>
                                    </p:animEffect>
                                    <p:anim calcmode="lin" valueType="num">
                                      <p:cBhvr>
                                        <p:cTn id="79" dur="700" fill="hold"/>
                                        <p:tgtEl>
                                          <p:spTgt spid="18"/>
                                        </p:tgtEl>
                                        <p:attrNameLst>
                                          <p:attrName>ppt_x</p:attrName>
                                        </p:attrNameLst>
                                      </p:cBhvr>
                                      <p:tavLst>
                                        <p:tav tm="0">
                                          <p:val>
                                            <p:strVal val="#ppt_x"/>
                                          </p:val>
                                        </p:tav>
                                        <p:tav tm="100000">
                                          <p:val>
                                            <p:strVal val="#ppt_x"/>
                                          </p:val>
                                        </p:tav>
                                      </p:tavLst>
                                    </p:anim>
                                    <p:anim calcmode="lin" valueType="num">
                                      <p:cBhvr>
                                        <p:cTn id="80" dur="700" fill="hold"/>
                                        <p:tgtEl>
                                          <p:spTgt spid="18"/>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1320"/>
                                  </p:stCondLst>
                                  <p:childTnLst>
                                    <p:set>
                                      <p:cBhvr>
                                        <p:cTn id="82" dur="1" fill="hold">
                                          <p:stCondLst>
                                            <p:cond delay="0"/>
                                          </p:stCondLst>
                                        </p:cTn>
                                        <p:tgtEl>
                                          <p:spTgt spid="19"/>
                                        </p:tgtEl>
                                        <p:attrNameLst>
                                          <p:attrName>style.visibility</p:attrName>
                                        </p:attrNameLst>
                                      </p:cBhvr>
                                      <p:to>
                                        <p:strVal val="visible"/>
                                      </p:to>
                                    </p:set>
                                    <p:animEffect transition="in" filter="fade">
                                      <p:cBhvr>
                                        <p:cTn id="83" dur="700"/>
                                        <p:tgtEl>
                                          <p:spTgt spid="19"/>
                                        </p:tgtEl>
                                      </p:cBhvr>
                                    </p:animEffect>
                                    <p:anim calcmode="lin" valueType="num">
                                      <p:cBhvr>
                                        <p:cTn id="84" dur="700" fill="hold"/>
                                        <p:tgtEl>
                                          <p:spTgt spid="19"/>
                                        </p:tgtEl>
                                        <p:attrNameLst>
                                          <p:attrName>ppt_x</p:attrName>
                                        </p:attrNameLst>
                                      </p:cBhvr>
                                      <p:tavLst>
                                        <p:tav tm="0">
                                          <p:val>
                                            <p:strVal val="#ppt_x"/>
                                          </p:val>
                                        </p:tav>
                                        <p:tav tm="100000">
                                          <p:val>
                                            <p:strVal val="#ppt_x"/>
                                          </p:val>
                                        </p:tav>
                                      </p:tavLst>
                                    </p:anim>
                                    <p:anim calcmode="lin" valueType="num">
                                      <p:cBhvr>
                                        <p:cTn id="85" dur="700" fill="hold"/>
                                        <p:tgtEl>
                                          <p:spTgt spid="19"/>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1320"/>
                                  </p:stCondLst>
                                  <p:childTnLst>
                                    <p:set>
                                      <p:cBhvr>
                                        <p:cTn id="87" dur="1" fill="hold">
                                          <p:stCondLst>
                                            <p:cond delay="0"/>
                                          </p:stCondLst>
                                        </p:cTn>
                                        <p:tgtEl>
                                          <p:spTgt spid="20"/>
                                        </p:tgtEl>
                                        <p:attrNameLst>
                                          <p:attrName>style.visibility</p:attrName>
                                        </p:attrNameLst>
                                      </p:cBhvr>
                                      <p:to>
                                        <p:strVal val="visible"/>
                                      </p:to>
                                    </p:set>
                                    <p:animEffect transition="in" filter="fade">
                                      <p:cBhvr>
                                        <p:cTn id="88" dur="700"/>
                                        <p:tgtEl>
                                          <p:spTgt spid="20"/>
                                        </p:tgtEl>
                                      </p:cBhvr>
                                    </p:animEffect>
                                    <p:anim calcmode="lin" valueType="num">
                                      <p:cBhvr>
                                        <p:cTn id="89" dur="700" fill="hold"/>
                                        <p:tgtEl>
                                          <p:spTgt spid="20"/>
                                        </p:tgtEl>
                                        <p:attrNameLst>
                                          <p:attrName>ppt_x</p:attrName>
                                        </p:attrNameLst>
                                      </p:cBhvr>
                                      <p:tavLst>
                                        <p:tav tm="0">
                                          <p:val>
                                            <p:strVal val="#ppt_x"/>
                                          </p:val>
                                        </p:tav>
                                        <p:tav tm="100000">
                                          <p:val>
                                            <p:strVal val="#ppt_x"/>
                                          </p:val>
                                        </p:tav>
                                      </p:tavLst>
                                    </p:anim>
                                    <p:anim calcmode="lin" valueType="num">
                                      <p:cBhvr>
                                        <p:cTn id="90" dur="700" fill="hold"/>
                                        <p:tgtEl>
                                          <p:spTgt spid="20"/>
                                        </p:tgtEl>
                                        <p:attrNameLst>
                                          <p:attrName>ppt_y</p:attrName>
                                        </p:attrNameLst>
                                      </p:cBhvr>
                                      <p:tavLst>
                                        <p:tav tm="0">
                                          <p:val>
                                            <p:strVal val="#ppt_y+.06"/>
                                          </p:val>
                                        </p:tav>
                                        <p:tav tm="100000">
                                          <p:val>
                                            <p:strVal val="#ppt_y"/>
                                          </p:val>
                                        </p:tav>
                                      </p:tavLst>
                                    </p:anim>
                                  </p:childTnLst>
                                </p:cTn>
                              </p:par>
                              <p:par>
                                <p:cTn id="91" presetID="42" presetClass="entr" presetSubtype="0" fill="hold" grpId="0" nodeType="withEffect">
                                  <p:stCondLst>
                                    <p:cond delay="1540"/>
                                  </p:stCondLst>
                                  <p:childTnLst>
                                    <p:set>
                                      <p:cBhvr>
                                        <p:cTn id="92" dur="1" fill="hold">
                                          <p:stCondLst>
                                            <p:cond delay="0"/>
                                          </p:stCondLst>
                                        </p:cTn>
                                        <p:tgtEl>
                                          <p:spTgt spid="21"/>
                                        </p:tgtEl>
                                        <p:attrNameLst>
                                          <p:attrName>style.visibility</p:attrName>
                                        </p:attrNameLst>
                                      </p:cBhvr>
                                      <p:to>
                                        <p:strVal val="visible"/>
                                      </p:to>
                                    </p:set>
                                    <p:animEffect transition="in" filter="fade">
                                      <p:cBhvr>
                                        <p:cTn id="93" dur="700"/>
                                        <p:tgtEl>
                                          <p:spTgt spid="21"/>
                                        </p:tgtEl>
                                      </p:cBhvr>
                                    </p:animEffect>
                                    <p:anim calcmode="lin" valueType="num">
                                      <p:cBhvr>
                                        <p:cTn id="94" dur="700" fill="hold"/>
                                        <p:tgtEl>
                                          <p:spTgt spid="21"/>
                                        </p:tgtEl>
                                        <p:attrNameLst>
                                          <p:attrName>ppt_x</p:attrName>
                                        </p:attrNameLst>
                                      </p:cBhvr>
                                      <p:tavLst>
                                        <p:tav tm="0">
                                          <p:val>
                                            <p:strVal val="#ppt_x"/>
                                          </p:val>
                                        </p:tav>
                                        <p:tav tm="100000">
                                          <p:val>
                                            <p:strVal val="#ppt_x"/>
                                          </p:val>
                                        </p:tav>
                                      </p:tavLst>
                                    </p:anim>
                                    <p:anim calcmode="lin" valueType="num">
                                      <p:cBhvr>
                                        <p:cTn id="95" dur="700" fill="hold"/>
                                        <p:tgtEl>
                                          <p:spTgt spid="21"/>
                                        </p:tgtEl>
                                        <p:attrNameLst>
                                          <p:attrName>ppt_y</p:attrName>
                                        </p:attrNameLst>
                                      </p:cBhvr>
                                      <p:tavLst>
                                        <p:tav tm="0">
                                          <p:val>
                                            <p:strVal val="#ppt_y+.06"/>
                                          </p:val>
                                        </p:tav>
                                        <p:tav tm="100000">
                                          <p:val>
                                            <p:strVal val="#ppt_y"/>
                                          </p:val>
                                        </p:tav>
                                      </p:tavLst>
                                    </p:anim>
                                  </p:childTnLst>
                                </p:cTn>
                              </p:par>
                              <p:par>
                                <p:cTn id="96" presetID="42" presetClass="entr" presetSubtype="0" fill="hold" grpId="0" nodeType="withEffect">
                                  <p:stCondLst>
                                    <p:cond delay="154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700"/>
                                        <p:tgtEl>
                                          <p:spTgt spid="22"/>
                                        </p:tgtEl>
                                      </p:cBhvr>
                                    </p:animEffect>
                                    <p:anim calcmode="lin" valueType="num">
                                      <p:cBhvr>
                                        <p:cTn id="99" dur="700" fill="hold"/>
                                        <p:tgtEl>
                                          <p:spTgt spid="22"/>
                                        </p:tgtEl>
                                        <p:attrNameLst>
                                          <p:attrName>ppt_x</p:attrName>
                                        </p:attrNameLst>
                                      </p:cBhvr>
                                      <p:tavLst>
                                        <p:tav tm="0">
                                          <p:val>
                                            <p:strVal val="#ppt_x"/>
                                          </p:val>
                                        </p:tav>
                                        <p:tav tm="100000">
                                          <p:val>
                                            <p:strVal val="#ppt_x"/>
                                          </p:val>
                                        </p:tav>
                                      </p:tavLst>
                                    </p:anim>
                                    <p:anim calcmode="lin" valueType="num">
                                      <p:cBhvr>
                                        <p:cTn id="100" dur="700" fill="hold"/>
                                        <p:tgtEl>
                                          <p:spTgt spid="22"/>
                                        </p:tgtEl>
                                        <p:attrNameLst>
                                          <p:attrName>ppt_y</p:attrName>
                                        </p:attrNameLst>
                                      </p:cBhvr>
                                      <p:tavLst>
                                        <p:tav tm="0">
                                          <p:val>
                                            <p:strVal val="#ppt_y+.06"/>
                                          </p:val>
                                        </p:tav>
                                        <p:tav tm="100000">
                                          <p:val>
                                            <p:strVal val="#ppt_y"/>
                                          </p:val>
                                        </p:tav>
                                      </p:tavLst>
                                    </p:anim>
                                  </p:childTnLst>
                                </p:cTn>
                              </p:par>
                              <p:par>
                                <p:cTn id="101" presetID="42" presetClass="entr" presetSubtype="0" fill="hold" grpId="0" nodeType="withEffect">
                                  <p:stCondLst>
                                    <p:cond delay="1540"/>
                                  </p:stCondLst>
                                  <p:childTnLst>
                                    <p:set>
                                      <p:cBhvr>
                                        <p:cTn id="102" dur="1" fill="hold">
                                          <p:stCondLst>
                                            <p:cond delay="0"/>
                                          </p:stCondLst>
                                        </p:cTn>
                                        <p:tgtEl>
                                          <p:spTgt spid="23"/>
                                        </p:tgtEl>
                                        <p:attrNameLst>
                                          <p:attrName>style.visibility</p:attrName>
                                        </p:attrNameLst>
                                      </p:cBhvr>
                                      <p:to>
                                        <p:strVal val="visible"/>
                                      </p:to>
                                    </p:set>
                                    <p:animEffect transition="in" filter="fade">
                                      <p:cBhvr>
                                        <p:cTn id="103" dur="700"/>
                                        <p:tgtEl>
                                          <p:spTgt spid="23"/>
                                        </p:tgtEl>
                                      </p:cBhvr>
                                    </p:animEffect>
                                    <p:anim calcmode="lin" valueType="num">
                                      <p:cBhvr>
                                        <p:cTn id="104" dur="700" fill="hold"/>
                                        <p:tgtEl>
                                          <p:spTgt spid="23"/>
                                        </p:tgtEl>
                                        <p:attrNameLst>
                                          <p:attrName>ppt_x</p:attrName>
                                        </p:attrNameLst>
                                      </p:cBhvr>
                                      <p:tavLst>
                                        <p:tav tm="0">
                                          <p:val>
                                            <p:strVal val="#ppt_x"/>
                                          </p:val>
                                        </p:tav>
                                        <p:tav tm="100000">
                                          <p:val>
                                            <p:strVal val="#ppt_x"/>
                                          </p:val>
                                        </p:tav>
                                      </p:tavLst>
                                    </p:anim>
                                    <p:anim calcmode="lin" valueType="num">
                                      <p:cBhvr>
                                        <p:cTn id="105" dur="700" fill="hold"/>
                                        <p:tgtEl>
                                          <p:spTgt spid="23"/>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1695B9"/>
                </a:solidFill>
                <a:latin typeface="Calibri" pitchFamily="34" charset="0"/>
                <a:ea typeface="Calibri" pitchFamily="34" charset="-122"/>
                <a:cs typeface="Calibri" pitchFamily="34" charset="-120"/>
              </a:rPr>
              <a:t>KEY FACTS</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Internship at a Glance</a:t>
            </a:r>
            <a:endParaRPr lang="en-US" sz="3600" dirty="0"/>
          </a:p>
        </p:txBody>
      </p:sp>
      <p:sp>
        <p:nvSpPr>
          <p:cNvPr id="4" name="A01_zoom"/>
          <p:cNvSpPr/>
          <p:nvPr/>
        </p:nvSpPr>
        <p:spPr>
          <a:xfrm>
            <a:off x="548640" y="178308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5" name="A01_zoom" descr="PROGRAMME">    </p:cNvPr>
          <p:cNvPicPr>
            <a:picLocks noChangeAspect="1"/>
          </p:cNvPicPr>
          <p:nvPr/>
        </p:nvPicPr>
        <p:blipFill>
          <a:blip r:embed="rId1"/>
          <a:stretch>
            <a:fillRect/>
          </a:stretch>
        </p:blipFill>
        <p:spPr>
          <a:xfrm>
            <a:off x="868680" y="2103120"/>
            <a:ext cx="658368" cy="658368"/>
          </a:xfrm>
          <a:prstGeom prst="rect">
            <a:avLst/>
          </a:prstGeom>
        </p:spPr>
      </p:pic>
      <p:sp>
        <p:nvSpPr>
          <p:cNvPr id="6" name="A01_zoom"/>
          <p:cNvSpPr txBox="1"/>
          <p:nvPr/>
        </p:nvSpPr>
        <p:spPr>
          <a:xfrm>
            <a:off x="868680" y="288036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PROGRAMME</a:t>
            </a:r>
            <a:endParaRPr lang="en-US" sz="1100" dirty="0"/>
          </a:p>
        </p:txBody>
      </p:sp>
      <p:sp>
        <p:nvSpPr>
          <p:cNvPr id="7" name="A01_zoom"/>
          <p:cNvSpPr txBox="1"/>
          <p:nvPr/>
        </p:nvSpPr>
        <p:spPr>
          <a:xfrm>
            <a:off x="868680" y="313639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Erasmus+ traineeship</a:t>
            </a:r>
            <a:endParaRPr lang="en-US" sz="1900" dirty="0"/>
          </a:p>
        </p:txBody>
      </p:sp>
      <p:sp>
        <p:nvSpPr>
          <p:cNvPr id="8" name="A02_zoom"/>
          <p:cNvSpPr/>
          <p:nvPr/>
        </p:nvSpPr>
        <p:spPr>
          <a:xfrm>
            <a:off x="4338218" y="178308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9" name="A02_zoom" descr="DESTINATION">    </p:cNvPr>
          <p:cNvPicPr>
            <a:picLocks noChangeAspect="1"/>
          </p:cNvPicPr>
          <p:nvPr/>
        </p:nvPicPr>
        <p:blipFill>
          <a:blip r:embed="rId2"/>
          <a:stretch>
            <a:fillRect/>
          </a:stretch>
        </p:blipFill>
        <p:spPr>
          <a:xfrm>
            <a:off x="4658258" y="2103120"/>
            <a:ext cx="658368" cy="658368"/>
          </a:xfrm>
          <a:prstGeom prst="rect">
            <a:avLst/>
          </a:prstGeom>
        </p:spPr>
      </p:pic>
      <p:sp>
        <p:nvSpPr>
          <p:cNvPr id="10" name="A02_zoom"/>
          <p:cNvSpPr txBox="1"/>
          <p:nvPr/>
        </p:nvSpPr>
        <p:spPr>
          <a:xfrm>
            <a:off x="4658258" y="288036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DESTINATION</a:t>
            </a:r>
            <a:endParaRPr lang="en-US" sz="1100" dirty="0"/>
          </a:p>
        </p:txBody>
      </p:sp>
      <p:sp>
        <p:nvSpPr>
          <p:cNvPr id="11" name="A02_zoom"/>
          <p:cNvSpPr txBox="1"/>
          <p:nvPr/>
        </p:nvSpPr>
        <p:spPr>
          <a:xfrm>
            <a:off x="4658258" y="313639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France</a:t>
            </a:r>
            <a:endParaRPr lang="en-US" sz="1900" dirty="0"/>
          </a:p>
        </p:txBody>
      </p:sp>
      <p:sp>
        <p:nvSpPr>
          <p:cNvPr id="12" name="A03_zoom"/>
          <p:cNvSpPr/>
          <p:nvPr/>
        </p:nvSpPr>
        <p:spPr>
          <a:xfrm>
            <a:off x="8127797" y="178308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3" name="A03_zoom" descr="HOST COMPANY">    </p:cNvPr>
          <p:cNvPicPr>
            <a:picLocks noChangeAspect="1"/>
          </p:cNvPicPr>
          <p:nvPr/>
        </p:nvPicPr>
        <p:blipFill>
          <a:blip r:embed="rId3"/>
          <a:stretch>
            <a:fillRect/>
          </a:stretch>
        </p:blipFill>
        <p:spPr>
          <a:xfrm>
            <a:off x="8447837" y="2103120"/>
            <a:ext cx="658368" cy="658368"/>
          </a:xfrm>
          <a:prstGeom prst="rect">
            <a:avLst/>
          </a:prstGeom>
        </p:spPr>
      </p:pic>
      <p:sp>
        <p:nvSpPr>
          <p:cNvPr id="14" name="A03_zoom"/>
          <p:cNvSpPr txBox="1"/>
          <p:nvPr/>
        </p:nvSpPr>
        <p:spPr>
          <a:xfrm>
            <a:off x="8447837" y="288036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HOST COMPANY</a:t>
            </a:r>
            <a:endParaRPr lang="en-US" sz="1100" dirty="0"/>
          </a:p>
        </p:txBody>
      </p:sp>
      <p:sp>
        <p:nvSpPr>
          <p:cNvPr id="15" name="A03_zoom"/>
          <p:cNvSpPr txBox="1"/>
          <p:nvPr/>
        </p:nvSpPr>
        <p:spPr>
          <a:xfrm>
            <a:off x="8447837" y="313639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KHELA (Khelaf)</a:t>
            </a:r>
            <a:endParaRPr lang="en-US" sz="1900" dirty="0"/>
          </a:p>
        </p:txBody>
      </p:sp>
      <p:sp>
        <p:nvSpPr>
          <p:cNvPr id="16" name="A04_zoom"/>
          <p:cNvSpPr/>
          <p:nvPr/>
        </p:nvSpPr>
        <p:spPr>
          <a:xfrm>
            <a:off x="548640" y="393192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7" name="A04_zoom" descr="SENDING INSTITUTION">    </p:cNvPr>
          <p:cNvPicPr>
            <a:picLocks noChangeAspect="1"/>
          </p:cNvPicPr>
          <p:nvPr/>
        </p:nvPicPr>
        <p:blipFill>
          <a:blip r:embed="rId4"/>
          <a:stretch>
            <a:fillRect/>
          </a:stretch>
        </p:blipFill>
        <p:spPr>
          <a:xfrm>
            <a:off x="868680" y="4251960"/>
            <a:ext cx="658368" cy="658368"/>
          </a:xfrm>
          <a:prstGeom prst="rect">
            <a:avLst/>
          </a:prstGeom>
        </p:spPr>
      </p:pic>
      <p:sp>
        <p:nvSpPr>
          <p:cNvPr id="18" name="A04_zoom"/>
          <p:cNvSpPr txBox="1"/>
          <p:nvPr/>
        </p:nvSpPr>
        <p:spPr>
          <a:xfrm>
            <a:off x="868680" y="502920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SENDING INSTITUTION</a:t>
            </a:r>
            <a:endParaRPr lang="en-US" sz="1100" dirty="0"/>
          </a:p>
        </p:txBody>
      </p:sp>
      <p:sp>
        <p:nvSpPr>
          <p:cNvPr id="19" name="A04_zoom"/>
          <p:cNvSpPr txBox="1"/>
          <p:nvPr/>
        </p:nvSpPr>
        <p:spPr>
          <a:xfrm>
            <a:off x="868680" y="528523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KVK — Klaipėda, Lithuania</a:t>
            </a:r>
            <a:endParaRPr lang="en-US" sz="1900" dirty="0"/>
          </a:p>
        </p:txBody>
      </p:sp>
      <p:sp>
        <p:nvSpPr>
          <p:cNvPr id="20" name="A05_zoom"/>
          <p:cNvSpPr/>
          <p:nvPr/>
        </p:nvSpPr>
        <p:spPr>
          <a:xfrm>
            <a:off x="4338218" y="393192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21" name="A05_zoom" descr="POSITION">    </p:cNvPr>
          <p:cNvPicPr>
            <a:picLocks noChangeAspect="1"/>
          </p:cNvPicPr>
          <p:nvPr/>
        </p:nvPicPr>
        <p:blipFill>
          <a:blip r:embed="rId5"/>
          <a:stretch>
            <a:fillRect/>
          </a:stretch>
        </p:blipFill>
        <p:spPr>
          <a:xfrm>
            <a:off x="4658258" y="4251960"/>
            <a:ext cx="658368" cy="658368"/>
          </a:xfrm>
          <a:prstGeom prst="rect">
            <a:avLst/>
          </a:prstGeom>
        </p:spPr>
      </p:pic>
      <p:sp>
        <p:nvSpPr>
          <p:cNvPr id="22" name="A05_zoom"/>
          <p:cNvSpPr txBox="1"/>
          <p:nvPr/>
        </p:nvSpPr>
        <p:spPr>
          <a:xfrm>
            <a:off x="4658258" y="502920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POSITION</a:t>
            </a:r>
            <a:endParaRPr lang="en-US" sz="1100" dirty="0"/>
          </a:p>
        </p:txBody>
      </p:sp>
      <p:sp>
        <p:nvSpPr>
          <p:cNvPr id="23" name="A05_zoom"/>
          <p:cNvSpPr txBox="1"/>
          <p:nvPr/>
        </p:nvSpPr>
        <p:spPr>
          <a:xfrm>
            <a:off x="4658258" y="528523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Administrative / office intern</a:t>
            </a:r>
            <a:endParaRPr lang="en-US" sz="1900" dirty="0"/>
          </a:p>
        </p:txBody>
      </p:sp>
      <p:sp>
        <p:nvSpPr>
          <p:cNvPr id="24" name="A06_zoom"/>
          <p:cNvSpPr/>
          <p:nvPr/>
        </p:nvSpPr>
        <p:spPr>
          <a:xfrm>
            <a:off x="8127797" y="3931920"/>
            <a:ext cx="3515258" cy="1874520"/>
          </a:xfrm>
          <a:prstGeom prst="roundRect">
            <a:avLst>
              <a:gd name="adj" fmla="val 585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25" name="A06_zoom" descr="MAIN TOOLS">    </p:cNvPr>
          <p:cNvPicPr>
            <a:picLocks noChangeAspect="1"/>
          </p:cNvPicPr>
          <p:nvPr/>
        </p:nvPicPr>
        <p:blipFill>
          <a:blip r:embed="rId6"/>
          <a:stretch>
            <a:fillRect/>
          </a:stretch>
        </p:blipFill>
        <p:spPr>
          <a:xfrm>
            <a:off x="8447837" y="4251960"/>
            <a:ext cx="658368" cy="658368"/>
          </a:xfrm>
          <a:prstGeom prst="rect">
            <a:avLst/>
          </a:prstGeom>
        </p:spPr>
      </p:pic>
      <p:sp>
        <p:nvSpPr>
          <p:cNvPr id="26" name="A06_zoom"/>
          <p:cNvSpPr txBox="1"/>
          <p:nvPr/>
        </p:nvSpPr>
        <p:spPr>
          <a:xfrm>
            <a:off x="8447837" y="5029200"/>
            <a:ext cx="2875178" cy="256032"/>
          </a:xfrm>
          <a:prstGeom prst="rect">
            <a:avLst/>
          </a:prstGeom>
          <a:noFill/>
          <a:ln/>
        </p:spPr>
        <p:txBody>
          <a:bodyPr wrap="square" lIns="0" tIns="0" rIns="0" bIns="0" rtlCol="0" anchor="ctr"/>
          <a:lstStyle/>
          <a:p>
            <a:pPr indent="0" marL="0">
              <a:buNone/>
            </a:pPr>
            <a:r>
              <a:rPr lang="en-US" sz="1100" b="1" spc="200" kern="0" dirty="0">
                <a:solidFill>
                  <a:srgbClr val="5A6682"/>
                </a:solidFill>
                <a:latin typeface="Calibri" pitchFamily="34" charset="0"/>
                <a:ea typeface="Calibri" pitchFamily="34" charset="-122"/>
                <a:cs typeface="Calibri" pitchFamily="34" charset="-120"/>
              </a:rPr>
              <a:t>MAIN TOOLS</a:t>
            </a:r>
            <a:endParaRPr lang="en-US" sz="1100" dirty="0"/>
          </a:p>
        </p:txBody>
      </p:sp>
      <p:sp>
        <p:nvSpPr>
          <p:cNvPr id="27" name="A06_zoom"/>
          <p:cNvSpPr txBox="1"/>
          <p:nvPr/>
        </p:nvSpPr>
        <p:spPr>
          <a:xfrm>
            <a:off x="8447837" y="5285232"/>
            <a:ext cx="3058058" cy="384048"/>
          </a:xfrm>
          <a:prstGeom prst="rect">
            <a:avLst/>
          </a:prstGeom>
          <a:noFill/>
          <a:ln/>
        </p:spPr>
        <p:txBody>
          <a:bodyPr wrap="square" lIns="0" tIns="0" rIns="0" bIns="0" rtlCol="0" anchor="ctr"/>
          <a:lstStyle/>
          <a:p>
            <a:pPr indent="0" marL="0">
              <a:buNone/>
            </a:pPr>
            <a:r>
              <a:rPr lang="en-US" sz="1900" b="1" dirty="0">
                <a:solidFill>
                  <a:srgbClr val="15203F"/>
                </a:solidFill>
                <a:latin typeface="Calibri" pitchFamily="34" charset="0"/>
                <a:ea typeface="Calibri" pitchFamily="34" charset="-122"/>
                <a:cs typeface="Calibri" pitchFamily="34" charset="-120"/>
              </a:rPr>
              <a:t>Microsoft Word &amp; Excel</a:t>
            </a:r>
            <a:endParaRPr lang="en-US" sz="1900" dirty="0"/>
          </a:p>
        </p:txBody>
      </p:sp>
      <p:pic>
        <p:nvPicPr>
          <p:cNvPr id="28" name="Image 6" descr="KVK logo">    </p:cNvPr>
          <p:cNvPicPr>
            <a:picLocks noChangeAspect="1"/>
          </p:cNvPicPr>
          <p:nvPr/>
        </p:nvPicPr>
        <p:blipFill>
          <a:blip r:embed="rId7"/>
          <a:stretch>
            <a:fillRect/>
          </a:stretch>
        </p:blipFill>
        <p:spPr>
          <a:xfrm>
            <a:off x="548640" y="6382512"/>
            <a:ext cx="621792" cy="256032"/>
          </a:xfrm>
          <a:prstGeom prst="rect">
            <a:avLst/>
          </a:prstGeom>
        </p:spPr>
      </p:pic>
      <p:sp>
        <p:nvSpPr>
          <p:cNvPr id="29" name="Text 20"/>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30" name="Text 21"/>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03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18" presetID="53" presetClass="entr" presetSubtype="16" fill="hold" grpId="0" nodeType="withEffect">
                                  <p:stCondLst>
                                    <p:cond delay="22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par>
                                <p:cTn id="23" presetID="53" presetClass="entr" presetSubtype="16" fill="hold" grpId="0" nodeType="withEffect">
                                  <p:stCondLst>
                                    <p:cond delay="22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22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Effect transition="in" filter="fade">
                                      <p:cBhvr>
                                        <p:cTn id="32" dur="500"/>
                                        <p:tgtEl>
                                          <p:spTgt spid="7"/>
                                        </p:tgtEl>
                                      </p:cBhvr>
                                    </p:animEffect>
                                  </p:childTnLst>
                                </p:cTn>
                              </p:par>
                              <p:par>
                                <p:cTn id="33" presetID="53" presetClass="entr" presetSubtype="16" fill="hold" grpId="0" nodeType="withEffect">
                                  <p:stCondLst>
                                    <p:cond delay="44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par>
                                <p:cTn id="38" presetID="53" presetClass="entr" presetSubtype="16" fill="hold" grpId="0" nodeType="withEffect">
                                  <p:stCondLst>
                                    <p:cond delay="44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animEffect transition="in" filter="fade">
                                      <p:cBhvr>
                                        <p:cTn id="42" dur="500"/>
                                        <p:tgtEl>
                                          <p:spTgt spid="9"/>
                                        </p:tgtEl>
                                      </p:cBhvr>
                                    </p:animEffect>
                                  </p:childTnLst>
                                </p:cTn>
                              </p:par>
                              <p:par>
                                <p:cTn id="43" presetID="53" presetClass="entr" presetSubtype="16" fill="hold" grpId="0" nodeType="withEffect">
                                  <p:stCondLst>
                                    <p:cond delay="44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44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par>
                                <p:cTn id="53" presetID="53" presetClass="entr" presetSubtype="16" fill="hold" grpId="0" nodeType="withEffect">
                                  <p:stCondLst>
                                    <p:cond delay="660"/>
                                  </p:st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par>
                                <p:cTn id="58" presetID="53" presetClass="entr" presetSubtype="16" fill="hold" grpId="0" nodeType="withEffect">
                                  <p:stCondLst>
                                    <p:cond delay="66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par>
                                <p:cTn id="63" presetID="53" presetClass="entr" presetSubtype="16" fill="hold" grpId="0" nodeType="withEffect">
                                  <p:stCondLst>
                                    <p:cond delay="660"/>
                                  </p:stCondLst>
                                  <p:childTnLst>
                                    <p:set>
                                      <p:cBhvr>
                                        <p:cTn id="64" dur="1" fill="hold">
                                          <p:stCondLst>
                                            <p:cond delay="0"/>
                                          </p:stCondLst>
                                        </p:cTn>
                                        <p:tgtEl>
                                          <p:spTgt spid="14"/>
                                        </p:tgtEl>
                                        <p:attrNameLst>
                                          <p:attrName>style.visibility</p:attrName>
                                        </p:attrNameLst>
                                      </p:cBhvr>
                                      <p:to>
                                        <p:strVal val="visible"/>
                                      </p:to>
                                    </p:set>
                                    <p:anim calcmode="lin" valueType="num">
                                      <p:cBhvr>
                                        <p:cTn id="65" dur="500" fill="hold"/>
                                        <p:tgtEl>
                                          <p:spTgt spid="14"/>
                                        </p:tgtEl>
                                        <p:attrNameLst>
                                          <p:attrName>ppt_w</p:attrName>
                                        </p:attrNameLst>
                                      </p:cBhvr>
                                      <p:tavLst>
                                        <p:tav tm="0">
                                          <p:val>
                                            <p:fltVal val="0"/>
                                          </p:val>
                                        </p:tav>
                                        <p:tav tm="100000">
                                          <p:val>
                                            <p:strVal val="#ppt_w"/>
                                          </p:val>
                                        </p:tav>
                                      </p:tavLst>
                                    </p:anim>
                                    <p:anim calcmode="lin" valueType="num">
                                      <p:cBhvr>
                                        <p:cTn id="66" dur="500" fill="hold"/>
                                        <p:tgtEl>
                                          <p:spTgt spid="14"/>
                                        </p:tgtEl>
                                        <p:attrNameLst>
                                          <p:attrName>ppt_h</p:attrName>
                                        </p:attrNameLst>
                                      </p:cBhvr>
                                      <p:tavLst>
                                        <p:tav tm="0">
                                          <p:val>
                                            <p:fltVal val="0"/>
                                          </p:val>
                                        </p:tav>
                                        <p:tav tm="100000">
                                          <p:val>
                                            <p:strVal val="#ppt_h"/>
                                          </p:val>
                                        </p:tav>
                                      </p:tavLst>
                                    </p:anim>
                                    <p:animEffect transition="in" filter="fade">
                                      <p:cBhvr>
                                        <p:cTn id="67" dur="500"/>
                                        <p:tgtEl>
                                          <p:spTgt spid="14"/>
                                        </p:tgtEl>
                                      </p:cBhvr>
                                    </p:animEffect>
                                  </p:childTnLst>
                                </p:cTn>
                              </p:par>
                              <p:par>
                                <p:cTn id="68" presetID="53" presetClass="entr" presetSubtype="16" fill="hold" grpId="0" nodeType="withEffect">
                                  <p:stCondLst>
                                    <p:cond delay="660"/>
                                  </p:stCondLst>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par>
                                <p:cTn id="73" presetID="53" presetClass="entr" presetSubtype="16" fill="hold" grpId="0" nodeType="withEffect">
                                  <p:stCondLst>
                                    <p:cond delay="880"/>
                                  </p:stCondLst>
                                  <p:childTnLst>
                                    <p:set>
                                      <p:cBhvr>
                                        <p:cTn id="74" dur="1" fill="hold">
                                          <p:stCondLst>
                                            <p:cond delay="0"/>
                                          </p:stCondLst>
                                        </p:cTn>
                                        <p:tgtEl>
                                          <p:spTgt spid="16"/>
                                        </p:tgtEl>
                                        <p:attrNameLst>
                                          <p:attrName>style.visibility</p:attrName>
                                        </p:attrNameLst>
                                      </p:cBhvr>
                                      <p:to>
                                        <p:strVal val="visible"/>
                                      </p:to>
                                    </p:set>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fltVal val="0"/>
                                          </p:val>
                                        </p:tav>
                                        <p:tav tm="100000">
                                          <p:val>
                                            <p:strVal val="#ppt_h"/>
                                          </p:val>
                                        </p:tav>
                                      </p:tavLst>
                                    </p:anim>
                                    <p:animEffect transition="in" filter="fade">
                                      <p:cBhvr>
                                        <p:cTn id="77" dur="500"/>
                                        <p:tgtEl>
                                          <p:spTgt spid="16"/>
                                        </p:tgtEl>
                                      </p:cBhvr>
                                    </p:animEffect>
                                  </p:childTnLst>
                                </p:cTn>
                              </p:par>
                              <p:par>
                                <p:cTn id="78" presetID="53" presetClass="entr" presetSubtype="16" fill="hold" grpId="0" nodeType="withEffect">
                                  <p:stCondLst>
                                    <p:cond delay="880"/>
                                  </p:stCondLst>
                                  <p:childTnLst>
                                    <p:set>
                                      <p:cBhvr>
                                        <p:cTn id="79" dur="1" fill="hold">
                                          <p:stCondLst>
                                            <p:cond delay="0"/>
                                          </p:stCondLst>
                                        </p:cTn>
                                        <p:tgtEl>
                                          <p:spTgt spid="17"/>
                                        </p:tgtEl>
                                        <p:attrNameLst>
                                          <p:attrName>style.visibility</p:attrName>
                                        </p:attrNameLst>
                                      </p:cBhvr>
                                      <p:to>
                                        <p:strVal val="visible"/>
                                      </p:to>
                                    </p:set>
                                    <p:anim calcmode="lin" valueType="num">
                                      <p:cBhvr>
                                        <p:cTn id="80" dur="500" fill="hold"/>
                                        <p:tgtEl>
                                          <p:spTgt spid="17"/>
                                        </p:tgtEl>
                                        <p:attrNameLst>
                                          <p:attrName>ppt_w</p:attrName>
                                        </p:attrNameLst>
                                      </p:cBhvr>
                                      <p:tavLst>
                                        <p:tav tm="0">
                                          <p:val>
                                            <p:fltVal val="0"/>
                                          </p:val>
                                        </p:tav>
                                        <p:tav tm="100000">
                                          <p:val>
                                            <p:strVal val="#ppt_w"/>
                                          </p:val>
                                        </p:tav>
                                      </p:tavLst>
                                    </p:anim>
                                    <p:anim calcmode="lin" valueType="num">
                                      <p:cBhvr>
                                        <p:cTn id="81" dur="500" fill="hold"/>
                                        <p:tgtEl>
                                          <p:spTgt spid="17"/>
                                        </p:tgtEl>
                                        <p:attrNameLst>
                                          <p:attrName>ppt_h</p:attrName>
                                        </p:attrNameLst>
                                      </p:cBhvr>
                                      <p:tavLst>
                                        <p:tav tm="0">
                                          <p:val>
                                            <p:fltVal val="0"/>
                                          </p:val>
                                        </p:tav>
                                        <p:tav tm="100000">
                                          <p:val>
                                            <p:strVal val="#ppt_h"/>
                                          </p:val>
                                        </p:tav>
                                      </p:tavLst>
                                    </p:anim>
                                    <p:animEffect transition="in" filter="fade">
                                      <p:cBhvr>
                                        <p:cTn id="82" dur="500"/>
                                        <p:tgtEl>
                                          <p:spTgt spid="17"/>
                                        </p:tgtEl>
                                      </p:cBhvr>
                                    </p:animEffect>
                                  </p:childTnLst>
                                </p:cTn>
                              </p:par>
                              <p:par>
                                <p:cTn id="83" presetID="53" presetClass="entr" presetSubtype="16" fill="hold" grpId="0" nodeType="withEffect">
                                  <p:stCondLst>
                                    <p:cond delay="880"/>
                                  </p:stCondLst>
                                  <p:childTnLst>
                                    <p:set>
                                      <p:cBhvr>
                                        <p:cTn id="84" dur="1" fill="hold">
                                          <p:stCondLst>
                                            <p:cond delay="0"/>
                                          </p:stCondLst>
                                        </p:cTn>
                                        <p:tgtEl>
                                          <p:spTgt spid="18"/>
                                        </p:tgtEl>
                                        <p:attrNameLst>
                                          <p:attrName>style.visibility</p:attrName>
                                        </p:attrNameLst>
                                      </p:cBhvr>
                                      <p:to>
                                        <p:strVal val="visible"/>
                                      </p:to>
                                    </p:set>
                                    <p:anim calcmode="lin" valueType="num">
                                      <p:cBhvr>
                                        <p:cTn id="85" dur="500" fill="hold"/>
                                        <p:tgtEl>
                                          <p:spTgt spid="18"/>
                                        </p:tgtEl>
                                        <p:attrNameLst>
                                          <p:attrName>ppt_w</p:attrName>
                                        </p:attrNameLst>
                                      </p:cBhvr>
                                      <p:tavLst>
                                        <p:tav tm="0">
                                          <p:val>
                                            <p:fltVal val="0"/>
                                          </p:val>
                                        </p:tav>
                                        <p:tav tm="100000">
                                          <p:val>
                                            <p:strVal val="#ppt_w"/>
                                          </p:val>
                                        </p:tav>
                                      </p:tavLst>
                                    </p:anim>
                                    <p:anim calcmode="lin" valueType="num">
                                      <p:cBhvr>
                                        <p:cTn id="86" dur="500" fill="hold"/>
                                        <p:tgtEl>
                                          <p:spTgt spid="18"/>
                                        </p:tgtEl>
                                        <p:attrNameLst>
                                          <p:attrName>ppt_h</p:attrName>
                                        </p:attrNameLst>
                                      </p:cBhvr>
                                      <p:tavLst>
                                        <p:tav tm="0">
                                          <p:val>
                                            <p:fltVal val="0"/>
                                          </p:val>
                                        </p:tav>
                                        <p:tav tm="100000">
                                          <p:val>
                                            <p:strVal val="#ppt_h"/>
                                          </p:val>
                                        </p:tav>
                                      </p:tavLst>
                                    </p:anim>
                                    <p:animEffect transition="in" filter="fade">
                                      <p:cBhvr>
                                        <p:cTn id="87" dur="500"/>
                                        <p:tgtEl>
                                          <p:spTgt spid="18"/>
                                        </p:tgtEl>
                                      </p:cBhvr>
                                    </p:animEffect>
                                  </p:childTnLst>
                                </p:cTn>
                              </p:par>
                              <p:par>
                                <p:cTn id="88" presetID="53" presetClass="entr" presetSubtype="16" fill="hold" grpId="0" nodeType="withEffect">
                                  <p:stCondLst>
                                    <p:cond delay="880"/>
                                  </p:stCondLst>
                                  <p:childTnLst>
                                    <p:set>
                                      <p:cBhvr>
                                        <p:cTn id="89" dur="1" fill="hold">
                                          <p:stCondLst>
                                            <p:cond delay="0"/>
                                          </p:stCondLst>
                                        </p:cTn>
                                        <p:tgtEl>
                                          <p:spTgt spid="19"/>
                                        </p:tgtEl>
                                        <p:attrNameLst>
                                          <p:attrName>style.visibility</p:attrName>
                                        </p:attrNameLst>
                                      </p:cBhvr>
                                      <p:to>
                                        <p:strVal val="visible"/>
                                      </p:to>
                                    </p:set>
                                    <p:anim calcmode="lin" valueType="num">
                                      <p:cBhvr>
                                        <p:cTn id="90" dur="500" fill="hold"/>
                                        <p:tgtEl>
                                          <p:spTgt spid="19"/>
                                        </p:tgtEl>
                                        <p:attrNameLst>
                                          <p:attrName>ppt_w</p:attrName>
                                        </p:attrNameLst>
                                      </p:cBhvr>
                                      <p:tavLst>
                                        <p:tav tm="0">
                                          <p:val>
                                            <p:fltVal val="0"/>
                                          </p:val>
                                        </p:tav>
                                        <p:tav tm="100000">
                                          <p:val>
                                            <p:strVal val="#ppt_w"/>
                                          </p:val>
                                        </p:tav>
                                      </p:tavLst>
                                    </p:anim>
                                    <p:anim calcmode="lin" valueType="num">
                                      <p:cBhvr>
                                        <p:cTn id="91" dur="500" fill="hold"/>
                                        <p:tgtEl>
                                          <p:spTgt spid="19"/>
                                        </p:tgtEl>
                                        <p:attrNameLst>
                                          <p:attrName>ppt_h</p:attrName>
                                        </p:attrNameLst>
                                      </p:cBhvr>
                                      <p:tavLst>
                                        <p:tav tm="0">
                                          <p:val>
                                            <p:fltVal val="0"/>
                                          </p:val>
                                        </p:tav>
                                        <p:tav tm="100000">
                                          <p:val>
                                            <p:strVal val="#ppt_h"/>
                                          </p:val>
                                        </p:tav>
                                      </p:tavLst>
                                    </p:anim>
                                    <p:animEffect transition="in" filter="fade">
                                      <p:cBhvr>
                                        <p:cTn id="92" dur="500"/>
                                        <p:tgtEl>
                                          <p:spTgt spid="19"/>
                                        </p:tgtEl>
                                      </p:cBhvr>
                                    </p:animEffect>
                                  </p:childTnLst>
                                </p:cTn>
                              </p:par>
                              <p:par>
                                <p:cTn id="93" presetID="53" presetClass="entr" presetSubtype="16" fill="hold" grpId="0" nodeType="withEffect">
                                  <p:stCondLst>
                                    <p:cond delay="1100"/>
                                  </p:stCondLst>
                                  <p:childTnLst>
                                    <p:set>
                                      <p:cBhvr>
                                        <p:cTn id="94" dur="1" fill="hold">
                                          <p:stCondLst>
                                            <p:cond delay="0"/>
                                          </p:stCondLst>
                                        </p:cTn>
                                        <p:tgtEl>
                                          <p:spTgt spid="20"/>
                                        </p:tgtEl>
                                        <p:attrNameLst>
                                          <p:attrName>style.visibility</p:attrName>
                                        </p:attrNameLst>
                                      </p:cBhvr>
                                      <p:to>
                                        <p:strVal val="visible"/>
                                      </p:to>
                                    </p:set>
                                    <p:anim calcmode="lin" valueType="num">
                                      <p:cBhvr>
                                        <p:cTn id="95" dur="500" fill="hold"/>
                                        <p:tgtEl>
                                          <p:spTgt spid="20"/>
                                        </p:tgtEl>
                                        <p:attrNameLst>
                                          <p:attrName>ppt_w</p:attrName>
                                        </p:attrNameLst>
                                      </p:cBhvr>
                                      <p:tavLst>
                                        <p:tav tm="0">
                                          <p:val>
                                            <p:fltVal val="0"/>
                                          </p:val>
                                        </p:tav>
                                        <p:tav tm="100000">
                                          <p:val>
                                            <p:strVal val="#ppt_w"/>
                                          </p:val>
                                        </p:tav>
                                      </p:tavLst>
                                    </p:anim>
                                    <p:anim calcmode="lin" valueType="num">
                                      <p:cBhvr>
                                        <p:cTn id="96" dur="500" fill="hold"/>
                                        <p:tgtEl>
                                          <p:spTgt spid="20"/>
                                        </p:tgtEl>
                                        <p:attrNameLst>
                                          <p:attrName>ppt_h</p:attrName>
                                        </p:attrNameLst>
                                      </p:cBhvr>
                                      <p:tavLst>
                                        <p:tav tm="0">
                                          <p:val>
                                            <p:fltVal val="0"/>
                                          </p:val>
                                        </p:tav>
                                        <p:tav tm="100000">
                                          <p:val>
                                            <p:strVal val="#ppt_h"/>
                                          </p:val>
                                        </p:tav>
                                      </p:tavLst>
                                    </p:anim>
                                    <p:animEffect transition="in" filter="fade">
                                      <p:cBhvr>
                                        <p:cTn id="97" dur="500"/>
                                        <p:tgtEl>
                                          <p:spTgt spid="20"/>
                                        </p:tgtEl>
                                      </p:cBhvr>
                                    </p:animEffect>
                                  </p:childTnLst>
                                </p:cTn>
                              </p:par>
                              <p:par>
                                <p:cTn id="98" presetID="53" presetClass="entr" presetSubtype="16" fill="hold" grpId="0" nodeType="withEffect">
                                  <p:stCondLst>
                                    <p:cond delay="1100"/>
                                  </p:stCondLst>
                                  <p:childTnLst>
                                    <p:set>
                                      <p:cBhvr>
                                        <p:cTn id="99" dur="1" fill="hold">
                                          <p:stCondLst>
                                            <p:cond delay="0"/>
                                          </p:stCondLst>
                                        </p:cTn>
                                        <p:tgtEl>
                                          <p:spTgt spid="21"/>
                                        </p:tgtEl>
                                        <p:attrNameLst>
                                          <p:attrName>style.visibility</p:attrName>
                                        </p:attrNameLst>
                                      </p:cBhvr>
                                      <p:to>
                                        <p:strVal val="visible"/>
                                      </p:to>
                                    </p:set>
                                    <p:anim calcmode="lin" valueType="num">
                                      <p:cBhvr>
                                        <p:cTn id="100" dur="500" fill="hold"/>
                                        <p:tgtEl>
                                          <p:spTgt spid="21"/>
                                        </p:tgtEl>
                                        <p:attrNameLst>
                                          <p:attrName>ppt_w</p:attrName>
                                        </p:attrNameLst>
                                      </p:cBhvr>
                                      <p:tavLst>
                                        <p:tav tm="0">
                                          <p:val>
                                            <p:fltVal val="0"/>
                                          </p:val>
                                        </p:tav>
                                        <p:tav tm="100000">
                                          <p:val>
                                            <p:strVal val="#ppt_w"/>
                                          </p:val>
                                        </p:tav>
                                      </p:tavLst>
                                    </p:anim>
                                    <p:anim calcmode="lin" valueType="num">
                                      <p:cBhvr>
                                        <p:cTn id="101" dur="500" fill="hold"/>
                                        <p:tgtEl>
                                          <p:spTgt spid="21"/>
                                        </p:tgtEl>
                                        <p:attrNameLst>
                                          <p:attrName>ppt_h</p:attrName>
                                        </p:attrNameLst>
                                      </p:cBhvr>
                                      <p:tavLst>
                                        <p:tav tm="0">
                                          <p:val>
                                            <p:fltVal val="0"/>
                                          </p:val>
                                        </p:tav>
                                        <p:tav tm="100000">
                                          <p:val>
                                            <p:strVal val="#ppt_h"/>
                                          </p:val>
                                        </p:tav>
                                      </p:tavLst>
                                    </p:anim>
                                    <p:animEffect transition="in" filter="fade">
                                      <p:cBhvr>
                                        <p:cTn id="102" dur="500"/>
                                        <p:tgtEl>
                                          <p:spTgt spid="21"/>
                                        </p:tgtEl>
                                      </p:cBhvr>
                                    </p:animEffect>
                                  </p:childTnLst>
                                </p:cTn>
                              </p:par>
                              <p:par>
                                <p:cTn id="103" presetID="53" presetClass="entr" presetSubtype="16" fill="hold" grpId="0" nodeType="withEffect">
                                  <p:stCondLst>
                                    <p:cond delay="1100"/>
                                  </p:stCondLst>
                                  <p:childTnLst>
                                    <p:set>
                                      <p:cBhvr>
                                        <p:cTn id="104" dur="1" fill="hold">
                                          <p:stCondLst>
                                            <p:cond delay="0"/>
                                          </p:stCondLst>
                                        </p:cTn>
                                        <p:tgtEl>
                                          <p:spTgt spid="22"/>
                                        </p:tgtEl>
                                        <p:attrNameLst>
                                          <p:attrName>style.visibility</p:attrName>
                                        </p:attrNameLst>
                                      </p:cBhvr>
                                      <p:to>
                                        <p:strVal val="visible"/>
                                      </p:to>
                                    </p:set>
                                    <p:anim calcmode="lin" valueType="num">
                                      <p:cBhvr>
                                        <p:cTn id="105" dur="500" fill="hold"/>
                                        <p:tgtEl>
                                          <p:spTgt spid="22"/>
                                        </p:tgtEl>
                                        <p:attrNameLst>
                                          <p:attrName>ppt_w</p:attrName>
                                        </p:attrNameLst>
                                      </p:cBhvr>
                                      <p:tavLst>
                                        <p:tav tm="0">
                                          <p:val>
                                            <p:fltVal val="0"/>
                                          </p:val>
                                        </p:tav>
                                        <p:tav tm="100000">
                                          <p:val>
                                            <p:strVal val="#ppt_w"/>
                                          </p:val>
                                        </p:tav>
                                      </p:tavLst>
                                    </p:anim>
                                    <p:anim calcmode="lin" valueType="num">
                                      <p:cBhvr>
                                        <p:cTn id="106" dur="500" fill="hold"/>
                                        <p:tgtEl>
                                          <p:spTgt spid="22"/>
                                        </p:tgtEl>
                                        <p:attrNameLst>
                                          <p:attrName>ppt_h</p:attrName>
                                        </p:attrNameLst>
                                      </p:cBhvr>
                                      <p:tavLst>
                                        <p:tav tm="0">
                                          <p:val>
                                            <p:fltVal val="0"/>
                                          </p:val>
                                        </p:tav>
                                        <p:tav tm="100000">
                                          <p:val>
                                            <p:strVal val="#ppt_h"/>
                                          </p:val>
                                        </p:tav>
                                      </p:tavLst>
                                    </p:anim>
                                    <p:animEffect transition="in" filter="fade">
                                      <p:cBhvr>
                                        <p:cTn id="107" dur="500"/>
                                        <p:tgtEl>
                                          <p:spTgt spid="22"/>
                                        </p:tgtEl>
                                      </p:cBhvr>
                                    </p:animEffect>
                                  </p:childTnLst>
                                </p:cTn>
                              </p:par>
                              <p:par>
                                <p:cTn id="108" presetID="53" presetClass="entr" presetSubtype="16" fill="hold" grpId="0" nodeType="withEffect">
                                  <p:stCondLst>
                                    <p:cond delay="1100"/>
                                  </p:stCondLst>
                                  <p:childTnLst>
                                    <p:set>
                                      <p:cBhvr>
                                        <p:cTn id="109" dur="1" fill="hold">
                                          <p:stCondLst>
                                            <p:cond delay="0"/>
                                          </p:stCondLst>
                                        </p:cTn>
                                        <p:tgtEl>
                                          <p:spTgt spid="23"/>
                                        </p:tgtEl>
                                        <p:attrNameLst>
                                          <p:attrName>style.visibility</p:attrName>
                                        </p:attrNameLst>
                                      </p:cBhvr>
                                      <p:to>
                                        <p:strVal val="visible"/>
                                      </p:to>
                                    </p:set>
                                    <p:anim calcmode="lin" valueType="num">
                                      <p:cBhvr>
                                        <p:cTn id="110" dur="500" fill="hold"/>
                                        <p:tgtEl>
                                          <p:spTgt spid="23"/>
                                        </p:tgtEl>
                                        <p:attrNameLst>
                                          <p:attrName>ppt_w</p:attrName>
                                        </p:attrNameLst>
                                      </p:cBhvr>
                                      <p:tavLst>
                                        <p:tav tm="0">
                                          <p:val>
                                            <p:fltVal val="0"/>
                                          </p:val>
                                        </p:tav>
                                        <p:tav tm="100000">
                                          <p:val>
                                            <p:strVal val="#ppt_w"/>
                                          </p:val>
                                        </p:tav>
                                      </p:tavLst>
                                    </p:anim>
                                    <p:anim calcmode="lin" valueType="num">
                                      <p:cBhvr>
                                        <p:cTn id="111" dur="500" fill="hold"/>
                                        <p:tgtEl>
                                          <p:spTgt spid="23"/>
                                        </p:tgtEl>
                                        <p:attrNameLst>
                                          <p:attrName>ppt_h</p:attrName>
                                        </p:attrNameLst>
                                      </p:cBhvr>
                                      <p:tavLst>
                                        <p:tav tm="0">
                                          <p:val>
                                            <p:fltVal val="0"/>
                                          </p:val>
                                        </p:tav>
                                        <p:tav tm="100000">
                                          <p:val>
                                            <p:strVal val="#ppt_h"/>
                                          </p:val>
                                        </p:tav>
                                      </p:tavLst>
                                    </p:anim>
                                    <p:animEffect transition="in" filter="fade">
                                      <p:cBhvr>
                                        <p:cTn id="112" dur="500"/>
                                        <p:tgtEl>
                                          <p:spTgt spid="23"/>
                                        </p:tgtEl>
                                      </p:cBhvr>
                                    </p:animEffect>
                                  </p:childTnLst>
                                </p:cTn>
                              </p:par>
                              <p:par>
                                <p:cTn id="113" presetID="53" presetClass="entr" presetSubtype="16" fill="hold" grpId="0" nodeType="withEffect">
                                  <p:stCondLst>
                                    <p:cond delay="1320"/>
                                  </p:stCondLst>
                                  <p:childTnLst>
                                    <p:set>
                                      <p:cBhvr>
                                        <p:cTn id="114" dur="1" fill="hold">
                                          <p:stCondLst>
                                            <p:cond delay="0"/>
                                          </p:stCondLst>
                                        </p:cTn>
                                        <p:tgtEl>
                                          <p:spTgt spid="24"/>
                                        </p:tgtEl>
                                        <p:attrNameLst>
                                          <p:attrName>style.visibility</p:attrName>
                                        </p:attrNameLst>
                                      </p:cBhvr>
                                      <p:to>
                                        <p:strVal val="visible"/>
                                      </p:to>
                                    </p:set>
                                    <p:anim calcmode="lin" valueType="num">
                                      <p:cBhvr>
                                        <p:cTn id="115" dur="500" fill="hold"/>
                                        <p:tgtEl>
                                          <p:spTgt spid="24"/>
                                        </p:tgtEl>
                                        <p:attrNameLst>
                                          <p:attrName>ppt_w</p:attrName>
                                        </p:attrNameLst>
                                      </p:cBhvr>
                                      <p:tavLst>
                                        <p:tav tm="0">
                                          <p:val>
                                            <p:fltVal val="0"/>
                                          </p:val>
                                        </p:tav>
                                        <p:tav tm="100000">
                                          <p:val>
                                            <p:strVal val="#ppt_w"/>
                                          </p:val>
                                        </p:tav>
                                      </p:tavLst>
                                    </p:anim>
                                    <p:anim calcmode="lin" valueType="num">
                                      <p:cBhvr>
                                        <p:cTn id="116" dur="500" fill="hold"/>
                                        <p:tgtEl>
                                          <p:spTgt spid="24"/>
                                        </p:tgtEl>
                                        <p:attrNameLst>
                                          <p:attrName>ppt_h</p:attrName>
                                        </p:attrNameLst>
                                      </p:cBhvr>
                                      <p:tavLst>
                                        <p:tav tm="0">
                                          <p:val>
                                            <p:fltVal val="0"/>
                                          </p:val>
                                        </p:tav>
                                        <p:tav tm="100000">
                                          <p:val>
                                            <p:strVal val="#ppt_h"/>
                                          </p:val>
                                        </p:tav>
                                      </p:tavLst>
                                    </p:anim>
                                    <p:animEffect transition="in" filter="fade">
                                      <p:cBhvr>
                                        <p:cTn id="117" dur="500"/>
                                        <p:tgtEl>
                                          <p:spTgt spid="24"/>
                                        </p:tgtEl>
                                      </p:cBhvr>
                                    </p:animEffect>
                                  </p:childTnLst>
                                </p:cTn>
                              </p:par>
                              <p:par>
                                <p:cTn id="118" presetID="53" presetClass="entr" presetSubtype="16" fill="hold" grpId="0" nodeType="withEffect">
                                  <p:stCondLst>
                                    <p:cond delay="1320"/>
                                  </p:stCondLst>
                                  <p:childTnLst>
                                    <p:set>
                                      <p:cBhvr>
                                        <p:cTn id="119" dur="1" fill="hold">
                                          <p:stCondLst>
                                            <p:cond delay="0"/>
                                          </p:stCondLst>
                                        </p:cTn>
                                        <p:tgtEl>
                                          <p:spTgt spid="25"/>
                                        </p:tgtEl>
                                        <p:attrNameLst>
                                          <p:attrName>style.visibility</p:attrName>
                                        </p:attrNameLst>
                                      </p:cBhvr>
                                      <p:to>
                                        <p:strVal val="visible"/>
                                      </p:to>
                                    </p:set>
                                    <p:anim calcmode="lin" valueType="num">
                                      <p:cBhvr>
                                        <p:cTn id="120" dur="500" fill="hold"/>
                                        <p:tgtEl>
                                          <p:spTgt spid="25"/>
                                        </p:tgtEl>
                                        <p:attrNameLst>
                                          <p:attrName>ppt_w</p:attrName>
                                        </p:attrNameLst>
                                      </p:cBhvr>
                                      <p:tavLst>
                                        <p:tav tm="0">
                                          <p:val>
                                            <p:fltVal val="0"/>
                                          </p:val>
                                        </p:tav>
                                        <p:tav tm="100000">
                                          <p:val>
                                            <p:strVal val="#ppt_w"/>
                                          </p:val>
                                        </p:tav>
                                      </p:tavLst>
                                    </p:anim>
                                    <p:anim calcmode="lin" valueType="num">
                                      <p:cBhvr>
                                        <p:cTn id="121" dur="500" fill="hold"/>
                                        <p:tgtEl>
                                          <p:spTgt spid="25"/>
                                        </p:tgtEl>
                                        <p:attrNameLst>
                                          <p:attrName>ppt_h</p:attrName>
                                        </p:attrNameLst>
                                      </p:cBhvr>
                                      <p:tavLst>
                                        <p:tav tm="0">
                                          <p:val>
                                            <p:fltVal val="0"/>
                                          </p:val>
                                        </p:tav>
                                        <p:tav tm="100000">
                                          <p:val>
                                            <p:strVal val="#ppt_h"/>
                                          </p:val>
                                        </p:tav>
                                      </p:tavLst>
                                    </p:anim>
                                    <p:animEffect transition="in" filter="fade">
                                      <p:cBhvr>
                                        <p:cTn id="122" dur="500"/>
                                        <p:tgtEl>
                                          <p:spTgt spid="25"/>
                                        </p:tgtEl>
                                      </p:cBhvr>
                                    </p:animEffect>
                                  </p:childTnLst>
                                </p:cTn>
                              </p:par>
                              <p:par>
                                <p:cTn id="123" presetID="53" presetClass="entr" presetSubtype="16" fill="hold" grpId="0" nodeType="withEffect">
                                  <p:stCondLst>
                                    <p:cond delay="1320"/>
                                  </p:stCondLst>
                                  <p:childTnLst>
                                    <p:set>
                                      <p:cBhvr>
                                        <p:cTn id="124" dur="1" fill="hold">
                                          <p:stCondLst>
                                            <p:cond delay="0"/>
                                          </p:stCondLst>
                                        </p:cTn>
                                        <p:tgtEl>
                                          <p:spTgt spid="26"/>
                                        </p:tgtEl>
                                        <p:attrNameLst>
                                          <p:attrName>style.visibility</p:attrName>
                                        </p:attrNameLst>
                                      </p:cBhvr>
                                      <p:to>
                                        <p:strVal val="visible"/>
                                      </p:to>
                                    </p:set>
                                    <p:anim calcmode="lin" valueType="num">
                                      <p:cBhvr>
                                        <p:cTn id="125" dur="500" fill="hold"/>
                                        <p:tgtEl>
                                          <p:spTgt spid="26"/>
                                        </p:tgtEl>
                                        <p:attrNameLst>
                                          <p:attrName>ppt_w</p:attrName>
                                        </p:attrNameLst>
                                      </p:cBhvr>
                                      <p:tavLst>
                                        <p:tav tm="0">
                                          <p:val>
                                            <p:fltVal val="0"/>
                                          </p:val>
                                        </p:tav>
                                        <p:tav tm="100000">
                                          <p:val>
                                            <p:strVal val="#ppt_w"/>
                                          </p:val>
                                        </p:tav>
                                      </p:tavLst>
                                    </p:anim>
                                    <p:anim calcmode="lin" valueType="num">
                                      <p:cBhvr>
                                        <p:cTn id="126" dur="500" fill="hold"/>
                                        <p:tgtEl>
                                          <p:spTgt spid="26"/>
                                        </p:tgtEl>
                                        <p:attrNameLst>
                                          <p:attrName>ppt_h</p:attrName>
                                        </p:attrNameLst>
                                      </p:cBhvr>
                                      <p:tavLst>
                                        <p:tav tm="0">
                                          <p:val>
                                            <p:fltVal val="0"/>
                                          </p:val>
                                        </p:tav>
                                        <p:tav tm="100000">
                                          <p:val>
                                            <p:strVal val="#ppt_h"/>
                                          </p:val>
                                        </p:tav>
                                      </p:tavLst>
                                    </p:anim>
                                    <p:animEffect transition="in" filter="fade">
                                      <p:cBhvr>
                                        <p:cTn id="127" dur="500"/>
                                        <p:tgtEl>
                                          <p:spTgt spid="26"/>
                                        </p:tgtEl>
                                      </p:cBhvr>
                                    </p:animEffect>
                                  </p:childTnLst>
                                </p:cTn>
                              </p:par>
                              <p:par>
                                <p:cTn id="128" presetID="53" presetClass="entr" presetSubtype="16" fill="hold" grpId="0" nodeType="withEffect">
                                  <p:stCondLst>
                                    <p:cond delay="1320"/>
                                  </p:stCondLst>
                                  <p:childTnLst>
                                    <p:set>
                                      <p:cBhvr>
                                        <p:cTn id="129" dur="1" fill="hold">
                                          <p:stCondLst>
                                            <p:cond delay="0"/>
                                          </p:stCondLst>
                                        </p:cTn>
                                        <p:tgtEl>
                                          <p:spTgt spid="27"/>
                                        </p:tgtEl>
                                        <p:attrNameLst>
                                          <p:attrName>style.visibility</p:attrName>
                                        </p:attrNameLst>
                                      </p:cBhvr>
                                      <p:to>
                                        <p:strVal val="visible"/>
                                      </p:to>
                                    </p:set>
                                    <p:anim calcmode="lin" valueType="num">
                                      <p:cBhvr>
                                        <p:cTn id="130" dur="500" fill="hold"/>
                                        <p:tgtEl>
                                          <p:spTgt spid="27"/>
                                        </p:tgtEl>
                                        <p:attrNameLst>
                                          <p:attrName>ppt_w</p:attrName>
                                        </p:attrNameLst>
                                      </p:cBhvr>
                                      <p:tavLst>
                                        <p:tav tm="0">
                                          <p:val>
                                            <p:fltVal val="0"/>
                                          </p:val>
                                        </p:tav>
                                        <p:tav tm="100000">
                                          <p:val>
                                            <p:strVal val="#ppt_w"/>
                                          </p:val>
                                        </p:tav>
                                      </p:tavLst>
                                    </p:anim>
                                    <p:anim calcmode="lin" valueType="num">
                                      <p:cBhvr>
                                        <p:cTn id="131" dur="500" fill="hold"/>
                                        <p:tgtEl>
                                          <p:spTgt spid="27"/>
                                        </p:tgtEl>
                                        <p:attrNameLst>
                                          <p:attrName>ppt_h</p:attrName>
                                        </p:attrNameLst>
                                      </p:cBhvr>
                                      <p:tavLst>
                                        <p:tav tm="0">
                                          <p:val>
                                            <p:fltVal val="0"/>
                                          </p:val>
                                        </p:tav>
                                        <p:tav tm="100000">
                                          <p:val>
                                            <p:strVal val="#ppt_h"/>
                                          </p:val>
                                        </p:tav>
                                      </p:tavLst>
                                    </p:anim>
                                    <p:animEffect transition="in" filter="fade">
                                      <p:cBhvr>
                                        <p:cTn id="132"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7A49C7"/>
                </a:solidFill>
                <a:latin typeface="Calibri" pitchFamily="34" charset="0"/>
                <a:ea typeface="Calibri" pitchFamily="34" charset="-122"/>
                <a:cs typeface="Calibri" pitchFamily="34" charset="-120"/>
              </a:rPr>
              <a:t>ERASMUS+ PROGRAMME</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Why Erasmus+? My Objectives</a:t>
            </a:r>
            <a:endParaRPr lang="en-US" sz="3600" dirty="0"/>
          </a:p>
        </p:txBody>
      </p:sp>
      <p:sp>
        <p:nvSpPr>
          <p:cNvPr id="4" name="A01_fade"/>
          <p:cNvSpPr txBox="1"/>
          <p:nvPr/>
        </p:nvSpPr>
        <p:spPr>
          <a:xfrm>
            <a:off x="548640" y="1508760"/>
            <a:ext cx="10241280" cy="685800"/>
          </a:xfrm>
          <a:prstGeom prst="rect">
            <a:avLst/>
          </a:prstGeom>
          <a:noFill/>
          <a:ln/>
        </p:spPr>
        <p:txBody>
          <a:bodyPr wrap="square" lIns="0" tIns="0" rIns="0" bIns="0" rtlCol="0" anchor="t"/>
          <a:lstStyle/>
          <a:p>
            <a:pPr indent="0" marL="0">
              <a:buNone/>
            </a:pPr>
            <a:r>
              <a:rPr lang="en-US" sz="1600" dirty="0">
                <a:solidFill>
                  <a:srgbClr val="5A6682"/>
                </a:solidFill>
                <a:latin typeface="Calibri" pitchFamily="34" charset="0"/>
                <a:ea typeface="Calibri" pitchFamily="34" charset="-122"/>
                <a:cs typeface="Calibri" pitchFamily="34" charset="-120"/>
              </a:rPr>
              <a:t>Erasmus+ gives students the chance to gain real work experience abroad, combining professional practice with intercultural learning. My mobility had three objectives:</a:t>
            </a:r>
            <a:endParaRPr lang="en-US" sz="1600" dirty="0"/>
          </a:p>
        </p:txBody>
      </p:sp>
      <p:sp>
        <p:nvSpPr>
          <p:cNvPr id="5" name="A02_float"/>
          <p:cNvSpPr/>
          <p:nvPr/>
        </p:nvSpPr>
        <p:spPr>
          <a:xfrm>
            <a:off x="548640" y="2514600"/>
            <a:ext cx="3515258" cy="3154680"/>
          </a:xfrm>
          <a:prstGeom prst="roundRect">
            <a:avLst>
              <a:gd name="adj" fmla="val 3478"/>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6" name="A02_float"/>
          <p:cNvSpPr txBox="1"/>
          <p:nvPr/>
        </p:nvSpPr>
        <p:spPr>
          <a:xfrm>
            <a:off x="914400" y="2834640"/>
            <a:ext cx="1371600" cy="731520"/>
          </a:xfrm>
          <a:prstGeom prst="rect">
            <a:avLst/>
          </a:prstGeom>
          <a:noFill/>
          <a:ln/>
        </p:spPr>
        <p:txBody>
          <a:bodyPr wrap="square" lIns="0" tIns="0" rIns="0" bIns="0" rtlCol="0" anchor="ctr"/>
          <a:lstStyle/>
          <a:p>
            <a:pPr indent="0" marL="0">
              <a:buNone/>
            </a:pPr>
            <a:r>
              <a:rPr lang="en-US" sz="4400" b="1" dirty="0">
                <a:solidFill>
                  <a:srgbClr val="1695B9"/>
                </a:solidFill>
                <a:latin typeface="Cambria" pitchFamily="34" charset="0"/>
                <a:ea typeface="Cambria" pitchFamily="34" charset="-122"/>
                <a:cs typeface="Cambria" pitchFamily="34" charset="-120"/>
              </a:rPr>
              <a:t>01</a:t>
            </a:r>
            <a:endParaRPr lang="en-US" sz="4400" dirty="0"/>
          </a:p>
        </p:txBody>
      </p:sp>
      <p:pic>
        <p:nvPicPr>
          <p:cNvPr id="7" name="A02_float" descr="Practical experience">    </p:cNvPr>
          <p:cNvPicPr>
            <a:picLocks noChangeAspect="1"/>
          </p:cNvPicPr>
          <p:nvPr/>
        </p:nvPicPr>
        <p:blipFill>
          <a:blip r:embed="rId1"/>
          <a:stretch>
            <a:fillRect/>
          </a:stretch>
        </p:blipFill>
        <p:spPr>
          <a:xfrm>
            <a:off x="3012338" y="2880360"/>
            <a:ext cx="685800" cy="685800"/>
          </a:xfrm>
          <a:prstGeom prst="rect">
            <a:avLst/>
          </a:prstGeom>
        </p:spPr>
      </p:pic>
      <p:sp>
        <p:nvSpPr>
          <p:cNvPr id="8" name="A02_float"/>
          <p:cNvSpPr txBox="1"/>
          <p:nvPr/>
        </p:nvSpPr>
        <p:spPr>
          <a:xfrm>
            <a:off x="914400" y="3886200"/>
            <a:ext cx="2783738" cy="41148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Practical experience</a:t>
            </a:r>
            <a:endParaRPr lang="en-US" sz="2100" dirty="0"/>
          </a:p>
        </p:txBody>
      </p:sp>
      <p:sp>
        <p:nvSpPr>
          <p:cNvPr id="9" name="A02_float"/>
          <p:cNvSpPr txBox="1"/>
          <p:nvPr/>
        </p:nvSpPr>
        <p:spPr>
          <a:xfrm>
            <a:off x="914400" y="4389120"/>
            <a:ext cx="2783738" cy="1097280"/>
          </a:xfrm>
          <a:prstGeom prst="rect">
            <a:avLst/>
          </a:prstGeom>
          <a:noFill/>
          <a:ln/>
        </p:spPr>
        <p:txBody>
          <a:bodyPr wrap="square" lIns="0" tIns="0" rIns="0" bIns="0" rtlCol="0" anchor="t"/>
          <a:lstStyle/>
          <a:p>
            <a:pPr indent="0" marL="0">
              <a:buNone/>
            </a:pPr>
            <a:r>
              <a:rPr lang="en-US" sz="1600" dirty="0">
                <a:solidFill>
                  <a:srgbClr val="5A6682"/>
                </a:solidFill>
                <a:latin typeface="Calibri" pitchFamily="34" charset="0"/>
                <a:ea typeface="Calibri" pitchFamily="34" charset="-122"/>
                <a:cs typeface="Calibri" pitchFamily="34" charset="-120"/>
              </a:rPr>
              <a:t>Apply what I learned at KVK in a real company, with real deadlines and responsibilities.</a:t>
            </a:r>
            <a:endParaRPr lang="en-US" sz="1600" dirty="0"/>
          </a:p>
        </p:txBody>
      </p:sp>
      <p:sp>
        <p:nvSpPr>
          <p:cNvPr id="10" name="A03_float"/>
          <p:cNvSpPr/>
          <p:nvPr/>
        </p:nvSpPr>
        <p:spPr>
          <a:xfrm>
            <a:off x="4338218" y="2514600"/>
            <a:ext cx="3515258" cy="3154680"/>
          </a:xfrm>
          <a:prstGeom prst="roundRect">
            <a:avLst>
              <a:gd name="adj" fmla="val 3478"/>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11" name="A03_float"/>
          <p:cNvSpPr txBox="1"/>
          <p:nvPr/>
        </p:nvSpPr>
        <p:spPr>
          <a:xfrm>
            <a:off x="4703978" y="2834640"/>
            <a:ext cx="1371600" cy="731520"/>
          </a:xfrm>
          <a:prstGeom prst="rect">
            <a:avLst/>
          </a:prstGeom>
          <a:noFill/>
          <a:ln/>
        </p:spPr>
        <p:txBody>
          <a:bodyPr wrap="square" lIns="0" tIns="0" rIns="0" bIns="0" rtlCol="0" anchor="ctr"/>
          <a:lstStyle/>
          <a:p>
            <a:pPr indent="0" marL="0">
              <a:buNone/>
            </a:pPr>
            <a:r>
              <a:rPr lang="en-US" sz="4400" b="1" dirty="0">
                <a:solidFill>
                  <a:srgbClr val="7A49C7"/>
                </a:solidFill>
                <a:latin typeface="Cambria" pitchFamily="34" charset="0"/>
                <a:ea typeface="Cambria" pitchFamily="34" charset="-122"/>
                <a:cs typeface="Cambria" pitchFamily="34" charset="-120"/>
              </a:rPr>
              <a:t>02</a:t>
            </a:r>
            <a:endParaRPr lang="en-US" sz="4400" dirty="0"/>
          </a:p>
        </p:txBody>
      </p:sp>
      <p:pic>
        <p:nvPicPr>
          <p:cNvPr id="12" name="A03_float" descr="Global exposure">    </p:cNvPr>
          <p:cNvPicPr>
            <a:picLocks noChangeAspect="1"/>
          </p:cNvPicPr>
          <p:nvPr/>
        </p:nvPicPr>
        <p:blipFill>
          <a:blip r:embed="rId2"/>
          <a:stretch>
            <a:fillRect/>
          </a:stretch>
        </p:blipFill>
        <p:spPr>
          <a:xfrm>
            <a:off x="6801917" y="2880360"/>
            <a:ext cx="685800" cy="685800"/>
          </a:xfrm>
          <a:prstGeom prst="rect">
            <a:avLst/>
          </a:prstGeom>
        </p:spPr>
      </p:pic>
      <p:sp>
        <p:nvSpPr>
          <p:cNvPr id="13" name="A03_float"/>
          <p:cNvSpPr txBox="1"/>
          <p:nvPr/>
        </p:nvSpPr>
        <p:spPr>
          <a:xfrm>
            <a:off x="4703978" y="3886200"/>
            <a:ext cx="2783738" cy="41148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Global exposure</a:t>
            </a:r>
            <a:endParaRPr lang="en-US" sz="2100" dirty="0"/>
          </a:p>
        </p:txBody>
      </p:sp>
      <p:sp>
        <p:nvSpPr>
          <p:cNvPr id="14" name="A03_float"/>
          <p:cNvSpPr txBox="1"/>
          <p:nvPr/>
        </p:nvSpPr>
        <p:spPr>
          <a:xfrm>
            <a:off x="4703978" y="4389120"/>
            <a:ext cx="2783738" cy="1097280"/>
          </a:xfrm>
          <a:prstGeom prst="rect">
            <a:avLst/>
          </a:prstGeom>
          <a:noFill/>
          <a:ln/>
        </p:spPr>
        <p:txBody>
          <a:bodyPr wrap="square" lIns="0" tIns="0" rIns="0" bIns="0" rtlCol="0" anchor="t"/>
          <a:lstStyle/>
          <a:p>
            <a:pPr indent="0" marL="0">
              <a:buNone/>
            </a:pPr>
            <a:r>
              <a:rPr lang="en-US" sz="1600" dirty="0">
                <a:solidFill>
                  <a:srgbClr val="5A6682"/>
                </a:solidFill>
                <a:latin typeface="Calibri" pitchFamily="34" charset="0"/>
                <a:ea typeface="Calibri" pitchFamily="34" charset="-122"/>
                <a:cs typeface="Calibri" pitchFamily="34" charset="-120"/>
              </a:rPr>
              <a:t>Live and work in France, inside a multicultural team and a new business culture.</a:t>
            </a:r>
            <a:endParaRPr lang="en-US" sz="1600" dirty="0"/>
          </a:p>
        </p:txBody>
      </p:sp>
      <p:sp>
        <p:nvSpPr>
          <p:cNvPr id="15" name="A04_float"/>
          <p:cNvSpPr/>
          <p:nvPr/>
        </p:nvSpPr>
        <p:spPr>
          <a:xfrm>
            <a:off x="8127797" y="2514600"/>
            <a:ext cx="3515258" cy="3154680"/>
          </a:xfrm>
          <a:prstGeom prst="roundRect">
            <a:avLst>
              <a:gd name="adj" fmla="val 3478"/>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16" name="A04_float"/>
          <p:cNvSpPr txBox="1"/>
          <p:nvPr/>
        </p:nvSpPr>
        <p:spPr>
          <a:xfrm>
            <a:off x="8493557" y="2834640"/>
            <a:ext cx="1371600" cy="731520"/>
          </a:xfrm>
          <a:prstGeom prst="rect">
            <a:avLst/>
          </a:prstGeom>
          <a:noFill/>
          <a:ln/>
        </p:spPr>
        <p:txBody>
          <a:bodyPr wrap="square" lIns="0" tIns="0" rIns="0" bIns="0" rtlCol="0" anchor="ctr"/>
          <a:lstStyle/>
          <a:p>
            <a:pPr indent="0" marL="0">
              <a:buNone/>
            </a:pPr>
            <a:r>
              <a:rPr lang="en-US" sz="4400" b="1" dirty="0">
                <a:solidFill>
                  <a:srgbClr val="0E1E4A"/>
                </a:solidFill>
                <a:latin typeface="Cambria" pitchFamily="34" charset="0"/>
                <a:ea typeface="Cambria" pitchFamily="34" charset="-122"/>
                <a:cs typeface="Cambria" pitchFamily="34" charset="-120"/>
              </a:rPr>
              <a:t>03</a:t>
            </a:r>
            <a:endParaRPr lang="en-US" sz="4400" dirty="0"/>
          </a:p>
        </p:txBody>
      </p:sp>
      <p:pic>
        <p:nvPicPr>
          <p:cNvPr id="17" name="A04_float" descr="Career development">    </p:cNvPr>
          <p:cNvPicPr>
            <a:picLocks noChangeAspect="1"/>
          </p:cNvPicPr>
          <p:nvPr/>
        </p:nvPicPr>
        <p:blipFill>
          <a:blip r:embed="rId3"/>
          <a:stretch>
            <a:fillRect/>
          </a:stretch>
        </p:blipFill>
        <p:spPr>
          <a:xfrm>
            <a:off x="10591495" y="2880360"/>
            <a:ext cx="685800" cy="685800"/>
          </a:xfrm>
          <a:prstGeom prst="rect">
            <a:avLst/>
          </a:prstGeom>
        </p:spPr>
      </p:pic>
      <p:sp>
        <p:nvSpPr>
          <p:cNvPr id="18" name="A04_float"/>
          <p:cNvSpPr txBox="1"/>
          <p:nvPr/>
        </p:nvSpPr>
        <p:spPr>
          <a:xfrm>
            <a:off x="8493557" y="3886200"/>
            <a:ext cx="2783738" cy="41148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Career development</a:t>
            </a:r>
            <a:endParaRPr lang="en-US" sz="2100" dirty="0"/>
          </a:p>
        </p:txBody>
      </p:sp>
      <p:sp>
        <p:nvSpPr>
          <p:cNvPr id="19" name="A04_float"/>
          <p:cNvSpPr txBox="1"/>
          <p:nvPr/>
        </p:nvSpPr>
        <p:spPr>
          <a:xfrm>
            <a:off x="8493557" y="4389120"/>
            <a:ext cx="2783738" cy="1097280"/>
          </a:xfrm>
          <a:prstGeom prst="rect">
            <a:avLst/>
          </a:prstGeom>
          <a:noFill/>
          <a:ln/>
        </p:spPr>
        <p:txBody>
          <a:bodyPr wrap="square" lIns="0" tIns="0" rIns="0" bIns="0" rtlCol="0" anchor="t"/>
          <a:lstStyle/>
          <a:p>
            <a:pPr indent="0" marL="0">
              <a:buNone/>
            </a:pPr>
            <a:r>
              <a:rPr lang="en-US" sz="1600" dirty="0">
                <a:solidFill>
                  <a:srgbClr val="5A6682"/>
                </a:solidFill>
                <a:latin typeface="Calibri" pitchFamily="34" charset="0"/>
                <a:ea typeface="Calibri" pitchFamily="34" charset="-122"/>
                <a:cs typeface="Calibri" pitchFamily="34" charset="-120"/>
              </a:rPr>
              <a:t>Build the competencies European employers look for: digital, organisational and communication skills.</a:t>
            </a:r>
            <a:endParaRPr lang="en-US" sz="1600" dirty="0"/>
          </a:p>
        </p:txBody>
      </p:sp>
      <p:pic>
        <p:nvPicPr>
          <p:cNvPr id="20" name="Image 3" descr="KVK logo">    </p:cNvPr>
          <p:cNvPicPr>
            <a:picLocks noChangeAspect="1"/>
          </p:cNvPicPr>
          <p:nvPr/>
        </p:nvPicPr>
        <p:blipFill>
          <a:blip r:embed="rId4"/>
          <a:stretch>
            <a:fillRect/>
          </a:stretch>
        </p:blipFill>
        <p:spPr>
          <a:xfrm>
            <a:off x="548640" y="6382512"/>
            <a:ext cx="621792" cy="256032"/>
          </a:xfrm>
          <a:prstGeom prst="rect">
            <a:avLst/>
          </a:prstGeom>
        </p:spPr>
      </p:pic>
      <p:sp>
        <p:nvSpPr>
          <p:cNvPr id="21" name="Text 15"/>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2" name="Text 16"/>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04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par>
                                <p:cTn id="16" presetID="42" presetClass="entr" presetSubtype="0" fill="hold" grpId="0" nodeType="withEffect">
                                  <p:stCondLst>
                                    <p:cond delay="44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700"/>
                                        <p:tgtEl>
                                          <p:spTgt spid="5"/>
                                        </p:tgtEl>
                                      </p:cBhvr>
                                    </p:animEffect>
                                    <p:anim calcmode="lin" valueType="num">
                                      <p:cBhvr>
                                        <p:cTn id="19" dur="700" fill="hold"/>
                                        <p:tgtEl>
                                          <p:spTgt spid="5"/>
                                        </p:tgtEl>
                                        <p:attrNameLst>
                                          <p:attrName>ppt_x</p:attrName>
                                        </p:attrNameLst>
                                      </p:cBhvr>
                                      <p:tavLst>
                                        <p:tav tm="0">
                                          <p:val>
                                            <p:strVal val="#ppt_x"/>
                                          </p:val>
                                        </p:tav>
                                        <p:tav tm="100000">
                                          <p:val>
                                            <p:strVal val="#ppt_x"/>
                                          </p:val>
                                        </p:tav>
                                      </p:tavLst>
                                    </p:anim>
                                    <p:anim calcmode="lin" valueType="num">
                                      <p:cBhvr>
                                        <p:cTn id="20" dur="700" fill="hold"/>
                                        <p:tgtEl>
                                          <p:spTgt spid="5"/>
                                        </p:tgtEl>
                                        <p:attrNameLst>
                                          <p:attrName>ppt_y</p:attrName>
                                        </p:attrNameLst>
                                      </p:cBhvr>
                                      <p:tavLst>
                                        <p:tav tm="0">
                                          <p:val>
                                            <p:strVal val="#ppt_y+.06"/>
                                          </p:val>
                                        </p:tav>
                                        <p:tav tm="100000">
                                          <p:val>
                                            <p:strVal val="#ppt_y"/>
                                          </p:val>
                                        </p:tav>
                                      </p:tavLst>
                                    </p:anim>
                                  </p:childTnLst>
                                </p:cTn>
                              </p:par>
                              <p:par>
                                <p:cTn id="21" presetID="42" presetClass="entr" presetSubtype="0" fill="hold" grpId="0" nodeType="withEffect">
                                  <p:stCondLst>
                                    <p:cond delay="44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700"/>
                                        <p:tgtEl>
                                          <p:spTgt spid="6"/>
                                        </p:tgtEl>
                                      </p:cBhvr>
                                    </p:animEffect>
                                    <p:anim calcmode="lin" valueType="num">
                                      <p:cBhvr>
                                        <p:cTn id="24" dur="700" fill="hold"/>
                                        <p:tgtEl>
                                          <p:spTgt spid="6"/>
                                        </p:tgtEl>
                                        <p:attrNameLst>
                                          <p:attrName>ppt_x</p:attrName>
                                        </p:attrNameLst>
                                      </p:cBhvr>
                                      <p:tavLst>
                                        <p:tav tm="0">
                                          <p:val>
                                            <p:strVal val="#ppt_x"/>
                                          </p:val>
                                        </p:tav>
                                        <p:tav tm="100000">
                                          <p:val>
                                            <p:strVal val="#ppt_x"/>
                                          </p:val>
                                        </p:tav>
                                      </p:tavLst>
                                    </p:anim>
                                    <p:anim calcmode="lin" valueType="num">
                                      <p:cBhvr>
                                        <p:cTn id="25" dur="700" fill="hold"/>
                                        <p:tgtEl>
                                          <p:spTgt spid="6"/>
                                        </p:tgtEl>
                                        <p:attrNameLst>
                                          <p:attrName>ppt_y</p:attrName>
                                        </p:attrNameLst>
                                      </p:cBhvr>
                                      <p:tavLst>
                                        <p:tav tm="0">
                                          <p:val>
                                            <p:strVal val="#ppt_y+.06"/>
                                          </p:val>
                                        </p:tav>
                                        <p:tav tm="100000">
                                          <p:val>
                                            <p:strVal val="#ppt_y"/>
                                          </p:val>
                                        </p:tav>
                                      </p:tavLst>
                                    </p:anim>
                                  </p:childTnLst>
                                </p:cTn>
                              </p:par>
                              <p:par>
                                <p:cTn id="26" presetID="42" presetClass="entr" presetSubtype="0" fill="hold" grpId="0" nodeType="withEffect">
                                  <p:stCondLst>
                                    <p:cond delay="44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700"/>
                                        <p:tgtEl>
                                          <p:spTgt spid="7"/>
                                        </p:tgtEl>
                                      </p:cBhvr>
                                    </p:animEffect>
                                    <p:anim calcmode="lin" valueType="num">
                                      <p:cBhvr>
                                        <p:cTn id="29" dur="700" fill="hold"/>
                                        <p:tgtEl>
                                          <p:spTgt spid="7"/>
                                        </p:tgtEl>
                                        <p:attrNameLst>
                                          <p:attrName>ppt_x</p:attrName>
                                        </p:attrNameLst>
                                      </p:cBhvr>
                                      <p:tavLst>
                                        <p:tav tm="0">
                                          <p:val>
                                            <p:strVal val="#ppt_x"/>
                                          </p:val>
                                        </p:tav>
                                        <p:tav tm="100000">
                                          <p:val>
                                            <p:strVal val="#ppt_x"/>
                                          </p:val>
                                        </p:tav>
                                      </p:tavLst>
                                    </p:anim>
                                    <p:anim calcmode="lin" valueType="num">
                                      <p:cBhvr>
                                        <p:cTn id="30" dur="700" fill="hold"/>
                                        <p:tgtEl>
                                          <p:spTgt spid="7"/>
                                        </p:tgtEl>
                                        <p:attrNameLst>
                                          <p:attrName>ppt_y</p:attrName>
                                        </p:attrNameLst>
                                      </p:cBhvr>
                                      <p:tavLst>
                                        <p:tav tm="0">
                                          <p:val>
                                            <p:strVal val="#ppt_y+.06"/>
                                          </p:val>
                                        </p:tav>
                                        <p:tav tm="100000">
                                          <p:val>
                                            <p:strVal val="#ppt_y"/>
                                          </p:val>
                                        </p:tav>
                                      </p:tavLst>
                                    </p:anim>
                                  </p:childTnLst>
                                </p:cTn>
                              </p:par>
                              <p:par>
                                <p:cTn id="31" presetID="42" presetClass="entr" presetSubtype="0" fill="hold" grpId="0" nodeType="withEffect">
                                  <p:stCondLst>
                                    <p:cond delay="44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700"/>
                                        <p:tgtEl>
                                          <p:spTgt spid="8"/>
                                        </p:tgtEl>
                                      </p:cBhvr>
                                    </p:animEffect>
                                    <p:anim calcmode="lin" valueType="num">
                                      <p:cBhvr>
                                        <p:cTn id="34" dur="700" fill="hold"/>
                                        <p:tgtEl>
                                          <p:spTgt spid="8"/>
                                        </p:tgtEl>
                                        <p:attrNameLst>
                                          <p:attrName>ppt_x</p:attrName>
                                        </p:attrNameLst>
                                      </p:cBhvr>
                                      <p:tavLst>
                                        <p:tav tm="0">
                                          <p:val>
                                            <p:strVal val="#ppt_x"/>
                                          </p:val>
                                        </p:tav>
                                        <p:tav tm="100000">
                                          <p:val>
                                            <p:strVal val="#ppt_x"/>
                                          </p:val>
                                        </p:tav>
                                      </p:tavLst>
                                    </p:anim>
                                    <p:anim calcmode="lin" valueType="num">
                                      <p:cBhvr>
                                        <p:cTn id="35" dur="700" fill="hold"/>
                                        <p:tgtEl>
                                          <p:spTgt spid="8"/>
                                        </p:tgtEl>
                                        <p:attrNameLst>
                                          <p:attrName>ppt_y</p:attrName>
                                        </p:attrNameLst>
                                      </p:cBhvr>
                                      <p:tavLst>
                                        <p:tav tm="0">
                                          <p:val>
                                            <p:strVal val="#ppt_y+.06"/>
                                          </p:val>
                                        </p:tav>
                                        <p:tav tm="100000">
                                          <p:val>
                                            <p:strVal val="#ppt_y"/>
                                          </p:val>
                                        </p:tav>
                                      </p:tavLst>
                                    </p:anim>
                                  </p:childTnLst>
                                </p:cTn>
                              </p:par>
                              <p:par>
                                <p:cTn id="36" presetID="42" presetClass="entr" presetSubtype="0" fill="hold" grpId="0" nodeType="withEffect">
                                  <p:stCondLst>
                                    <p:cond delay="44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700"/>
                                        <p:tgtEl>
                                          <p:spTgt spid="9"/>
                                        </p:tgtEl>
                                      </p:cBhvr>
                                    </p:animEffect>
                                    <p:anim calcmode="lin" valueType="num">
                                      <p:cBhvr>
                                        <p:cTn id="39" dur="700" fill="hold"/>
                                        <p:tgtEl>
                                          <p:spTgt spid="9"/>
                                        </p:tgtEl>
                                        <p:attrNameLst>
                                          <p:attrName>ppt_x</p:attrName>
                                        </p:attrNameLst>
                                      </p:cBhvr>
                                      <p:tavLst>
                                        <p:tav tm="0">
                                          <p:val>
                                            <p:strVal val="#ppt_x"/>
                                          </p:val>
                                        </p:tav>
                                        <p:tav tm="100000">
                                          <p:val>
                                            <p:strVal val="#ppt_x"/>
                                          </p:val>
                                        </p:tav>
                                      </p:tavLst>
                                    </p:anim>
                                    <p:anim calcmode="lin" valueType="num">
                                      <p:cBhvr>
                                        <p:cTn id="40" dur="700" fill="hold"/>
                                        <p:tgtEl>
                                          <p:spTgt spid="9"/>
                                        </p:tgtEl>
                                        <p:attrNameLst>
                                          <p:attrName>ppt_y</p:attrName>
                                        </p:attrNameLst>
                                      </p:cBhvr>
                                      <p:tavLst>
                                        <p:tav tm="0">
                                          <p:val>
                                            <p:strVal val="#ppt_y+.06"/>
                                          </p:val>
                                        </p:tav>
                                        <p:tav tm="100000">
                                          <p:val>
                                            <p:strVal val="#ppt_y"/>
                                          </p:val>
                                        </p:tav>
                                      </p:tavLst>
                                    </p:anim>
                                  </p:childTnLst>
                                </p:cTn>
                              </p:par>
                              <p:par>
                                <p:cTn id="41" presetID="42" presetClass="entr" presetSubtype="0" fill="hold" grpId="0" nodeType="withEffect">
                                  <p:stCondLst>
                                    <p:cond delay="66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700"/>
                                        <p:tgtEl>
                                          <p:spTgt spid="10"/>
                                        </p:tgtEl>
                                      </p:cBhvr>
                                    </p:animEffect>
                                    <p:anim calcmode="lin" valueType="num">
                                      <p:cBhvr>
                                        <p:cTn id="44" dur="700" fill="hold"/>
                                        <p:tgtEl>
                                          <p:spTgt spid="10"/>
                                        </p:tgtEl>
                                        <p:attrNameLst>
                                          <p:attrName>ppt_x</p:attrName>
                                        </p:attrNameLst>
                                      </p:cBhvr>
                                      <p:tavLst>
                                        <p:tav tm="0">
                                          <p:val>
                                            <p:strVal val="#ppt_x"/>
                                          </p:val>
                                        </p:tav>
                                        <p:tav tm="100000">
                                          <p:val>
                                            <p:strVal val="#ppt_x"/>
                                          </p:val>
                                        </p:tav>
                                      </p:tavLst>
                                    </p:anim>
                                    <p:anim calcmode="lin" valueType="num">
                                      <p:cBhvr>
                                        <p:cTn id="45" dur="700" fill="hold"/>
                                        <p:tgtEl>
                                          <p:spTgt spid="10"/>
                                        </p:tgtEl>
                                        <p:attrNameLst>
                                          <p:attrName>ppt_y</p:attrName>
                                        </p:attrNameLst>
                                      </p:cBhvr>
                                      <p:tavLst>
                                        <p:tav tm="0">
                                          <p:val>
                                            <p:strVal val="#ppt_y+.06"/>
                                          </p:val>
                                        </p:tav>
                                        <p:tav tm="100000">
                                          <p:val>
                                            <p:strVal val="#ppt_y"/>
                                          </p:val>
                                        </p:tav>
                                      </p:tavLst>
                                    </p:anim>
                                  </p:childTnLst>
                                </p:cTn>
                              </p:par>
                              <p:par>
                                <p:cTn id="46" presetID="42" presetClass="entr" presetSubtype="0" fill="hold" grpId="0" nodeType="withEffect">
                                  <p:stCondLst>
                                    <p:cond delay="660"/>
                                  </p:stCondLst>
                                  <p:childTnLst>
                                    <p:set>
                                      <p:cBhvr>
                                        <p:cTn id="47" dur="1" fill="hold">
                                          <p:stCondLst>
                                            <p:cond delay="0"/>
                                          </p:stCondLst>
                                        </p:cTn>
                                        <p:tgtEl>
                                          <p:spTgt spid="11"/>
                                        </p:tgtEl>
                                        <p:attrNameLst>
                                          <p:attrName>style.visibility</p:attrName>
                                        </p:attrNameLst>
                                      </p:cBhvr>
                                      <p:to>
                                        <p:strVal val="visible"/>
                                      </p:to>
                                    </p:set>
                                    <p:animEffect transition="in" filter="fade">
                                      <p:cBhvr>
                                        <p:cTn id="48" dur="700"/>
                                        <p:tgtEl>
                                          <p:spTgt spid="11"/>
                                        </p:tgtEl>
                                      </p:cBhvr>
                                    </p:animEffect>
                                    <p:anim calcmode="lin" valueType="num">
                                      <p:cBhvr>
                                        <p:cTn id="49" dur="700" fill="hold"/>
                                        <p:tgtEl>
                                          <p:spTgt spid="11"/>
                                        </p:tgtEl>
                                        <p:attrNameLst>
                                          <p:attrName>ppt_x</p:attrName>
                                        </p:attrNameLst>
                                      </p:cBhvr>
                                      <p:tavLst>
                                        <p:tav tm="0">
                                          <p:val>
                                            <p:strVal val="#ppt_x"/>
                                          </p:val>
                                        </p:tav>
                                        <p:tav tm="100000">
                                          <p:val>
                                            <p:strVal val="#ppt_x"/>
                                          </p:val>
                                        </p:tav>
                                      </p:tavLst>
                                    </p:anim>
                                    <p:anim calcmode="lin" valueType="num">
                                      <p:cBhvr>
                                        <p:cTn id="50" dur="700" fill="hold"/>
                                        <p:tgtEl>
                                          <p:spTgt spid="11"/>
                                        </p:tgtEl>
                                        <p:attrNameLst>
                                          <p:attrName>ppt_y</p:attrName>
                                        </p:attrNameLst>
                                      </p:cBhvr>
                                      <p:tavLst>
                                        <p:tav tm="0">
                                          <p:val>
                                            <p:strVal val="#ppt_y+.06"/>
                                          </p:val>
                                        </p:tav>
                                        <p:tav tm="100000">
                                          <p:val>
                                            <p:strVal val="#ppt_y"/>
                                          </p:val>
                                        </p:tav>
                                      </p:tavLst>
                                    </p:anim>
                                  </p:childTnLst>
                                </p:cTn>
                              </p:par>
                              <p:par>
                                <p:cTn id="51" presetID="42" presetClass="entr" presetSubtype="0" fill="hold" grpId="0" nodeType="withEffect">
                                  <p:stCondLst>
                                    <p:cond delay="660"/>
                                  </p:stCondLst>
                                  <p:childTnLst>
                                    <p:set>
                                      <p:cBhvr>
                                        <p:cTn id="52" dur="1" fill="hold">
                                          <p:stCondLst>
                                            <p:cond delay="0"/>
                                          </p:stCondLst>
                                        </p:cTn>
                                        <p:tgtEl>
                                          <p:spTgt spid="12"/>
                                        </p:tgtEl>
                                        <p:attrNameLst>
                                          <p:attrName>style.visibility</p:attrName>
                                        </p:attrNameLst>
                                      </p:cBhvr>
                                      <p:to>
                                        <p:strVal val="visible"/>
                                      </p:to>
                                    </p:set>
                                    <p:animEffect transition="in" filter="fade">
                                      <p:cBhvr>
                                        <p:cTn id="53" dur="700"/>
                                        <p:tgtEl>
                                          <p:spTgt spid="12"/>
                                        </p:tgtEl>
                                      </p:cBhvr>
                                    </p:animEffect>
                                    <p:anim calcmode="lin" valueType="num">
                                      <p:cBhvr>
                                        <p:cTn id="54" dur="700" fill="hold"/>
                                        <p:tgtEl>
                                          <p:spTgt spid="12"/>
                                        </p:tgtEl>
                                        <p:attrNameLst>
                                          <p:attrName>ppt_x</p:attrName>
                                        </p:attrNameLst>
                                      </p:cBhvr>
                                      <p:tavLst>
                                        <p:tav tm="0">
                                          <p:val>
                                            <p:strVal val="#ppt_x"/>
                                          </p:val>
                                        </p:tav>
                                        <p:tav tm="100000">
                                          <p:val>
                                            <p:strVal val="#ppt_x"/>
                                          </p:val>
                                        </p:tav>
                                      </p:tavLst>
                                    </p:anim>
                                    <p:anim calcmode="lin" valueType="num">
                                      <p:cBhvr>
                                        <p:cTn id="55" dur="700" fill="hold"/>
                                        <p:tgtEl>
                                          <p:spTgt spid="12"/>
                                        </p:tgtEl>
                                        <p:attrNameLst>
                                          <p:attrName>ppt_y</p:attrName>
                                        </p:attrNameLst>
                                      </p:cBhvr>
                                      <p:tavLst>
                                        <p:tav tm="0">
                                          <p:val>
                                            <p:strVal val="#ppt_y+.06"/>
                                          </p:val>
                                        </p:tav>
                                        <p:tav tm="100000">
                                          <p:val>
                                            <p:strVal val="#ppt_y"/>
                                          </p:val>
                                        </p:tav>
                                      </p:tavLst>
                                    </p:anim>
                                  </p:childTnLst>
                                </p:cTn>
                              </p:par>
                              <p:par>
                                <p:cTn id="56" presetID="42" presetClass="entr" presetSubtype="0" fill="hold" grpId="0" nodeType="withEffect">
                                  <p:stCondLst>
                                    <p:cond delay="660"/>
                                  </p:stCondLst>
                                  <p:childTnLst>
                                    <p:set>
                                      <p:cBhvr>
                                        <p:cTn id="57" dur="1" fill="hold">
                                          <p:stCondLst>
                                            <p:cond delay="0"/>
                                          </p:stCondLst>
                                        </p:cTn>
                                        <p:tgtEl>
                                          <p:spTgt spid="13"/>
                                        </p:tgtEl>
                                        <p:attrNameLst>
                                          <p:attrName>style.visibility</p:attrName>
                                        </p:attrNameLst>
                                      </p:cBhvr>
                                      <p:to>
                                        <p:strVal val="visible"/>
                                      </p:to>
                                    </p:set>
                                    <p:animEffect transition="in" filter="fade">
                                      <p:cBhvr>
                                        <p:cTn id="58" dur="700"/>
                                        <p:tgtEl>
                                          <p:spTgt spid="13"/>
                                        </p:tgtEl>
                                      </p:cBhvr>
                                    </p:animEffect>
                                    <p:anim calcmode="lin" valueType="num">
                                      <p:cBhvr>
                                        <p:cTn id="59" dur="700" fill="hold"/>
                                        <p:tgtEl>
                                          <p:spTgt spid="13"/>
                                        </p:tgtEl>
                                        <p:attrNameLst>
                                          <p:attrName>ppt_x</p:attrName>
                                        </p:attrNameLst>
                                      </p:cBhvr>
                                      <p:tavLst>
                                        <p:tav tm="0">
                                          <p:val>
                                            <p:strVal val="#ppt_x"/>
                                          </p:val>
                                        </p:tav>
                                        <p:tav tm="100000">
                                          <p:val>
                                            <p:strVal val="#ppt_x"/>
                                          </p:val>
                                        </p:tav>
                                      </p:tavLst>
                                    </p:anim>
                                    <p:anim calcmode="lin" valueType="num">
                                      <p:cBhvr>
                                        <p:cTn id="60" dur="700" fill="hold"/>
                                        <p:tgtEl>
                                          <p:spTgt spid="13"/>
                                        </p:tgtEl>
                                        <p:attrNameLst>
                                          <p:attrName>ppt_y</p:attrName>
                                        </p:attrNameLst>
                                      </p:cBhvr>
                                      <p:tavLst>
                                        <p:tav tm="0">
                                          <p:val>
                                            <p:strVal val="#ppt_y+.06"/>
                                          </p:val>
                                        </p:tav>
                                        <p:tav tm="100000">
                                          <p:val>
                                            <p:strVal val="#ppt_y"/>
                                          </p:val>
                                        </p:tav>
                                      </p:tavLst>
                                    </p:anim>
                                  </p:childTnLst>
                                </p:cTn>
                              </p:par>
                              <p:par>
                                <p:cTn id="61" presetID="42" presetClass="entr" presetSubtype="0" fill="hold" grpId="0" nodeType="withEffect">
                                  <p:stCondLst>
                                    <p:cond delay="660"/>
                                  </p:stCondLst>
                                  <p:childTnLst>
                                    <p:set>
                                      <p:cBhvr>
                                        <p:cTn id="62" dur="1" fill="hold">
                                          <p:stCondLst>
                                            <p:cond delay="0"/>
                                          </p:stCondLst>
                                        </p:cTn>
                                        <p:tgtEl>
                                          <p:spTgt spid="14"/>
                                        </p:tgtEl>
                                        <p:attrNameLst>
                                          <p:attrName>style.visibility</p:attrName>
                                        </p:attrNameLst>
                                      </p:cBhvr>
                                      <p:to>
                                        <p:strVal val="visible"/>
                                      </p:to>
                                    </p:set>
                                    <p:animEffect transition="in" filter="fade">
                                      <p:cBhvr>
                                        <p:cTn id="63" dur="700"/>
                                        <p:tgtEl>
                                          <p:spTgt spid="14"/>
                                        </p:tgtEl>
                                      </p:cBhvr>
                                    </p:animEffect>
                                    <p:anim calcmode="lin" valueType="num">
                                      <p:cBhvr>
                                        <p:cTn id="64" dur="700" fill="hold"/>
                                        <p:tgtEl>
                                          <p:spTgt spid="14"/>
                                        </p:tgtEl>
                                        <p:attrNameLst>
                                          <p:attrName>ppt_x</p:attrName>
                                        </p:attrNameLst>
                                      </p:cBhvr>
                                      <p:tavLst>
                                        <p:tav tm="0">
                                          <p:val>
                                            <p:strVal val="#ppt_x"/>
                                          </p:val>
                                        </p:tav>
                                        <p:tav tm="100000">
                                          <p:val>
                                            <p:strVal val="#ppt_x"/>
                                          </p:val>
                                        </p:tav>
                                      </p:tavLst>
                                    </p:anim>
                                    <p:anim calcmode="lin" valueType="num">
                                      <p:cBhvr>
                                        <p:cTn id="65" dur="700" fill="hold"/>
                                        <p:tgtEl>
                                          <p:spTgt spid="14"/>
                                        </p:tgtEl>
                                        <p:attrNameLst>
                                          <p:attrName>ppt_y</p:attrName>
                                        </p:attrNameLst>
                                      </p:cBhvr>
                                      <p:tavLst>
                                        <p:tav tm="0">
                                          <p:val>
                                            <p:strVal val="#ppt_y+.06"/>
                                          </p:val>
                                        </p:tav>
                                        <p:tav tm="100000">
                                          <p:val>
                                            <p:strVal val="#ppt_y"/>
                                          </p:val>
                                        </p:tav>
                                      </p:tavLst>
                                    </p:anim>
                                  </p:childTnLst>
                                </p:cTn>
                              </p:par>
                              <p:par>
                                <p:cTn id="66" presetID="42" presetClass="entr" presetSubtype="0" fill="hold" grpId="0" nodeType="withEffect">
                                  <p:stCondLst>
                                    <p:cond delay="880"/>
                                  </p:stCondLst>
                                  <p:childTnLst>
                                    <p:set>
                                      <p:cBhvr>
                                        <p:cTn id="67" dur="1" fill="hold">
                                          <p:stCondLst>
                                            <p:cond delay="0"/>
                                          </p:stCondLst>
                                        </p:cTn>
                                        <p:tgtEl>
                                          <p:spTgt spid="15"/>
                                        </p:tgtEl>
                                        <p:attrNameLst>
                                          <p:attrName>style.visibility</p:attrName>
                                        </p:attrNameLst>
                                      </p:cBhvr>
                                      <p:to>
                                        <p:strVal val="visible"/>
                                      </p:to>
                                    </p:set>
                                    <p:animEffect transition="in" filter="fade">
                                      <p:cBhvr>
                                        <p:cTn id="68" dur="700"/>
                                        <p:tgtEl>
                                          <p:spTgt spid="15"/>
                                        </p:tgtEl>
                                      </p:cBhvr>
                                    </p:animEffect>
                                    <p:anim calcmode="lin" valueType="num">
                                      <p:cBhvr>
                                        <p:cTn id="69" dur="700" fill="hold"/>
                                        <p:tgtEl>
                                          <p:spTgt spid="15"/>
                                        </p:tgtEl>
                                        <p:attrNameLst>
                                          <p:attrName>ppt_x</p:attrName>
                                        </p:attrNameLst>
                                      </p:cBhvr>
                                      <p:tavLst>
                                        <p:tav tm="0">
                                          <p:val>
                                            <p:strVal val="#ppt_x"/>
                                          </p:val>
                                        </p:tav>
                                        <p:tav tm="100000">
                                          <p:val>
                                            <p:strVal val="#ppt_x"/>
                                          </p:val>
                                        </p:tav>
                                      </p:tavLst>
                                    </p:anim>
                                    <p:anim calcmode="lin" valueType="num">
                                      <p:cBhvr>
                                        <p:cTn id="70" dur="700" fill="hold"/>
                                        <p:tgtEl>
                                          <p:spTgt spid="15"/>
                                        </p:tgtEl>
                                        <p:attrNameLst>
                                          <p:attrName>ppt_y</p:attrName>
                                        </p:attrNameLst>
                                      </p:cBhvr>
                                      <p:tavLst>
                                        <p:tav tm="0">
                                          <p:val>
                                            <p:strVal val="#ppt_y+.06"/>
                                          </p:val>
                                        </p:tav>
                                        <p:tav tm="100000">
                                          <p:val>
                                            <p:strVal val="#ppt_y"/>
                                          </p:val>
                                        </p:tav>
                                      </p:tavLst>
                                    </p:anim>
                                  </p:childTnLst>
                                </p:cTn>
                              </p:par>
                              <p:par>
                                <p:cTn id="71" presetID="42" presetClass="entr" presetSubtype="0" fill="hold" grpId="0" nodeType="withEffect">
                                  <p:stCondLst>
                                    <p:cond delay="880"/>
                                  </p:stCondLst>
                                  <p:childTnLst>
                                    <p:set>
                                      <p:cBhvr>
                                        <p:cTn id="72" dur="1" fill="hold">
                                          <p:stCondLst>
                                            <p:cond delay="0"/>
                                          </p:stCondLst>
                                        </p:cTn>
                                        <p:tgtEl>
                                          <p:spTgt spid="16"/>
                                        </p:tgtEl>
                                        <p:attrNameLst>
                                          <p:attrName>style.visibility</p:attrName>
                                        </p:attrNameLst>
                                      </p:cBhvr>
                                      <p:to>
                                        <p:strVal val="visible"/>
                                      </p:to>
                                    </p:set>
                                    <p:animEffect transition="in" filter="fade">
                                      <p:cBhvr>
                                        <p:cTn id="73" dur="700"/>
                                        <p:tgtEl>
                                          <p:spTgt spid="16"/>
                                        </p:tgtEl>
                                      </p:cBhvr>
                                    </p:animEffect>
                                    <p:anim calcmode="lin" valueType="num">
                                      <p:cBhvr>
                                        <p:cTn id="74" dur="700" fill="hold"/>
                                        <p:tgtEl>
                                          <p:spTgt spid="16"/>
                                        </p:tgtEl>
                                        <p:attrNameLst>
                                          <p:attrName>ppt_x</p:attrName>
                                        </p:attrNameLst>
                                      </p:cBhvr>
                                      <p:tavLst>
                                        <p:tav tm="0">
                                          <p:val>
                                            <p:strVal val="#ppt_x"/>
                                          </p:val>
                                        </p:tav>
                                        <p:tav tm="100000">
                                          <p:val>
                                            <p:strVal val="#ppt_x"/>
                                          </p:val>
                                        </p:tav>
                                      </p:tavLst>
                                    </p:anim>
                                    <p:anim calcmode="lin" valueType="num">
                                      <p:cBhvr>
                                        <p:cTn id="75" dur="700" fill="hold"/>
                                        <p:tgtEl>
                                          <p:spTgt spid="16"/>
                                        </p:tgtEl>
                                        <p:attrNameLst>
                                          <p:attrName>ppt_y</p:attrName>
                                        </p:attrNameLst>
                                      </p:cBhvr>
                                      <p:tavLst>
                                        <p:tav tm="0">
                                          <p:val>
                                            <p:strVal val="#ppt_y+.06"/>
                                          </p:val>
                                        </p:tav>
                                        <p:tav tm="100000">
                                          <p:val>
                                            <p:strVal val="#ppt_y"/>
                                          </p:val>
                                        </p:tav>
                                      </p:tavLst>
                                    </p:anim>
                                  </p:childTnLst>
                                </p:cTn>
                              </p:par>
                              <p:par>
                                <p:cTn id="76" presetID="42" presetClass="entr" presetSubtype="0" fill="hold" grpId="0" nodeType="withEffect">
                                  <p:stCondLst>
                                    <p:cond delay="880"/>
                                  </p:stCondLst>
                                  <p:childTnLst>
                                    <p:set>
                                      <p:cBhvr>
                                        <p:cTn id="77" dur="1" fill="hold">
                                          <p:stCondLst>
                                            <p:cond delay="0"/>
                                          </p:stCondLst>
                                        </p:cTn>
                                        <p:tgtEl>
                                          <p:spTgt spid="17"/>
                                        </p:tgtEl>
                                        <p:attrNameLst>
                                          <p:attrName>style.visibility</p:attrName>
                                        </p:attrNameLst>
                                      </p:cBhvr>
                                      <p:to>
                                        <p:strVal val="visible"/>
                                      </p:to>
                                    </p:set>
                                    <p:animEffect transition="in" filter="fade">
                                      <p:cBhvr>
                                        <p:cTn id="78" dur="700"/>
                                        <p:tgtEl>
                                          <p:spTgt spid="17"/>
                                        </p:tgtEl>
                                      </p:cBhvr>
                                    </p:animEffect>
                                    <p:anim calcmode="lin" valueType="num">
                                      <p:cBhvr>
                                        <p:cTn id="79" dur="700" fill="hold"/>
                                        <p:tgtEl>
                                          <p:spTgt spid="17"/>
                                        </p:tgtEl>
                                        <p:attrNameLst>
                                          <p:attrName>ppt_x</p:attrName>
                                        </p:attrNameLst>
                                      </p:cBhvr>
                                      <p:tavLst>
                                        <p:tav tm="0">
                                          <p:val>
                                            <p:strVal val="#ppt_x"/>
                                          </p:val>
                                        </p:tav>
                                        <p:tav tm="100000">
                                          <p:val>
                                            <p:strVal val="#ppt_x"/>
                                          </p:val>
                                        </p:tav>
                                      </p:tavLst>
                                    </p:anim>
                                    <p:anim calcmode="lin" valueType="num">
                                      <p:cBhvr>
                                        <p:cTn id="80" dur="700" fill="hold"/>
                                        <p:tgtEl>
                                          <p:spTgt spid="17"/>
                                        </p:tgtEl>
                                        <p:attrNameLst>
                                          <p:attrName>ppt_y</p:attrName>
                                        </p:attrNameLst>
                                      </p:cBhvr>
                                      <p:tavLst>
                                        <p:tav tm="0">
                                          <p:val>
                                            <p:strVal val="#ppt_y+.06"/>
                                          </p:val>
                                        </p:tav>
                                        <p:tav tm="100000">
                                          <p:val>
                                            <p:strVal val="#ppt_y"/>
                                          </p:val>
                                        </p:tav>
                                      </p:tavLst>
                                    </p:anim>
                                  </p:childTnLst>
                                </p:cTn>
                              </p:par>
                              <p:par>
                                <p:cTn id="81" presetID="42" presetClass="entr" presetSubtype="0" fill="hold" grpId="0" nodeType="withEffect">
                                  <p:stCondLst>
                                    <p:cond delay="88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700"/>
                                        <p:tgtEl>
                                          <p:spTgt spid="18"/>
                                        </p:tgtEl>
                                      </p:cBhvr>
                                    </p:animEffect>
                                    <p:anim calcmode="lin" valueType="num">
                                      <p:cBhvr>
                                        <p:cTn id="84" dur="700" fill="hold"/>
                                        <p:tgtEl>
                                          <p:spTgt spid="18"/>
                                        </p:tgtEl>
                                        <p:attrNameLst>
                                          <p:attrName>ppt_x</p:attrName>
                                        </p:attrNameLst>
                                      </p:cBhvr>
                                      <p:tavLst>
                                        <p:tav tm="0">
                                          <p:val>
                                            <p:strVal val="#ppt_x"/>
                                          </p:val>
                                        </p:tav>
                                        <p:tav tm="100000">
                                          <p:val>
                                            <p:strVal val="#ppt_x"/>
                                          </p:val>
                                        </p:tav>
                                      </p:tavLst>
                                    </p:anim>
                                    <p:anim calcmode="lin" valueType="num">
                                      <p:cBhvr>
                                        <p:cTn id="85" dur="700" fill="hold"/>
                                        <p:tgtEl>
                                          <p:spTgt spid="18"/>
                                        </p:tgtEl>
                                        <p:attrNameLst>
                                          <p:attrName>ppt_y</p:attrName>
                                        </p:attrNameLst>
                                      </p:cBhvr>
                                      <p:tavLst>
                                        <p:tav tm="0">
                                          <p:val>
                                            <p:strVal val="#ppt_y+.06"/>
                                          </p:val>
                                        </p:tav>
                                        <p:tav tm="100000">
                                          <p:val>
                                            <p:strVal val="#ppt_y"/>
                                          </p:val>
                                        </p:tav>
                                      </p:tavLst>
                                    </p:anim>
                                  </p:childTnLst>
                                </p:cTn>
                              </p:par>
                              <p:par>
                                <p:cTn id="86" presetID="42" presetClass="entr" presetSubtype="0" fill="hold" grpId="0" nodeType="withEffect">
                                  <p:stCondLst>
                                    <p:cond delay="88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700"/>
                                        <p:tgtEl>
                                          <p:spTgt spid="19"/>
                                        </p:tgtEl>
                                      </p:cBhvr>
                                    </p:animEffect>
                                    <p:anim calcmode="lin" valueType="num">
                                      <p:cBhvr>
                                        <p:cTn id="89" dur="700" fill="hold"/>
                                        <p:tgtEl>
                                          <p:spTgt spid="19"/>
                                        </p:tgtEl>
                                        <p:attrNameLst>
                                          <p:attrName>ppt_x</p:attrName>
                                        </p:attrNameLst>
                                      </p:cBhvr>
                                      <p:tavLst>
                                        <p:tav tm="0">
                                          <p:val>
                                            <p:strVal val="#ppt_x"/>
                                          </p:val>
                                        </p:tav>
                                        <p:tav tm="100000">
                                          <p:val>
                                            <p:strVal val="#ppt_x"/>
                                          </p:val>
                                        </p:tav>
                                      </p:tavLst>
                                    </p:anim>
                                    <p:anim calcmode="lin" valueType="num">
                                      <p:cBhvr>
                                        <p:cTn id="90" dur="700" fill="hold"/>
                                        <p:tgtEl>
                                          <p:spTgt spid="19"/>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1695B9"/>
                </a:solidFill>
                <a:latin typeface="Calibri" pitchFamily="34" charset="0"/>
                <a:ea typeface="Calibri" pitchFamily="34" charset="-122"/>
                <a:cs typeface="Calibri" pitchFamily="34" charset="-120"/>
              </a:rPr>
              <a:t>HOST COMPANY</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About KHELA</a:t>
            </a:r>
            <a:endParaRPr lang="en-US" sz="3600" dirty="0"/>
          </a:p>
        </p:txBody>
      </p:sp>
      <p:sp>
        <p:nvSpPr>
          <p:cNvPr id="4" name="A01_fade"/>
          <p:cNvSpPr txBox="1"/>
          <p:nvPr/>
        </p:nvSpPr>
        <p:spPr>
          <a:xfrm>
            <a:off x="548640" y="1600200"/>
            <a:ext cx="6035040" cy="914400"/>
          </a:xfrm>
          <a:prstGeom prst="rect">
            <a:avLst/>
          </a:prstGeom>
          <a:noFill/>
          <a:ln/>
        </p:spPr>
        <p:txBody>
          <a:bodyPr wrap="square" lIns="0" tIns="0" rIns="0" bIns="0" rtlCol="0" anchor="t"/>
          <a:lstStyle/>
          <a:p>
            <a:pPr indent="0" marL="0">
              <a:buNone/>
            </a:pPr>
            <a:r>
              <a:rPr lang="en-US" sz="1600" dirty="0">
                <a:solidFill>
                  <a:srgbClr val="5A6682"/>
                </a:solidFill>
                <a:latin typeface="Calibri" pitchFamily="34" charset="0"/>
                <a:ea typeface="Calibri" pitchFamily="34" charset="-122"/>
                <a:cs typeface="Calibri" pitchFamily="34" charset="-120"/>
              </a:rPr>
              <a:t>A medium-sized French company specialised in buying, selling, repairing and refurbishing machines, electronics and technological equipment.</a:t>
            </a:r>
            <a:endParaRPr lang="en-US" sz="1600" dirty="0"/>
          </a:p>
        </p:txBody>
      </p:sp>
      <p:pic>
        <p:nvPicPr>
          <p:cNvPr id="5" name="A01_fade" descr="KHELA office with the company sign on the wall">    </p:cNvPr>
          <p:cNvPicPr>
            <a:picLocks noChangeAspect="1"/>
          </p:cNvPicPr>
          <p:nvPr/>
        </p:nvPicPr>
        <p:blipFill>
          <a:blip r:embed="rId1"/>
          <a:stretch>
            <a:fillRect/>
          </a:stretch>
        </p:blipFill>
        <p:spPr>
          <a:xfrm>
            <a:off x="6949440" y="1600200"/>
            <a:ext cx="4693615" cy="4073652"/>
          </a:xfrm>
          <a:prstGeom prst="rect">
            <a:avLst/>
          </a:prstGeom>
        </p:spPr>
      </p:pic>
      <p:sp>
        <p:nvSpPr>
          <p:cNvPr id="6" name="A02_zoom"/>
          <p:cNvSpPr/>
          <p:nvPr/>
        </p:nvSpPr>
        <p:spPr>
          <a:xfrm>
            <a:off x="548640" y="2697480"/>
            <a:ext cx="2880360" cy="1371600"/>
          </a:xfrm>
          <a:prstGeom prst="roundRect">
            <a:avLst>
              <a:gd name="adj" fmla="val 8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7" name="A02_zoom" descr="Buy &amp; Sell">    </p:cNvPr>
          <p:cNvPicPr>
            <a:picLocks noChangeAspect="1"/>
          </p:cNvPicPr>
          <p:nvPr/>
        </p:nvPicPr>
        <p:blipFill>
          <a:blip r:embed="rId2"/>
          <a:stretch>
            <a:fillRect/>
          </a:stretch>
        </p:blipFill>
        <p:spPr>
          <a:xfrm>
            <a:off x="777240" y="2953512"/>
            <a:ext cx="530352" cy="530352"/>
          </a:xfrm>
          <a:prstGeom prst="rect">
            <a:avLst/>
          </a:prstGeom>
        </p:spPr>
      </p:pic>
      <p:sp>
        <p:nvSpPr>
          <p:cNvPr id="8" name="A02_zoom"/>
          <p:cNvSpPr txBox="1"/>
          <p:nvPr/>
        </p:nvSpPr>
        <p:spPr>
          <a:xfrm>
            <a:off x="1463040" y="2926080"/>
            <a:ext cx="1828800" cy="365760"/>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Buy &amp; Sell</a:t>
            </a:r>
            <a:endParaRPr lang="en-US" sz="1600" dirty="0"/>
          </a:p>
        </p:txBody>
      </p:sp>
      <p:sp>
        <p:nvSpPr>
          <p:cNvPr id="9" name="A02_zoom"/>
          <p:cNvSpPr txBox="1"/>
          <p:nvPr/>
        </p:nvSpPr>
        <p:spPr>
          <a:xfrm>
            <a:off x="1463040" y="3319272"/>
            <a:ext cx="1828800" cy="5943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Trade of machines and electronic devices</a:t>
            </a:r>
            <a:endParaRPr lang="en-US" sz="1300" dirty="0"/>
          </a:p>
        </p:txBody>
      </p:sp>
      <p:sp>
        <p:nvSpPr>
          <p:cNvPr id="10" name="A03_zoom"/>
          <p:cNvSpPr/>
          <p:nvPr/>
        </p:nvSpPr>
        <p:spPr>
          <a:xfrm>
            <a:off x="3703320" y="2697480"/>
            <a:ext cx="2880360" cy="1371600"/>
          </a:xfrm>
          <a:prstGeom prst="roundRect">
            <a:avLst>
              <a:gd name="adj" fmla="val 8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1" name="A03_zoom" descr="Repair &amp; Maintain">    </p:cNvPr>
          <p:cNvPicPr>
            <a:picLocks noChangeAspect="1"/>
          </p:cNvPicPr>
          <p:nvPr/>
        </p:nvPicPr>
        <p:blipFill>
          <a:blip r:embed="rId3"/>
          <a:stretch>
            <a:fillRect/>
          </a:stretch>
        </p:blipFill>
        <p:spPr>
          <a:xfrm>
            <a:off x="3931920" y="2953512"/>
            <a:ext cx="530352" cy="530352"/>
          </a:xfrm>
          <a:prstGeom prst="rect">
            <a:avLst/>
          </a:prstGeom>
        </p:spPr>
      </p:pic>
      <p:sp>
        <p:nvSpPr>
          <p:cNvPr id="12" name="A03_zoom"/>
          <p:cNvSpPr txBox="1"/>
          <p:nvPr/>
        </p:nvSpPr>
        <p:spPr>
          <a:xfrm>
            <a:off x="4617720" y="2926080"/>
            <a:ext cx="1828800" cy="365760"/>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Repair &amp; Maintain</a:t>
            </a:r>
            <a:endParaRPr lang="en-US" sz="1600" dirty="0"/>
          </a:p>
        </p:txBody>
      </p:sp>
      <p:sp>
        <p:nvSpPr>
          <p:cNvPr id="13" name="A03_zoom"/>
          <p:cNvSpPr txBox="1"/>
          <p:nvPr/>
        </p:nvSpPr>
        <p:spPr>
          <a:xfrm>
            <a:off x="4617720" y="3319272"/>
            <a:ext cx="1828800" cy="5943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Technical services for industrial devices</a:t>
            </a:r>
            <a:endParaRPr lang="en-US" sz="1300" dirty="0"/>
          </a:p>
        </p:txBody>
      </p:sp>
      <p:sp>
        <p:nvSpPr>
          <p:cNvPr id="14" name="A04_zoom"/>
          <p:cNvSpPr/>
          <p:nvPr/>
        </p:nvSpPr>
        <p:spPr>
          <a:xfrm>
            <a:off x="548640" y="4297680"/>
            <a:ext cx="2880360" cy="1371600"/>
          </a:xfrm>
          <a:prstGeom prst="roundRect">
            <a:avLst>
              <a:gd name="adj" fmla="val 8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5" name="A04_zoom" descr="Refurbish &amp; Resell">    </p:cNvPr>
          <p:cNvPicPr>
            <a:picLocks noChangeAspect="1"/>
          </p:cNvPicPr>
          <p:nvPr/>
        </p:nvPicPr>
        <p:blipFill>
          <a:blip r:embed="rId4"/>
          <a:stretch>
            <a:fillRect/>
          </a:stretch>
        </p:blipFill>
        <p:spPr>
          <a:xfrm>
            <a:off x="777240" y="4553712"/>
            <a:ext cx="530352" cy="530352"/>
          </a:xfrm>
          <a:prstGeom prst="rect">
            <a:avLst/>
          </a:prstGeom>
        </p:spPr>
      </p:pic>
      <p:sp>
        <p:nvSpPr>
          <p:cNvPr id="16" name="A04_zoom"/>
          <p:cNvSpPr txBox="1"/>
          <p:nvPr/>
        </p:nvSpPr>
        <p:spPr>
          <a:xfrm>
            <a:off x="1463040" y="4526280"/>
            <a:ext cx="1828800" cy="365760"/>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Refurbish &amp; Resell</a:t>
            </a:r>
            <a:endParaRPr lang="en-US" sz="1600" dirty="0"/>
          </a:p>
        </p:txBody>
      </p:sp>
      <p:sp>
        <p:nvSpPr>
          <p:cNvPr id="17" name="A04_zoom"/>
          <p:cNvSpPr txBox="1"/>
          <p:nvPr/>
        </p:nvSpPr>
        <p:spPr>
          <a:xfrm>
            <a:off x="1463040" y="4919472"/>
            <a:ext cx="1828800" cy="5943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Giving used equipment a second life</a:t>
            </a:r>
            <a:endParaRPr lang="en-US" sz="1300" dirty="0"/>
          </a:p>
        </p:txBody>
      </p:sp>
      <p:sp>
        <p:nvSpPr>
          <p:cNvPr id="18" name="A05_zoom"/>
          <p:cNvSpPr/>
          <p:nvPr/>
        </p:nvSpPr>
        <p:spPr>
          <a:xfrm>
            <a:off x="3703320" y="4297680"/>
            <a:ext cx="2880360" cy="1371600"/>
          </a:xfrm>
          <a:prstGeom prst="roundRect">
            <a:avLst>
              <a:gd name="adj" fmla="val 8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9" name="A05_zoom" descr="Skilled team">    </p:cNvPr>
          <p:cNvPicPr>
            <a:picLocks noChangeAspect="1"/>
          </p:cNvPicPr>
          <p:nvPr/>
        </p:nvPicPr>
        <p:blipFill>
          <a:blip r:embed="rId5"/>
          <a:stretch>
            <a:fillRect/>
          </a:stretch>
        </p:blipFill>
        <p:spPr>
          <a:xfrm>
            <a:off x="3931920" y="4553712"/>
            <a:ext cx="530352" cy="530352"/>
          </a:xfrm>
          <a:prstGeom prst="rect">
            <a:avLst/>
          </a:prstGeom>
        </p:spPr>
      </p:pic>
      <p:sp>
        <p:nvSpPr>
          <p:cNvPr id="20" name="A05_zoom"/>
          <p:cNvSpPr txBox="1"/>
          <p:nvPr/>
        </p:nvSpPr>
        <p:spPr>
          <a:xfrm>
            <a:off x="4617720" y="4526280"/>
            <a:ext cx="1828800" cy="365760"/>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Skilled team</a:t>
            </a:r>
            <a:endParaRPr lang="en-US" sz="1600" dirty="0"/>
          </a:p>
        </p:txBody>
      </p:sp>
      <p:sp>
        <p:nvSpPr>
          <p:cNvPr id="21" name="A05_zoom"/>
          <p:cNvSpPr txBox="1"/>
          <p:nvPr/>
        </p:nvSpPr>
        <p:spPr>
          <a:xfrm>
            <a:off x="4617720" y="4919472"/>
            <a:ext cx="1828800" cy="5943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Many workers and technicians</a:t>
            </a:r>
            <a:endParaRPr lang="en-US" sz="1300" dirty="0"/>
          </a:p>
        </p:txBody>
      </p:sp>
      <p:sp>
        <p:nvSpPr>
          <p:cNvPr id="22" name="A06_wipe"/>
          <p:cNvSpPr/>
          <p:nvPr/>
        </p:nvSpPr>
        <p:spPr>
          <a:xfrm>
            <a:off x="6949440" y="4846320"/>
            <a:ext cx="4693615" cy="827532"/>
          </a:xfrm>
          <a:prstGeom prst="rect">
            <a:avLst/>
          </a:prstGeom>
          <a:solidFill>
            <a:srgbClr val="0E1E4A">
              <a:alpha val="88000"/>
            </a:srgbClr>
          </a:solidFill>
          <a:ln/>
        </p:spPr>
      </p:sp>
      <p:pic>
        <p:nvPicPr>
          <p:cNvPr id="23" name="A06_wipe" descr="Sustainability">    </p:cNvPr>
          <p:cNvPicPr>
            <a:picLocks noChangeAspect="1"/>
          </p:cNvPicPr>
          <p:nvPr/>
        </p:nvPicPr>
        <p:blipFill>
          <a:blip r:embed="rId6"/>
          <a:stretch>
            <a:fillRect/>
          </a:stretch>
        </p:blipFill>
        <p:spPr>
          <a:xfrm>
            <a:off x="7132320" y="5001768"/>
            <a:ext cx="512064" cy="512064"/>
          </a:xfrm>
          <a:prstGeom prst="rect">
            <a:avLst/>
          </a:prstGeom>
        </p:spPr>
      </p:pic>
      <p:sp>
        <p:nvSpPr>
          <p:cNvPr id="24" name="A06_wipe"/>
          <p:cNvSpPr txBox="1"/>
          <p:nvPr/>
        </p:nvSpPr>
        <p:spPr>
          <a:xfrm>
            <a:off x="7818120" y="4901184"/>
            <a:ext cx="3657600" cy="713232"/>
          </a:xfrm>
          <a:prstGeom prst="rect">
            <a:avLst/>
          </a:prstGeom>
          <a:noFill/>
          <a:ln/>
        </p:spPr>
        <p:txBody>
          <a:bodyPr wrap="square" lIns="0" tIns="0" rIns="0" bIns="0" rtlCol="0" anchor="ctr"/>
          <a:lstStyle/>
          <a:p>
            <a:pPr indent="0" marL="0">
              <a:buNone/>
            </a:pPr>
            <a:r>
              <a:rPr lang="en-US" sz="1300" b="1" dirty="0">
                <a:solidFill>
                  <a:srgbClr val="5CC6E6"/>
                </a:solidFill>
                <a:latin typeface="Calibri" pitchFamily="34" charset="0"/>
                <a:ea typeface="Calibri" pitchFamily="34" charset="-122"/>
                <a:cs typeface="Calibri" pitchFamily="34" charset="-120"/>
              </a:rPr>
              <a:t>Circular-economy model: </a:t>
            </a:r>
            <a:pPr indent="0" marL="0">
              <a:buNone/>
            </a:pPr>
            <a:r>
              <a:rPr lang="en-US" sz="1300" dirty="0">
                <a:solidFill>
                  <a:srgbClr val="FFFFFF"/>
                </a:solidFill>
                <a:latin typeface="Calibri" pitchFamily="34" charset="0"/>
                <a:ea typeface="Calibri" pitchFamily="34" charset="-122"/>
                <a:cs typeface="Calibri" pitchFamily="34" charset="-120"/>
              </a:rPr>
              <a:t>refurbishing extends the life of equipment and reduces electronic waste.</a:t>
            </a:r>
            <a:endParaRPr lang="en-US" sz="1300" dirty="0"/>
          </a:p>
        </p:txBody>
      </p:sp>
      <p:pic>
        <p:nvPicPr>
          <p:cNvPr id="25" name="Image 6" descr="KVK logo">    </p:cNvPr>
          <p:cNvPicPr>
            <a:picLocks noChangeAspect="1"/>
          </p:cNvPicPr>
          <p:nvPr/>
        </p:nvPicPr>
        <p:blipFill>
          <a:blip r:embed="rId7"/>
          <a:stretch>
            <a:fillRect/>
          </a:stretch>
        </p:blipFill>
        <p:spPr>
          <a:xfrm>
            <a:off x="548640" y="6382512"/>
            <a:ext cx="621792" cy="256032"/>
          </a:xfrm>
          <a:prstGeom prst="rect">
            <a:avLst/>
          </a:prstGeom>
        </p:spPr>
      </p:pic>
      <p:sp>
        <p:nvSpPr>
          <p:cNvPr id="26" name="Text 17"/>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7" name="Text 18"/>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05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childTnLst>
                                </p:cTn>
                              </p:par>
                              <p:par>
                                <p:cTn id="19" presetID="53" presetClass="entr" presetSubtype="16" fill="hold" grpId="0" nodeType="withEffect">
                                  <p:stCondLst>
                                    <p:cond delay="44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par>
                                <p:cTn id="24" presetID="53" presetClass="entr" presetSubtype="16" fill="hold" grpId="0" nodeType="withEffect">
                                  <p:stCondLst>
                                    <p:cond delay="44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53" presetClass="entr" presetSubtype="16" fill="hold" grpId="0" nodeType="withEffect">
                                  <p:stCondLst>
                                    <p:cond delay="440"/>
                                  </p:stCondLst>
                                  <p:childTnLst>
                                    <p:set>
                                      <p:cBhvr>
                                        <p:cTn id="30" dur="1" fill="hold">
                                          <p:stCondLst>
                                            <p:cond delay="0"/>
                                          </p:stCondLst>
                                        </p:cTn>
                                        <p:tgtEl>
                                          <p:spTgt spid="8"/>
                                        </p:tgtEl>
                                        <p:attrNameLst>
                                          <p:attrName>style.visibility</p:attrName>
                                        </p:attrNameLst>
                                      </p:cBhvr>
                                      <p:to>
                                        <p:strVal val="visible"/>
                                      </p:to>
                                    </p:set>
                                    <p:anim calcmode="lin" valueType="num">
                                      <p:cBhvr>
                                        <p:cTn id="31" dur="500" fill="hold"/>
                                        <p:tgtEl>
                                          <p:spTgt spid="8"/>
                                        </p:tgtEl>
                                        <p:attrNameLst>
                                          <p:attrName>ppt_w</p:attrName>
                                        </p:attrNameLst>
                                      </p:cBhvr>
                                      <p:tavLst>
                                        <p:tav tm="0">
                                          <p:val>
                                            <p:fltVal val="0"/>
                                          </p:val>
                                        </p:tav>
                                        <p:tav tm="100000">
                                          <p:val>
                                            <p:strVal val="#ppt_w"/>
                                          </p:val>
                                        </p:tav>
                                      </p:tavLst>
                                    </p:anim>
                                    <p:anim calcmode="lin" valueType="num">
                                      <p:cBhvr>
                                        <p:cTn id="32" dur="500" fill="hold"/>
                                        <p:tgtEl>
                                          <p:spTgt spid="8"/>
                                        </p:tgtEl>
                                        <p:attrNameLst>
                                          <p:attrName>ppt_h</p:attrName>
                                        </p:attrNameLst>
                                      </p:cBhvr>
                                      <p:tavLst>
                                        <p:tav tm="0">
                                          <p:val>
                                            <p:fltVal val="0"/>
                                          </p:val>
                                        </p:tav>
                                        <p:tav tm="100000">
                                          <p:val>
                                            <p:strVal val="#ppt_h"/>
                                          </p:val>
                                        </p:tav>
                                      </p:tavLst>
                                    </p:anim>
                                    <p:animEffect transition="in" filter="fade">
                                      <p:cBhvr>
                                        <p:cTn id="33" dur="500"/>
                                        <p:tgtEl>
                                          <p:spTgt spid="8"/>
                                        </p:tgtEl>
                                      </p:cBhvr>
                                    </p:animEffect>
                                  </p:childTnLst>
                                </p:cTn>
                              </p:par>
                              <p:par>
                                <p:cTn id="34" presetID="53" presetClass="entr" presetSubtype="16" fill="hold" grpId="0" nodeType="withEffect">
                                  <p:stCondLst>
                                    <p:cond delay="440"/>
                                  </p:stCondLst>
                                  <p:childTnLst>
                                    <p:set>
                                      <p:cBhvr>
                                        <p:cTn id="35" dur="1" fill="hold">
                                          <p:stCondLst>
                                            <p:cond delay="0"/>
                                          </p:stCondLst>
                                        </p:cTn>
                                        <p:tgtEl>
                                          <p:spTgt spid="9"/>
                                        </p:tgtEl>
                                        <p:attrNameLst>
                                          <p:attrName>style.visibility</p:attrName>
                                        </p:attrNameLst>
                                      </p:cBhvr>
                                      <p:to>
                                        <p:strVal val="visible"/>
                                      </p:to>
                                    </p:set>
                                    <p:anim calcmode="lin" valueType="num">
                                      <p:cBhvr>
                                        <p:cTn id="36" dur="500" fill="hold"/>
                                        <p:tgtEl>
                                          <p:spTgt spid="9"/>
                                        </p:tgtEl>
                                        <p:attrNameLst>
                                          <p:attrName>ppt_w</p:attrName>
                                        </p:attrNameLst>
                                      </p:cBhvr>
                                      <p:tavLst>
                                        <p:tav tm="0">
                                          <p:val>
                                            <p:fltVal val="0"/>
                                          </p:val>
                                        </p:tav>
                                        <p:tav tm="100000">
                                          <p:val>
                                            <p:strVal val="#ppt_w"/>
                                          </p:val>
                                        </p:tav>
                                      </p:tavLst>
                                    </p:anim>
                                    <p:anim calcmode="lin" valueType="num">
                                      <p:cBhvr>
                                        <p:cTn id="37" dur="500" fill="hold"/>
                                        <p:tgtEl>
                                          <p:spTgt spid="9"/>
                                        </p:tgtEl>
                                        <p:attrNameLst>
                                          <p:attrName>ppt_h</p:attrName>
                                        </p:attrNameLst>
                                      </p:cBhvr>
                                      <p:tavLst>
                                        <p:tav tm="0">
                                          <p:val>
                                            <p:fltVal val="0"/>
                                          </p:val>
                                        </p:tav>
                                        <p:tav tm="100000">
                                          <p:val>
                                            <p:strVal val="#ppt_h"/>
                                          </p:val>
                                        </p:tav>
                                      </p:tavLst>
                                    </p:anim>
                                    <p:animEffect transition="in" filter="fade">
                                      <p:cBhvr>
                                        <p:cTn id="38" dur="500"/>
                                        <p:tgtEl>
                                          <p:spTgt spid="9"/>
                                        </p:tgtEl>
                                      </p:cBhvr>
                                    </p:animEffect>
                                  </p:childTnLst>
                                </p:cTn>
                              </p:par>
                              <p:par>
                                <p:cTn id="39" presetID="53" presetClass="entr" presetSubtype="16" fill="hold" grpId="0" nodeType="withEffect">
                                  <p:stCondLst>
                                    <p:cond delay="66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par>
                                <p:cTn id="44" presetID="53" presetClass="entr" presetSubtype="16" fill="hold" grpId="0" nodeType="withEffect">
                                  <p:stCondLst>
                                    <p:cond delay="66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Effect transition="in" filter="fade">
                                      <p:cBhvr>
                                        <p:cTn id="48" dur="500"/>
                                        <p:tgtEl>
                                          <p:spTgt spid="11"/>
                                        </p:tgtEl>
                                      </p:cBhvr>
                                    </p:animEffect>
                                  </p:childTnLst>
                                </p:cTn>
                              </p:par>
                              <p:par>
                                <p:cTn id="49" presetID="53" presetClass="entr" presetSubtype="16" fill="hold" grpId="0" nodeType="withEffect">
                                  <p:stCondLst>
                                    <p:cond delay="660"/>
                                  </p:stCondLst>
                                  <p:childTnLst>
                                    <p:set>
                                      <p:cBhvr>
                                        <p:cTn id="50" dur="1" fill="hold">
                                          <p:stCondLst>
                                            <p:cond delay="0"/>
                                          </p:stCondLst>
                                        </p:cTn>
                                        <p:tgtEl>
                                          <p:spTgt spid="12"/>
                                        </p:tgtEl>
                                        <p:attrNameLst>
                                          <p:attrName>style.visibility</p:attrName>
                                        </p:attrNameLst>
                                      </p:cBhvr>
                                      <p:to>
                                        <p:strVal val="visible"/>
                                      </p:to>
                                    </p:set>
                                    <p:anim calcmode="lin" valueType="num">
                                      <p:cBhvr>
                                        <p:cTn id="51" dur="500" fill="hold"/>
                                        <p:tgtEl>
                                          <p:spTgt spid="12"/>
                                        </p:tgtEl>
                                        <p:attrNameLst>
                                          <p:attrName>ppt_w</p:attrName>
                                        </p:attrNameLst>
                                      </p:cBhvr>
                                      <p:tavLst>
                                        <p:tav tm="0">
                                          <p:val>
                                            <p:fltVal val="0"/>
                                          </p:val>
                                        </p:tav>
                                        <p:tav tm="100000">
                                          <p:val>
                                            <p:strVal val="#ppt_w"/>
                                          </p:val>
                                        </p:tav>
                                      </p:tavLst>
                                    </p:anim>
                                    <p:anim calcmode="lin" valueType="num">
                                      <p:cBhvr>
                                        <p:cTn id="52" dur="500" fill="hold"/>
                                        <p:tgtEl>
                                          <p:spTgt spid="12"/>
                                        </p:tgtEl>
                                        <p:attrNameLst>
                                          <p:attrName>ppt_h</p:attrName>
                                        </p:attrNameLst>
                                      </p:cBhvr>
                                      <p:tavLst>
                                        <p:tav tm="0">
                                          <p:val>
                                            <p:fltVal val="0"/>
                                          </p:val>
                                        </p:tav>
                                        <p:tav tm="100000">
                                          <p:val>
                                            <p:strVal val="#ppt_h"/>
                                          </p:val>
                                        </p:tav>
                                      </p:tavLst>
                                    </p:anim>
                                    <p:animEffect transition="in" filter="fade">
                                      <p:cBhvr>
                                        <p:cTn id="53" dur="500"/>
                                        <p:tgtEl>
                                          <p:spTgt spid="12"/>
                                        </p:tgtEl>
                                      </p:cBhvr>
                                    </p:animEffect>
                                  </p:childTnLst>
                                </p:cTn>
                              </p:par>
                              <p:par>
                                <p:cTn id="54" presetID="53" presetClass="entr" presetSubtype="16" fill="hold" grpId="0" nodeType="withEffect">
                                  <p:stCondLst>
                                    <p:cond delay="660"/>
                                  </p:stCondLst>
                                  <p:childTnLst>
                                    <p:set>
                                      <p:cBhvr>
                                        <p:cTn id="55" dur="1" fill="hold">
                                          <p:stCondLst>
                                            <p:cond delay="0"/>
                                          </p:stCondLst>
                                        </p:cTn>
                                        <p:tgtEl>
                                          <p:spTgt spid="13"/>
                                        </p:tgtEl>
                                        <p:attrNameLst>
                                          <p:attrName>style.visibility</p:attrName>
                                        </p:attrNameLst>
                                      </p:cBhvr>
                                      <p:to>
                                        <p:strVal val="visible"/>
                                      </p:to>
                                    </p:set>
                                    <p:anim calcmode="lin" valueType="num">
                                      <p:cBhvr>
                                        <p:cTn id="56" dur="500" fill="hold"/>
                                        <p:tgtEl>
                                          <p:spTgt spid="13"/>
                                        </p:tgtEl>
                                        <p:attrNameLst>
                                          <p:attrName>ppt_w</p:attrName>
                                        </p:attrNameLst>
                                      </p:cBhvr>
                                      <p:tavLst>
                                        <p:tav tm="0">
                                          <p:val>
                                            <p:fltVal val="0"/>
                                          </p:val>
                                        </p:tav>
                                        <p:tav tm="100000">
                                          <p:val>
                                            <p:strVal val="#ppt_w"/>
                                          </p:val>
                                        </p:tav>
                                      </p:tavLst>
                                    </p:anim>
                                    <p:anim calcmode="lin" valueType="num">
                                      <p:cBhvr>
                                        <p:cTn id="57" dur="500" fill="hold"/>
                                        <p:tgtEl>
                                          <p:spTgt spid="13"/>
                                        </p:tgtEl>
                                        <p:attrNameLst>
                                          <p:attrName>ppt_h</p:attrName>
                                        </p:attrNameLst>
                                      </p:cBhvr>
                                      <p:tavLst>
                                        <p:tav tm="0">
                                          <p:val>
                                            <p:fltVal val="0"/>
                                          </p:val>
                                        </p:tav>
                                        <p:tav tm="100000">
                                          <p:val>
                                            <p:strVal val="#ppt_h"/>
                                          </p:val>
                                        </p:tav>
                                      </p:tavLst>
                                    </p:anim>
                                    <p:animEffect transition="in" filter="fade">
                                      <p:cBhvr>
                                        <p:cTn id="58" dur="500"/>
                                        <p:tgtEl>
                                          <p:spTgt spid="13"/>
                                        </p:tgtEl>
                                      </p:cBhvr>
                                    </p:animEffect>
                                  </p:childTnLst>
                                </p:cTn>
                              </p:par>
                              <p:par>
                                <p:cTn id="59" presetID="53" presetClass="entr" presetSubtype="16" fill="hold" grpId="0" nodeType="withEffect">
                                  <p:stCondLst>
                                    <p:cond delay="880"/>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par>
                                <p:cTn id="64" presetID="53" presetClass="entr" presetSubtype="16" fill="hold" grpId="0" nodeType="withEffect">
                                  <p:stCondLst>
                                    <p:cond delay="880"/>
                                  </p:stCondLst>
                                  <p:childTnLst>
                                    <p:set>
                                      <p:cBhvr>
                                        <p:cTn id="65" dur="1" fill="hold">
                                          <p:stCondLst>
                                            <p:cond delay="0"/>
                                          </p:stCondLst>
                                        </p:cTn>
                                        <p:tgtEl>
                                          <p:spTgt spid="15"/>
                                        </p:tgtEl>
                                        <p:attrNameLst>
                                          <p:attrName>style.visibility</p:attrName>
                                        </p:attrNameLst>
                                      </p:cBhvr>
                                      <p:to>
                                        <p:strVal val="visible"/>
                                      </p:to>
                                    </p:set>
                                    <p:anim calcmode="lin" valueType="num">
                                      <p:cBhvr>
                                        <p:cTn id="66" dur="500" fill="hold"/>
                                        <p:tgtEl>
                                          <p:spTgt spid="15"/>
                                        </p:tgtEl>
                                        <p:attrNameLst>
                                          <p:attrName>ppt_w</p:attrName>
                                        </p:attrNameLst>
                                      </p:cBhvr>
                                      <p:tavLst>
                                        <p:tav tm="0">
                                          <p:val>
                                            <p:fltVal val="0"/>
                                          </p:val>
                                        </p:tav>
                                        <p:tav tm="100000">
                                          <p:val>
                                            <p:strVal val="#ppt_w"/>
                                          </p:val>
                                        </p:tav>
                                      </p:tavLst>
                                    </p:anim>
                                    <p:anim calcmode="lin" valueType="num">
                                      <p:cBhvr>
                                        <p:cTn id="67" dur="500" fill="hold"/>
                                        <p:tgtEl>
                                          <p:spTgt spid="15"/>
                                        </p:tgtEl>
                                        <p:attrNameLst>
                                          <p:attrName>ppt_h</p:attrName>
                                        </p:attrNameLst>
                                      </p:cBhvr>
                                      <p:tavLst>
                                        <p:tav tm="0">
                                          <p:val>
                                            <p:fltVal val="0"/>
                                          </p:val>
                                        </p:tav>
                                        <p:tav tm="100000">
                                          <p:val>
                                            <p:strVal val="#ppt_h"/>
                                          </p:val>
                                        </p:tav>
                                      </p:tavLst>
                                    </p:anim>
                                    <p:animEffect transition="in" filter="fade">
                                      <p:cBhvr>
                                        <p:cTn id="68" dur="500"/>
                                        <p:tgtEl>
                                          <p:spTgt spid="15"/>
                                        </p:tgtEl>
                                      </p:cBhvr>
                                    </p:animEffect>
                                  </p:childTnLst>
                                </p:cTn>
                              </p:par>
                              <p:par>
                                <p:cTn id="69" presetID="53" presetClass="entr" presetSubtype="16" fill="hold" grpId="0" nodeType="withEffect">
                                  <p:stCondLst>
                                    <p:cond delay="880"/>
                                  </p:stCondLst>
                                  <p:childTnLst>
                                    <p:set>
                                      <p:cBhvr>
                                        <p:cTn id="70" dur="1" fill="hold">
                                          <p:stCondLst>
                                            <p:cond delay="0"/>
                                          </p:stCondLst>
                                        </p:cTn>
                                        <p:tgtEl>
                                          <p:spTgt spid="16"/>
                                        </p:tgtEl>
                                        <p:attrNameLst>
                                          <p:attrName>style.visibility</p:attrName>
                                        </p:attrNameLst>
                                      </p:cBhvr>
                                      <p:to>
                                        <p:strVal val="visible"/>
                                      </p:to>
                                    </p:set>
                                    <p:anim calcmode="lin" valueType="num">
                                      <p:cBhvr>
                                        <p:cTn id="71" dur="500" fill="hold"/>
                                        <p:tgtEl>
                                          <p:spTgt spid="16"/>
                                        </p:tgtEl>
                                        <p:attrNameLst>
                                          <p:attrName>ppt_w</p:attrName>
                                        </p:attrNameLst>
                                      </p:cBhvr>
                                      <p:tavLst>
                                        <p:tav tm="0">
                                          <p:val>
                                            <p:fltVal val="0"/>
                                          </p:val>
                                        </p:tav>
                                        <p:tav tm="100000">
                                          <p:val>
                                            <p:strVal val="#ppt_w"/>
                                          </p:val>
                                        </p:tav>
                                      </p:tavLst>
                                    </p:anim>
                                    <p:anim calcmode="lin" valueType="num">
                                      <p:cBhvr>
                                        <p:cTn id="72" dur="500" fill="hold"/>
                                        <p:tgtEl>
                                          <p:spTgt spid="16"/>
                                        </p:tgtEl>
                                        <p:attrNameLst>
                                          <p:attrName>ppt_h</p:attrName>
                                        </p:attrNameLst>
                                      </p:cBhvr>
                                      <p:tavLst>
                                        <p:tav tm="0">
                                          <p:val>
                                            <p:fltVal val="0"/>
                                          </p:val>
                                        </p:tav>
                                        <p:tav tm="100000">
                                          <p:val>
                                            <p:strVal val="#ppt_h"/>
                                          </p:val>
                                        </p:tav>
                                      </p:tavLst>
                                    </p:anim>
                                    <p:animEffect transition="in" filter="fade">
                                      <p:cBhvr>
                                        <p:cTn id="73" dur="500"/>
                                        <p:tgtEl>
                                          <p:spTgt spid="16"/>
                                        </p:tgtEl>
                                      </p:cBhvr>
                                    </p:animEffect>
                                  </p:childTnLst>
                                </p:cTn>
                              </p:par>
                              <p:par>
                                <p:cTn id="74" presetID="53" presetClass="entr" presetSubtype="16" fill="hold" grpId="0" nodeType="withEffect">
                                  <p:stCondLst>
                                    <p:cond delay="880"/>
                                  </p:stCondLst>
                                  <p:childTnLst>
                                    <p:set>
                                      <p:cBhvr>
                                        <p:cTn id="75" dur="1" fill="hold">
                                          <p:stCondLst>
                                            <p:cond delay="0"/>
                                          </p:stCondLst>
                                        </p:cTn>
                                        <p:tgtEl>
                                          <p:spTgt spid="17"/>
                                        </p:tgtEl>
                                        <p:attrNameLst>
                                          <p:attrName>style.visibility</p:attrName>
                                        </p:attrNameLst>
                                      </p:cBhvr>
                                      <p:to>
                                        <p:strVal val="visible"/>
                                      </p:to>
                                    </p:set>
                                    <p:anim calcmode="lin" valueType="num">
                                      <p:cBhvr>
                                        <p:cTn id="76" dur="500" fill="hold"/>
                                        <p:tgtEl>
                                          <p:spTgt spid="17"/>
                                        </p:tgtEl>
                                        <p:attrNameLst>
                                          <p:attrName>ppt_w</p:attrName>
                                        </p:attrNameLst>
                                      </p:cBhvr>
                                      <p:tavLst>
                                        <p:tav tm="0">
                                          <p:val>
                                            <p:fltVal val="0"/>
                                          </p:val>
                                        </p:tav>
                                        <p:tav tm="100000">
                                          <p:val>
                                            <p:strVal val="#ppt_w"/>
                                          </p:val>
                                        </p:tav>
                                      </p:tavLst>
                                    </p:anim>
                                    <p:anim calcmode="lin" valueType="num">
                                      <p:cBhvr>
                                        <p:cTn id="77" dur="500" fill="hold"/>
                                        <p:tgtEl>
                                          <p:spTgt spid="17"/>
                                        </p:tgtEl>
                                        <p:attrNameLst>
                                          <p:attrName>ppt_h</p:attrName>
                                        </p:attrNameLst>
                                      </p:cBhvr>
                                      <p:tavLst>
                                        <p:tav tm="0">
                                          <p:val>
                                            <p:fltVal val="0"/>
                                          </p:val>
                                        </p:tav>
                                        <p:tav tm="100000">
                                          <p:val>
                                            <p:strVal val="#ppt_h"/>
                                          </p:val>
                                        </p:tav>
                                      </p:tavLst>
                                    </p:anim>
                                    <p:animEffect transition="in" filter="fade">
                                      <p:cBhvr>
                                        <p:cTn id="78" dur="500"/>
                                        <p:tgtEl>
                                          <p:spTgt spid="17"/>
                                        </p:tgtEl>
                                      </p:cBhvr>
                                    </p:animEffect>
                                  </p:childTnLst>
                                </p:cTn>
                              </p:par>
                              <p:par>
                                <p:cTn id="79" presetID="53" presetClass="entr" presetSubtype="16" fill="hold" grpId="0" nodeType="withEffect">
                                  <p:stCondLst>
                                    <p:cond delay="1100"/>
                                  </p:stCondLst>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ppt_w</p:attrName>
                                        </p:attrNameLst>
                                      </p:cBhvr>
                                      <p:tavLst>
                                        <p:tav tm="0">
                                          <p:val>
                                            <p:fltVal val="0"/>
                                          </p:val>
                                        </p:tav>
                                        <p:tav tm="100000">
                                          <p:val>
                                            <p:strVal val="#ppt_w"/>
                                          </p:val>
                                        </p:tav>
                                      </p:tavLst>
                                    </p:anim>
                                    <p:anim calcmode="lin" valueType="num">
                                      <p:cBhvr>
                                        <p:cTn id="82" dur="500" fill="hold"/>
                                        <p:tgtEl>
                                          <p:spTgt spid="18"/>
                                        </p:tgtEl>
                                        <p:attrNameLst>
                                          <p:attrName>ppt_h</p:attrName>
                                        </p:attrNameLst>
                                      </p:cBhvr>
                                      <p:tavLst>
                                        <p:tav tm="0">
                                          <p:val>
                                            <p:fltVal val="0"/>
                                          </p:val>
                                        </p:tav>
                                        <p:tav tm="100000">
                                          <p:val>
                                            <p:strVal val="#ppt_h"/>
                                          </p:val>
                                        </p:tav>
                                      </p:tavLst>
                                    </p:anim>
                                    <p:animEffect transition="in" filter="fade">
                                      <p:cBhvr>
                                        <p:cTn id="83" dur="500"/>
                                        <p:tgtEl>
                                          <p:spTgt spid="18"/>
                                        </p:tgtEl>
                                      </p:cBhvr>
                                    </p:animEffect>
                                  </p:childTnLst>
                                </p:cTn>
                              </p:par>
                              <p:par>
                                <p:cTn id="84" presetID="53" presetClass="entr" presetSubtype="16" fill="hold" grpId="0" nodeType="withEffect">
                                  <p:stCondLst>
                                    <p:cond delay="1100"/>
                                  </p:stCondLst>
                                  <p:childTnLst>
                                    <p:set>
                                      <p:cBhvr>
                                        <p:cTn id="85" dur="1" fill="hold">
                                          <p:stCondLst>
                                            <p:cond delay="0"/>
                                          </p:stCondLst>
                                        </p:cTn>
                                        <p:tgtEl>
                                          <p:spTgt spid="19"/>
                                        </p:tgtEl>
                                        <p:attrNameLst>
                                          <p:attrName>style.visibility</p:attrName>
                                        </p:attrNameLst>
                                      </p:cBhvr>
                                      <p:to>
                                        <p:strVal val="visible"/>
                                      </p:to>
                                    </p:set>
                                    <p:anim calcmode="lin" valueType="num">
                                      <p:cBhvr>
                                        <p:cTn id="86" dur="500" fill="hold"/>
                                        <p:tgtEl>
                                          <p:spTgt spid="19"/>
                                        </p:tgtEl>
                                        <p:attrNameLst>
                                          <p:attrName>ppt_w</p:attrName>
                                        </p:attrNameLst>
                                      </p:cBhvr>
                                      <p:tavLst>
                                        <p:tav tm="0">
                                          <p:val>
                                            <p:fltVal val="0"/>
                                          </p:val>
                                        </p:tav>
                                        <p:tav tm="100000">
                                          <p:val>
                                            <p:strVal val="#ppt_w"/>
                                          </p:val>
                                        </p:tav>
                                      </p:tavLst>
                                    </p:anim>
                                    <p:anim calcmode="lin" valueType="num">
                                      <p:cBhvr>
                                        <p:cTn id="87" dur="500" fill="hold"/>
                                        <p:tgtEl>
                                          <p:spTgt spid="19"/>
                                        </p:tgtEl>
                                        <p:attrNameLst>
                                          <p:attrName>ppt_h</p:attrName>
                                        </p:attrNameLst>
                                      </p:cBhvr>
                                      <p:tavLst>
                                        <p:tav tm="0">
                                          <p:val>
                                            <p:fltVal val="0"/>
                                          </p:val>
                                        </p:tav>
                                        <p:tav tm="100000">
                                          <p:val>
                                            <p:strVal val="#ppt_h"/>
                                          </p:val>
                                        </p:tav>
                                      </p:tavLst>
                                    </p:anim>
                                    <p:animEffect transition="in" filter="fade">
                                      <p:cBhvr>
                                        <p:cTn id="88" dur="500"/>
                                        <p:tgtEl>
                                          <p:spTgt spid="19"/>
                                        </p:tgtEl>
                                      </p:cBhvr>
                                    </p:animEffect>
                                  </p:childTnLst>
                                </p:cTn>
                              </p:par>
                              <p:par>
                                <p:cTn id="89" presetID="53" presetClass="entr" presetSubtype="16" fill="hold" grpId="0" nodeType="withEffect">
                                  <p:stCondLst>
                                    <p:cond delay="1100"/>
                                  </p:stCondLst>
                                  <p:childTnLst>
                                    <p:set>
                                      <p:cBhvr>
                                        <p:cTn id="90" dur="1" fill="hold">
                                          <p:stCondLst>
                                            <p:cond delay="0"/>
                                          </p:stCondLst>
                                        </p:cTn>
                                        <p:tgtEl>
                                          <p:spTgt spid="20"/>
                                        </p:tgtEl>
                                        <p:attrNameLst>
                                          <p:attrName>style.visibility</p:attrName>
                                        </p:attrNameLst>
                                      </p:cBhvr>
                                      <p:to>
                                        <p:strVal val="visible"/>
                                      </p:to>
                                    </p:set>
                                    <p:anim calcmode="lin" valueType="num">
                                      <p:cBhvr>
                                        <p:cTn id="91" dur="500" fill="hold"/>
                                        <p:tgtEl>
                                          <p:spTgt spid="20"/>
                                        </p:tgtEl>
                                        <p:attrNameLst>
                                          <p:attrName>ppt_w</p:attrName>
                                        </p:attrNameLst>
                                      </p:cBhvr>
                                      <p:tavLst>
                                        <p:tav tm="0">
                                          <p:val>
                                            <p:fltVal val="0"/>
                                          </p:val>
                                        </p:tav>
                                        <p:tav tm="100000">
                                          <p:val>
                                            <p:strVal val="#ppt_w"/>
                                          </p:val>
                                        </p:tav>
                                      </p:tavLst>
                                    </p:anim>
                                    <p:anim calcmode="lin" valueType="num">
                                      <p:cBhvr>
                                        <p:cTn id="92" dur="500" fill="hold"/>
                                        <p:tgtEl>
                                          <p:spTgt spid="20"/>
                                        </p:tgtEl>
                                        <p:attrNameLst>
                                          <p:attrName>ppt_h</p:attrName>
                                        </p:attrNameLst>
                                      </p:cBhvr>
                                      <p:tavLst>
                                        <p:tav tm="0">
                                          <p:val>
                                            <p:fltVal val="0"/>
                                          </p:val>
                                        </p:tav>
                                        <p:tav tm="100000">
                                          <p:val>
                                            <p:strVal val="#ppt_h"/>
                                          </p:val>
                                        </p:tav>
                                      </p:tavLst>
                                    </p:anim>
                                    <p:animEffect transition="in" filter="fade">
                                      <p:cBhvr>
                                        <p:cTn id="93" dur="500"/>
                                        <p:tgtEl>
                                          <p:spTgt spid="20"/>
                                        </p:tgtEl>
                                      </p:cBhvr>
                                    </p:animEffect>
                                  </p:childTnLst>
                                </p:cTn>
                              </p:par>
                              <p:par>
                                <p:cTn id="94" presetID="53" presetClass="entr" presetSubtype="16" fill="hold" grpId="0" nodeType="withEffect">
                                  <p:stCondLst>
                                    <p:cond delay="1100"/>
                                  </p:stCondLst>
                                  <p:childTnLst>
                                    <p:set>
                                      <p:cBhvr>
                                        <p:cTn id="95" dur="1" fill="hold">
                                          <p:stCondLst>
                                            <p:cond delay="0"/>
                                          </p:stCondLst>
                                        </p:cTn>
                                        <p:tgtEl>
                                          <p:spTgt spid="21"/>
                                        </p:tgtEl>
                                        <p:attrNameLst>
                                          <p:attrName>style.visibility</p:attrName>
                                        </p:attrNameLst>
                                      </p:cBhvr>
                                      <p:to>
                                        <p:strVal val="visible"/>
                                      </p:to>
                                    </p:set>
                                    <p:anim calcmode="lin" valueType="num">
                                      <p:cBhvr>
                                        <p:cTn id="96" dur="500" fill="hold"/>
                                        <p:tgtEl>
                                          <p:spTgt spid="21"/>
                                        </p:tgtEl>
                                        <p:attrNameLst>
                                          <p:attrName>ppt_w</p:attrName>
                                        </p:attrNameLst>
                                      </p:cBhvr>
                                      <p:tavLst>
                                        <p:tav tm="0">
                                          <p:val>
                                            <p:fltVal val="0"/>
                                          </p:val>
                                        </p:tav>
                                        <p:tav tm="100000">
                                          <p:val>
                                            <p:strVal val="#ppt_w"/>
                                          </p:val>
                                        </p:tav>
                                      </p:tavLst>
                                    </p:anim>
                                    <p:anim calcmode="lin" valueType="num">
                                      <p:cBhvr>
                                        <p:cTn id="97" dur="500" fill="hold"/>
                                        <p:tgtEl>
                                          <p:spTgt spid="21"/>
                                        </p:tgtEl>
                                        <p:attrNameLst>
                                          <p:attrName>ppt_h</p:attrName>
                                        </p:attrNameLst>
                                      </p:cBhvr>
                                      <p:tavLst>
                                        <p:tav tm="0">
                                          <p:val>
                                            <p:fltVal val="0"/>
                                          </p:val>
                                        </p:tav>
                                        <p:tav tm="100000">
                                          <p:val>
                                            <p:strVal val="#ppt_h"/>
                                          </p:val>
                                        </p:tav>
                                      </p:tavLst>
                                    </p:anim>
                                    <p:animEffect transition="in" filter="fade">
                                      <p:cBhvr>
                                        <p:cTn id="98" dur="500"/>
                                        <p:tgtEl>
                                          <p:spTgt spid="21"/>
                                        </p:tgtEl>
                                      </p:cBhvr>
                                    </p:animEffect>
                                  </p:childTnLst>
                                </p:cTn>
                              </p:par>
                              <p:par>
                                <p:cTn id="99" presetID="22" presetClass="entr" presetSubtype="8" fill="hold" grpId="0" nodeType="withEffect">
                                  <p:stCondLst>
                                    <p:cond delay="1320"/>
                                  </p:stCondLst>
                                  <p:childTnLst>
                                    <p:set>
                                      <p:cBhvr>
                                        <p:cTn id="100" dur="1" fill="hold">
                                          <p:stCondLst>
                                            <p:cond delay="0"/>
                                          </p:stCondLst>
                                        </p:cTn>
                                        <p:tgtEl>
                                          <p:spTgt spid="22"/>
                                        </p:tgtEl>
                                        <p:attrNameLst>
                                          <p:attrName>style.visibility</p:attrName>
                                        </p:attrNameLst>
                                      </p:cBhvr>
                                      <p:to>
                                        <p:strVal val="visible"/>
                                      </p:to>
                                    </p:set>
                                    <p:animEffect transition="in" filter="wipe(right)">
                                      <p:cBhvr>
                                        <p:cTn id="101" dur="700"/>
                                        <p:tgtEl>
                                          <p:spTgt spid="22"/>
                                        </p:tgtEl>
                                      </p:cBhvr>
                                    </p:animEffect>
                                  </p:childTnLst>
                                </p:cTn>
                              </p:par>
                              <p:par>
                                <p:cTn id="102" presetID="22" presetClass="entr" presetSubtype="8" fill="hold" grpId="0" nodeType="withEffect">
                                  <p:stCondLst>
                                    <p:cond delay="1320"/>
                                  </p:stCondLst>
                                  <p:childTnLst>
                                    <p:set>
                                      <p:cBhvr>
                                        <p:cTn id="103" dur="1" fill="hold">
                                          <p:stCondLst>
                                            <p:cond delay="0"/>
                                          </p:stCondLst>
                                        </p:cTn>
                                        <p:tgtEl>
                                          <p:spTgt spid="23"/>
                                        </p:tgtEl>
                                        <p:attrNameLst>
                                          <p:attrName>style.visibility</p:attrName>
                                        </p:attrNameLst>
                                      </p:cBhvr>
                                      <p:to>
                                        <p:strVal val="visible"/>
                                      </p:to>
                                    </p:set>
                                    <p:animEffect transition="in" filter="wipe(right)">
                                      <p:cBhvr>
                                        <p:cTn id="104" dur="700"/>
                                        <p:tgtEl>
                                          <p:spTgt spid="23"/>
                                        </p:tgtEl>
                                      </p:cBhvr>
                                    </p:animEffect>
                                  </p:childTnLst>
                                </p:cTn>
                              </p:par>
                              <p:par>
                                <p:cTn id="105" presetID="22" presetClass="entr" presetSubtype="8" fill="hold" grpId="0" nodeType="withEffect">
                                  <p:stCondLst>
                                    <p:cond delay="1320"/>
                                  </p:stCondLst>
                                  <p:childTnLst>
                                    <p:set>
                                      <p:cBhvr>
                                        <p:cTn id="106" dur="1" fill="hold">
                                          <p:stCondLst>
                                            <p:cond delay="0"/>
                                          </p:stCondLst>
                                        </p:cTn>
                                        <p:tgtEl>
                                          <p:spTgt spid="24"/>
                                        </p:tgtEl>
                                        <p:attrNameLst>
                                          <p:attrName>style.visibility</p:attrName>
                                        </p:attrNameLst>
                                      </p:cBhvr>
                                      <p:to>
                                        <p:strVal val="visible"/>
                                      </p:to>
                                    </p:set>
                                    <p:animEffect transition="in" filter="wipe(right)">
                                      <p:cBhvr>
                                        <p:cTn id="107" dur="7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7A49C7"/>
                </a:solidFill>
                <a:latin typeface="Calibri" pitchFamily="34" charset="0"/>
                <a:ea typeface="Calibri" pitchFamily="34" charset="-122"/>
                <a:cs typeface="Calibri" pitchFamily="34" charset="-120"/>
              </a:rPr>
              <a:t>MY ROLE</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My Internship Tasks</a:t>
            </a:r>
            <a:endParaRPr lang="en-US" sz="3600" dirty="0"/>
          </a:p>
        </p:txBody>
      </p:sp>
      <p:sp>
        <p:nvSpPr>
          <p:cNvPr id="4" name="A01_fade"/>
          <p:cNvSpPr txBox="1"/>
          <p:nvPr/>
        </p:nvSpPr>
        <p:spPr>
          <a:xfrm>
            <a:off x="548640" y="1508760"/>
            <a:ext cx="10058400" cy="411480"/>
          </a:xfrm>
          <a:prstGeom prst="rect">
            <a:avLst/>
          </a:prstGeom>
          <a:noFill/>
          <a:ln/>
        </p:spPr>
        <p:txBody>
          <a:bodyPr wrap="square" lIns="0" tIns="0" rIns="0" bIns="0" rtlCol="0" anchor="ctr"/>
          <a:lstStyle/>
          <a:p>
            <a:pPr indent="0" marL="0">
              <a:buNone/>
            </a:pPr>
            <a:r>
              <a:rPr lang="en-US" sz="1600" dirty="0">
                <a:solidFill>
                  <a:srgbClr val="5A6682"/>
                </a:solidFill>
                <a:latin typeface="Calibri" pitchFamily="34" charset="0"/>
                <a:ea typeface="Calibri" pitchFamily="34" charset="-122"/>
                <a:cs typeface="Calibri" pitchFamily="34" charset="-120"/>
              </a:rPr>
              <a:t>My position was mainly administrative. I supported the office in five areas:</a:t>
            </a:r>
            <a:endParaRPr lang="en-US" sz="1600" dirty="0"/>
          </a:p>
        </p:txBody>
      </p:sp>
      <p:sp>
        <p:nvSpPr>
          <p:cNvPr id="5" name="A02_wipe"/>
          <p:cNvSpPr/>
          <p:nvPr/>
        </p:nvSpPr>
        <p:spPr>
          <a:xfrm>
            <a:off x="1658082" y="3017520"/>
            <a:ext cx="8875532" cy="0"/>
          </a:xfrm>
          <a:prstGeom prst="line">
            <a:avLst/>
          </a:prstGeom>
          <a:noFill/>
          <a:ln w="25400">
            <a:solidFill>
              <a:srgbClr val="B9C3DA"/>
            </a:solidFill>
            <a:prstDash val="dash"/>
          </a:ln>
        </p:spPr>
      </p:sp>
      <p:sp>
        <p:nvSpPr>
          <p:cNvPr id="6" name="A03_zoom"/>
          <p:cNvSpPr txBox="1"/>
          <p:nvPr/>
        </p:nvSpPr>
        <p:spPr>
          <a:xfrm>
            <a:off x="743682" y="2148840"/>
            <a:ext cx="1828800" cy="256032"/>
          </a:xfrm>
          <a:prstGeom prst="rect">
            <a:avLst/>
          </a:prstGeom>
          <a:noFill/>
          <a:ln/>
        </p:spPr>
        <p:txBody>
          <a:bodyPr wrap="square" lIns="0" tIns="0" rIns="0" bIns="0" rtlCol="0" anchor="ctr"/>
          <a:lstStyle/>
          <a:p>
            <a:pPr algn="ctr" indent="0" marL="0">
              <a:buNone/>
            </a:pPr>
            <a:r>
              <a:rPr lang="en-US" sz="1100" b="1" spc="300" kern="0" dirty="0">
                <a:solidFill>
                  <a:srgbClr val="1695B9"/>
                </a:solidFill>
                <a:latin typeface="Calibri" pitchFamily="34" charset="0"/>
                <a:ea typeface="Calibri" pitchFamily="34" charset="-122"/>
                <a:cs typeface="Calibri" pitchFamily="34" charset="-120"/>
              </a:rPr>
              <a:t>STEP 1</a:t>
            </a:r>
            <a:endParaRPr lang="en-US" sz="1100" dirty="0"/>
          </a:p>
        </p:txBody>
      </p:sp>
      <p:pic>
        <p:nvPicPr>
          <p:cNvPr id="7" name="A03_zoom" descr="Administration">    </p:cNvPr>
          <p:cNvPicPr>
            <a:picLocks noChangeAspect="1"/>
          </p:cNvPicPr>
          <p:nvPr/>
        </p:nvPicPr>
        <p:blipFill>
          <a:blip r:embed="rId1"/>
          <a:stretch>
            <a:fillRect/>
          </a:stretch>
        </p:blipFill>
        <p:spPr>
          <a:xfrm>
            <a:off x="1200882" y="2560320"/>
            <a:ext cx="914400" cy="914400"/>
          </a:xfrm>
          <a:prstGeom prst="rect">
            <a:avLst/>
          </a:prstGeom>
        </p:spPr>
      </p:pic>
      <p:sp>
        <p:nvSpPr>
          <p:cNvPr id="8" name="A03_float"/>
          <p:cNvSpPr txBox="1"/>
          <p:nvPr/>
        </p:nvSpPr>
        <p:spPr>
          <a:xfrm>
            <a:off x="606522" y="3639312"/>
            <a:ext cx="2103120" cy="365760"/>
          </a:xfrm>
          <a:prstGeom prst="rect">
            <a:avLst/>
          </a:prstGeom>
          <a:noFill/>
          <a:ln/>
        </p:spPr>
        <p:txBody>
          <a:bodyPr wrap="square" lIns="0" tIns="0" rIns="0" bIns="0" rtlCol="0" anchor="ctr"/>
          <a:lstStyle/>
          <a:p>
            <a:pPr algn="ctr" indent="0" marL="0">
              <a:buNone/>
            </a:pPr>
            <a:r>
              <a:rPr lang="en-US" sz="1800" b="1" dirty="0">
                <a:solidFill>
                  <a:srgbClr val="15203F"/>
                </a:solidFill>
                <a:latin typeface="Calibri" pitchFamily="34" charset="0"/>
                <a:ea typeface="Calibri" pitchFamily="34" charset="-122"/>
                <a:cs typeface="Calibri" pitchFamily="34" charset="-120"/>
              </a:rPr>
              <a:t>Administration</a:t>
            </a:r>
            <a:endParaRPr lang="en-US" sz="1800" dirty="0"/>
          </a:p>
        </p:txBody>
      </p:sp>
      <p:sp>
        <p:nvSpPr>
          <p:cNvPr id="9" name="A03_float"/>
          <p:cNvSpPr txBox="1"/>
          <p:nvPr/>
        </p:nvSpPr>
        <p:spPr>
          <a:xfrm>
            <a:off x="652242" y="4023360"/>
            <a:ext cx="2011680" cy="777240"/>
          </a:xfrm>
          <a:prstGeom prst="rect">
            <a:avLst/>
          </a:prstGeom>
          <a:noFill/>
          <a:ln/>
        </p:spPr>
        <p:txBody>
          <a:bodyPr wrap="square" lIns="0" tIns="0" rIns="0" bIns="0" rtlCol="0" anchor="t"/>
          <a:lstStyle/>
          <a:p>
            <a:pPr algn="ctr" indent="0" marL="0">
              <a:buNone/>
            </a:pPr>
            <a:r>
              <a:rPr lang="en-US" sz="1300" dirty="0">
                <a:solidFill>
                  <a:srgbClr val="5A6682"/>
                </a:solidFill>
                <a:latin typeface="Calibri" pitchFamily="34" charset="0"/>
                <a:ea typeface="Calibri" pitchFamily="34" charset="-122"/>
                <a:cs typeface="Calibri" pitchFamily="34" charset="-120"/>
              </a:rPr>
              <a:t>Daily office and administrative work</a:t>
            </a:r>
            <a:endParaRPr lang="en-US" sz="1300" dirty="0"/>
          </a:p>
        </p:txBody>
      </p:sp>
      <p:sp>
        <p:nvSpPr>
          <p:cNvPr id="10" name="A04_zoom"/>
          <p:cNvSpPr txBox="1"/>
          <p:nvPr/>
        </p:nvSpPr>
        <p:spPr>
          <a:xfrm>
            <a:off x="2962565" y="2148840"/>
            <a:ext cx="1828800" cy="256032"/>
          </a:xfrm>
          <a:prstGeom prst="rect">
            <a:avLst/>
          </a:prstGeom>
          <a:noFill/>
          <a:ln/>
        </p:spPr>
        <p:txBody>
          <a:bodyPr wrap="square" lIns="0" tIns="0" rIns="0" bIns="0" rtlCol="0" anchor="ctr"/>
          <a:lstStyle/>
          <a:p>
            <a:pPr algn="ctr" indent="0" marL="0">
              <a:buNone/>
            </a:pPr>
            <a:r>
              <a:rPr lang="en-US" sz="1100" b="1" spc="300" kern="0" dirty="0">
                <a:solidFill>
                  <a:srgbClr val="7A49C7"/>
                </a:solidFill>
                <a:latin typeface="Calibri" pitchFamily="34" charset="0"/>
                <a:ea typeface="Calibri" pitchFamily="34" charset="-122"/>
                <a:cs typeface="Calibri" pitchFamily="34" charset="-120"/>
              </a:rPr>
              <a:t>STEP 2</a:t>
            </a:r>
            <a:endParaRPr lang="en-US" sz="1100" dirty="0"/>
          </a:p>
        </p:txBody>
      </p:sp>
      <p:pic>
        <p:nvPicPr>
          <p:cNvPr id="11" name="A04_zoom" descr="Documents">    </p:cNvPr>
          <p:cNvPicPr>
            <a:picLocks noChangeAspect="1"/>
          </p:cNvPicPr>
          <p:nvPr/>
        </p:nvPicPr>
        <p:blipFill>
          <a:blip r:embed="rId2"/>
          <a:stretch>
            <a:fillRect/>
          </a:stretch>
        </p:blipFill>
        <p:spPr>
          <a:xfrm>
            <a:off x="3419765" y="2560320"/>
            <a:ext cx="914400" cy="914400"/>
          </a:xfrm>
          <a:prstGeom prst="rect">
            <a:avLst/>
          </a:prstGeom>
        </p:spPr>
      </p:pic>
      <p:sp>
        <p:nvSpPr>
          <p:cNvPr id="12" name="A04_float"/>
          <p:cNvSpPr txBox="1"/>
          <p:nvPr/>
        </p:nvSpPr>
        <p:spPr>
          <a:xfrm>
            <a:off x="2825405" y="3639312"/>
            <a:ext cx="2103120" cy="365760"/>
          </a:xfrm>
          <a:prstGeom prst="rect">
            <a:avLst/>
          </a:prstGeom>
          <a:noFill/>
          <a:ln/>
        </p:spPr>
        <p:txBody>
          <a:bodyPr wrap="square" lIns="0" tIns="0" rIns="0" bIns="0" rtlCol="0" anchor="ctr"/>
          <a:lstStyle/>
          <a:p>
            <a:pPr algn="ctr" indent="0" marL="0">
              <a:buNone/>
            </a:pPr>
            <a:r>
              <a:rPr lang="en-US" sz="1800" b="1" dirty="0">
                <a:solidFill>
                  <a:srgbClr val="15203F"/>
                </a:solidFill>
                <a:latin typeface="Calibri" pitchFamily="34" charset="0"/>
                <a:ea typeface="Calibri" pitchFamily="34" charset="-122"/>
                <a:cs typeface="Calibri" pitchFamily="34" charset="-120"/>
              </a:rPr>
              <a:t>Documents</a:t>
            </a:r>
            <a:endParaRPr lang="en-US" sz="1800" dirty="0"/>
          </a:p>
        </p:txBody>
      </p:sp>
      <p:sp>
        <p:nvSpPr>
          <p:cNvPr id="13" name="A04_float"/>
          <p:cNvSpPr txBox="1"/>
          <p:nvPr/>
        </p:nvSpPr>
        <p:spPr>
          <a:xfrm>
            <a:off x="2871125" y="4023360"/>
            <a:ext cx="2011680" cy="777240"/>
          </a:xfrm>
          <a:prstGeom prst="rect">
            <a:avLst/>
          </a:prstGeom>
          <a:noFill/>
          <a:ln/>
        </p:spPr>
        <p:txBody>
          <a:bodyPr wrap="square" lIns="0" tIns="0" rIns="0" bIns="0" rtlCol="0" anchor="t"/>
          <a:lstStyle/>
          <a:p>
            <a:pPr algn="ctr" indent="0" marL="0">
              <a:buNone/>
            </a:pPr>
            <a:r>
              <a:rPr lang="en-US" sz="1300" dirty="0">
                <a:solidFill>
                  <a:srgbClr val="5A6682"/>
                </a:solidFill>
                <a:latin typeface="Calibri" pitchFamily="34" charset="0"/>
                <a:ea typeface="Calibri" pitchFamily="34" charset="-122"/>
                <a:cs typeface="Calibri" pitchFamily="34" charset="-120"/>
              </a:rPr>
              <a:t>Preparing and editing professional documents</a:t>
            </a:r>
            <a:endParaRPr lang="en-US" sz="1300" dirty="0"/>
          </a:p>
        </p:txBody>
      </p:sp>
      <p:sp>
        <p:nvSpPr>
          <p:cNvPr id="14" name="A05_zoom"/>
          <p:cNvSpPr txBox="1"/>
          <p:nvPr/>
        </p:nvSpPr>
        <p:spPr>
          <a:xfrm>
            <a:off x="5181448" y="2148840"/>
            <a:ext cx="1828800" cy="256032"/>
          </a:xfrm>
          <a:prstGeom prst="rect">
            <a:avLst/>
          </a:prstGeom>
          <a:noFill/>
          <a:ln/>
        </p:spPr>
        <p:txBody>
          <a:bodyPr wrap="square" lIns="0" tIns="0" rIns="0" bIns="0" rtlCol="0" anchor="ctr"/>
          <a:lstStyle/>
          <a:p>
            <a:pPr algn="ctr" indent="0" marL="0">
              <a:buNone/>
            </a:pPr>
            <a:r>
              <a:rPr lang="en-US" sz="1100" b="1" spc="300" kern="0" dirty="0">
                <a:solidFill>
                  <a:srgbClr val="0E1E4A"/>
                </a:solidFill>
                <a:latin typeface="Calibri" pitchFamily="34" charset="0"/>
                <a:ea typeface="Calibri" pitchFamily="34" charset="-122"/>
                <a:cs typeface="Calibri" pitchFamily="34" charset="-120"/>
              </a:rPr>
              <a:t>STEP 3</a:t>
            </a:r>
            <a:endParaRPr lang="en-US" sz="1100" dirty="0"/>
          </a:p>
        </p:txBody>
      </p:sp>
      <p:pic>
        <p:nvPicPr>
          <p:cNvPr id="15" name="A05_zoom" descr="Data">    </p:cNvPr>
          <p:cNvPicPr>
            <a:picLocks noChangeAspect="1"/>
          </p:cNvPicPr>
          <p:nvPr/>
        </p:nvPicPr>
        <p:blipFill>
          <a:blip r:embed="rId3"/>
          <a:stretch>
            <a:fillRect/>
          </a:stretch>
        </p:blipFill>
        <p:spPr>
          <a:xfrm>
            <a:off x="5638648" y="2560320"/>
            <a:ext cx="914400" cy="914400"/>
          </a:xfrm>
          <a:prstGeom prst="rect">
            <a:avLst/>
          </a:prstGeom>
        </p:spPr>
      </p:pic>
      <p:sp>
        <p:nvSpPr>
          <p:cNvPr id="16" name="A05_float"/>
          <p:cNvSpPr txBox="1"/>
          <p:nvPr/>
        </p:nvSpPr>
        <p:spPr>
          <a:xfrm>
            <a:off x="5044288" y="3639312"/>
            <a:ext cx="2103120" cy="365760"/>
          </a:xfrm>
          <a:prstGeom prst="rect">
            <a:avLst/>
          </a:prstGeom>
          <a:noFill/>
          <a:ln/>
        </p:spPr>
        <p:txBody>
          <a:bodyPr wrap="square" lIns="0" tIns="0" rIns="0" bIns="0" rtlCol="0" anchor="ctr"/>
          <a:lstStyle/>
          <a:p>
            <a:pPr algn="ctr" indent="0" marL="0">
              <a:buNone/>
            </a:pPr>
            <a:r>
              <a:rPr lang="en-US" sz="1800" b="1" dirty="0">
                <a:solidFill>
                  <a:srgbClr val="15203F"/>
                </a:solidFill>
                <a:latin typeface="Calibri" pitchFamily="34" charset="0"/>
                <a:ea typeface="Calibri" pitchFamily="34" charset="-122"/>
                <a:cs typeface="Calibri" pitchFamily="34" charset="-120"/>
              </a:rPr>
              <a:t>Data</a:t>
            </a:r>
            <a:endParaRPr lang="en-US" sz="1800" dirty="0"/>
          </a:p>
        </p:txBody>
      </p:sp>
      <p:sp>
        <p:nvSpPr>
          <p:cNvPr id="17" name="A05_float"/>
          <p:cNvSpPr txBox="1"/>
          <p:nvPr/>
        </p:nvSpPr>
        <p:spPr>
          <a:xfrm>
            <a:off x="5090008" y="4023360"/>
            <a:ext cx="2011680" cy="777240"/>
          </a:xfrm>
          <a:prstGeom prst="rect">
            <a:avLst/>
          </a:prstGeom>
          <a:noFill/>
          <a:ln/>
        </p:spPr>
        <p:txBody>
          <a:bodyPr wrap="square" lIns="0" tIns="0" rIns="0" bIns="0" rtlCol="0" anchor="t"/>
          <a:lstStyle/>
          <a:p>
            <a:pPr algn="ctr" indent="0" marL="0">
              <a:buNone/>
            </a:pPr>
            <a:r>
              <a:rPr lang="en-US" sz="1300" dirty="0">
                <a:solidFill>
                  <a:srgbClr val="5A6682"/>
                </a:solidFill>
                <a:latin typeface="Calibri" pitchFamily="34" charset="0"/>
                <a:ea typeface="Calibri" pitchFamily="34" charset="-122"/>
                <a:cs typeface="Calibri" pitchFamily="34" charset="-120"/>
              </a:rPr>
              <a:t>Organising data and keeping records up to date</a:t>
            </a:r>
            <a:endParaRPr lang="en-US" sz="1300" dirty="0"/>
          </a:p>
        </p:txBody>
      </p:sp>
      <p:sp>
        <p:nvSpPr>
          <p:cNvPr id="18" name="A06_zoom"/>
          <p:cNvSpPr txBox="1"/>
          <p:nvPr/>
        </p:nvSpPr>
        <p:spPr>
          <a:xfrm>
            <a:off x="7400331" y="2148840"/>
            <a:ext cx="1828800" cy="256032"/>
          </a:xfrm>
          <a:prstGeom prst="rect">
            <a:avLst/>
          </a:prstGeom>
          <a:noFill/>
          <a:ln/>
        </p:spPr>
        <p:txBody>
          <a:bodyPr wrap="square" lIns="0" tIns="0" rIns="0" bIns="0" rtlCol="0" anchor="ctr"/>
          <a:lstStyle/>
          <a:p>
            <a:pPr algn="ctr" indent="0" marL="0">
              <a:buNone/>
            </a:pPr>
            <a:r>
              <a:rPr lang="en-US" sz="1100" b="1" spc="300" kern="0" dirty="0">
                <a:solidFill>
                  <a:srgbClr val="1695B9"/>
                </a:solidFill>
                <a:latin typeface="Calibri" pitchFamily="34" charset="0"/>
                <a:ea typeface="Calibri" pitchFamily="34" charset="-122"/>
                <a:cs typeface="Calibri" pitchFamily="34" charset="-120"/>
              </a:rPr>
              <a:t>STEP 4</a:t>
            </a:r>
            <a:endParaRPr lang="en-US" sz="1100" dirty="0"/>
          </a:p>
        </p:txBody>
      </p:sp>
      <p:pic>
        <p:nvPicPr>
          <p:cNvPr id="19" name="A06_zoom" descr="Information">    </p:cNvPr>
          <p:cNvPicPr>
            <a:picLocks noChangeAspect="1"/>
          </p:cNvPicPr>
          <p:nvPr/>
        </p:nvPicPr>
        <p:blipFill>
          <a:blip r:embed="rId4"/>
          <a:stretch>
            <a:fillRect/>
          </a:stretch>
        </p:blipFill>
        <p:spPr>
          <a:xfrm>
            <a:off x="7857531" y="2560320"/>
            <a:ext cx="914400" cy="914400"/>
          </a:xfrm>
          <a:prstGeom prst="rect">
            <a:avLst/>
          </a:prstGeom>
        </p:spPr>
      </p:pic>
      <p:sp>
        <p:nvSpPr>
          <p:cNvPr id="20" name="A06_float"/>
          <p:cNvSpPr txBox="1"/>
          <p:nvPr/>
        </p:nvSpPr>
        <p:spPr>
          <a:xfrm>
            <a:off x="7263171" y="3639312"/>
            <a:ext cx="2103120" cy="365760"/>
          </a:xfrm>
          <a:prstGeom prst="rect">
            <a:avLst/>
          </a:prstGeom>
          <a:noFill/>
          <a:ln/>
        </p:spPr>
        <p:txBody>
          <a:bodyPr wrap="square" lIns="0" tIns="0" rIns="0" bIns="0" rtlCol="0" anchor="ctr"/>
          <a:lstStyle/>
          <a:p>
            <a:pPr algn="ctr" indent="0" marL="0">
              <a:buNone/>
            </a:pPr>
            <a:r>
              <a:rPr lang="en-US" sz="1800" b="1" dirty="0">
                <a:solidFill>
                  <a:srgbClr val="15203F"/>
                </a:solidFill>
                <a:latin typeface="Calibri" pitchFamily="34" charset="0"/>
                <a:ea typeface="Calibri" pitchFamily="34" charset="-122"/>
                <a:cs typeface="Calibri" pitchFamily="34" charset="-120"/>
              </a:rPr>
              <a:t>Information</a:t>
            </a:r>
            <a:endParaRPr lang="en-US" sz="1800" dirty="0"/>
          </a:p>
        </p:txBody>
      </p:sp>
      <p:sp>
        <p:nvSpPr>
          <p:cNvPr id="21" name="A06_float"/>
          <p:cNvSpPr txBox="1"/>
          <p:nvPr/>
        </p:nvSpPr>
        <p:spPr>
          <a:xfrm>
            <a:off x="7308891" y="4023360"/>
            <a:ext cx="2011680" cy="777240"/>
          </a:xfrm>
          <a:prstGeom prst="rect">
            <a:avLst/>
          </a:prstGeom>
          <a:noFill/>
          <a:ln/>
        </p:spPr>
        <p:txBody>
          <a:bodyPr wrap="square" lIns="0" tIns="0" rIns="0" bIns="0" rtlCol="0" anchor="t"/>
          <a:lstStyle/>
          <a:p>
            <a:pPr algn="ctr" indent="0" marL="0">
              <a:buNone/>
            </a:pPr>
            <a:r>
              <a:rPr lang="en-US" sz="1300" dirty="0">
                <a:solidFill>
                  <a:srgbClr val="5A6682"/>
                </a:solidFill>
                <a:latin typeface="Calibri" pitchFamily="34" charset="0"/>
                <a:ea typeface="Calibri" pitchFamily="34" charset="-122"/>
                <a:cs typeface="Calibri" pitchFamily="34" charset="-120"/>
              </a:rPr>
              <a:t>Managing office information and files</a:t>
            </a:r>
            <a:endParaRPr lang="en-US" sz="1300" dirty="0"/>
          </a:p>
        </p:txBody>
      </p:sp>
      <p:sp>
        <p:nvSpPr>
          <p:cNvPr id="22" name="A07_zoom"/>
          <p:cNvSpPr txBox="1"/>
          <p:nvPr/>
        </p:nvSpPr>
        <p:spPr>
          <a:xfrm>
            <a:off x="9619214" y="2148840"/>
            <a:ext cx="1828800" cy="256032"/>
          </a:xfrm>
          <a:prstGeom prst="rect">
            <a:avLst/>
          </a:prstGeom>
          <a:noFill/>
          <a:ln/>
        </p:spPr>
        <p:txBody>
          <a:bodyPr wrap="square" lIns="0" tIns="0" rIns="0" bIns="0" rtlCol="0" anchor="ctr"/>
          <a:lstStyle/>
          <a:p>
            <a:pPr algn="ctr" indent="0" marL="0">
              <a:buNone/>
            </a:pPr>
            <a:r>
              <a:rPr lang="en-US" sz="1100" b="1" spc="300" kern="0" dirty="0">
                <a:solidFill>
                  <a:srgbClr val="7A49C7"/>
                </a:solidFill>
                <a:latin typeface="Calibri" pitchFamily="34" charset="0"/>
                <a:ea typeface="Calibri" pitchFamily="34" charset="-122"/>
                <a:cs typeface="Calibri" pitchFamily="34" charset="-120"/>
              </a:rPr>
              <a:t>STEP 5</a:t>
            </a:r>
            <a:endParaRPr lang="en-US" sz="1100" dirty="0"/>
          </a:p>
        </p:txBody>
      </p:sp>
      <p:pic>
        <p:nvPicPr>
          <p:cNvPr id="23" name="A07_zoom" descr="Operations">    </p:cNvPr>
          <p:cNvPicPr>
            <a:picLocks noChangeAspect="1"/>
          </p:cNvPicPr>
          <p:nvPr/>
        </p:nvPicPr>
        <p:blipFill>
          <a:blip r:embed="rId5"/>
          <a:stretch>
            <a:fillRect/>
          </a:stretch>
        </p:blipFill>
        <p:spPr>
          <a:xfrm>
            <a:off x="10076414" y="2560320"/>
            <a:ext cx="914400" cy="914400"/>
          </a:xfrm>
          <a:prstGeom prst="rect">
            <a:avLst/>
          </a:prstGeom>
        </p:spPr>
      </p:pic>
      <p:sp>
        <p:nvSpPr>
          <p:cNvPr id="24" name="A07_float"/>
          <p:cNvSpPr txBox="1"/>
          <p:nvPr/>
        </p:nvSpPr>
        <p:spPr>
          <a:xfrm>
            <a:off x="9482054" y="3639312"/>
            <a:ext cx="2103120" cy="365760"/>
          </a:xfrm>
          <a:prstGeom prst="rect">
            <a:avLst/>
          </a:prstGeom>
          <a:noFill/>
          <a:ln/>
        </p:spPr>
        <p:txBody>
          <a:bodyPr wrap="square" lIns="0" tIns="0" rIns="0" bIns="0" rtlCol="0" anchor="ctr"/>
          <a:lstStyle/>
          <a:p>
            <a:pPr algn="ctr" indent="0" marL="0">
              <a:buNone/>
            </a:pPr>
            <a:r>
              <a:rPr lang="en-US" sz="1800" b="1" dirty="0">
                <a:solidFill>
                  <a:srgbClr val="15203F"/>
                </a:solidFill>
                <a:latin typeface="Calibri" pitchFamily="34" charset="0"/>
                <a:ea typeface="Calibri" pitchFamily="34" charset="-122"/>
                <a:cs typeface="Calibri" pitchFamily="34" charset="-120"/>
              </a:rPr>
              <a:t>Operations</a:t>
            </a:r>
            <a:endParaRPr lang="en-US" sz="1800" dirty="0"/>
          </a:p>
        </p:txBody>
      </p:sp>
      <p:sp>
        <p:nvSpPr>
          <p:cNvPr id="25" name="A07_float"/>
          <p:cNvSpPr txBox="1"/>
          <p:nvPr/>
        </p:nvSpPr>
        <p:spPr>
          <a:xfrm>
            <a:off x="9527774" y="4023360"/>
            <a:ext cx="2011680" cy="777240"/>
          </a:xfrm>
          <a:prstGeom prst="rect">
            <a:avLst/>
          </a:prstGeom>
          <a:noFill/>
          <a:ln/>
        </p:spPr>
        <p:txBody>
          <a:bodyPr wrap="square" lIns="0" tIns="0" rIns="0" bIns="0" rtlCol="0" anchor="t"/>
          <a:lstStyle/>
          <a:p>
            <a:pPr algn="ctr" indent="0" marL="0">
              <a:buNone/>
            </a:pPr>
            <a:r>
              <a:rPr lang="en-US" sz="1300" dirty="0">
                <a:solidFill>
                  <a:srgbClr val="5A6682"/>
                </a:solidFill>
                <a:latin typeface="Calibri" pitchFamily="34" charset="0"/>
                <a:ea typeface="Calibri" pitchFamily="34" charset="-122"/>
                <a:cs typeface="Calibri" pitchFamily="34" charset="-120"/>
              </a:rPr>
              <a:t>Supporting daily business activities</a:t>
            </a:r>
            <a:endParaRPr lang="en-US" sz="1300" dirty="0"/>
          </a:p>
        </p:txBody>
      </p:sp>
      <p:sp>
        <p:nvSpPr>
          <p:cNvPr id="26" name="A08_float"/>
          <p:cNvSpPr/>
          <p:nvPr/>
        </p:nvSpPr>
        <p:spPr>
          <a:xfrm>
            <a:off x="548640" y="5074920"/>
            <a:ext cx="11094415" cy="868680"/>
          </a:xfrm>
          <a:prstGeom prst="roundRect">
            <a:avLst>
              <a:gd name="adj" fmla="val 12632"/>
            </a:avLst>
          </a:prstGeom>
          <a:solidFill>
            <a:srgbClr val="0E1E4A"/>
          </a:solidFill>
          <a:ln/>
        </p:spPr>
      </p:sp>
      <p:pic>
        <p:nvPicPr>
          <p:cNvPr id="27" name="A08_float" descr="Core focus">    </p:cNvPr>
          <p:cNvPicPr>
            <a:picLocks noChangeAspect="1"/>
          </p:cNvPicPr>
          <p:nvPr/>
        </p:nvPicPr>
        <p:blipFill>
          <a:blip r:embed="rId6"/>
          <a:stretch>
            <a:fillRect/>
          </a:stretch>
        </p:blipFill>
        <p:spPr>
          <a:xfrm>
            <a:off x="822960" y="5230368"/>
            <a:ext cx="548640" cy="548640"/>
          </a:xfrm>
          <a:prstGeom prst="rect">
            <a:avLst/>
          </a:prstGeom>
        </p:spPr>
      </p:pic>
      <p:sp>
        <p:nvSpPr>
          <p:cNvPr id="28" name="A08_float"/>
          <p:cNvSpPr txBox="1"/>
          <p:nvPr/>
        </p:nvSpPr>
        <p:spPr>
          <a:xfrm>
            <a:off x="1600200" y="5120640"/>
            <a:ext cx="9692640" cy="777240"/>
          </a:xfrm>
          <a:prstGeom prst="rect">
            <a:avLst/>
          </a:prstGeom>
          <a:noFill/>
          <a:ln/>
        </p:spPr>
        <p:txBody>
          <a:bodyPr wrap="square" lIns="0" tIns="0" rIns="0" bIns="0" rtlCol="0" anchor="ctr"/>
          <a:lstStyle/>
          <a:p>
            <a:pPr indent="0" marL="0">
              <a:buNone/>
            </a:pPr>
            <a:r>
              <a:rPr lang="en-US" sz="1600" b="1" dirty="0">
                <a:solidFill>
                  <a:srgbClr val="5CC6E6"/>
                </a:solidFill>
                <a:latin typeface="Calibri" pitchFamily="34" charset="0"/>
                <a:ea typeface="Calibri" pitchFamily="34" charset="-122"/>
                <a:cs typeface="Calibri" pitchFamily="34" charset="-120"/>
              </a:rPr>
              <a:t>Core focus: </a:t>
            </a:r>
            <a:pPr indent="0" marL="0">
              <a:buNone/>
            </a:pPr>
            <a:r>
              <a:rPr lang="en-US" sz="1600" dirty="0">
                <a:solidFill>
                  <a:srgbClr val="FFFFFF"/>
                </a:solidFill>
                <a:latin typeface="Calibri" pitchFamily="34" charset="0"/>
                <a:ea typeface="Calibri" pitchFamily="34" charset="-122"/>
                <a:cs typeface="Calibri" pitchFamily="34" charset="-120"/>
              </a:rPr>
              <a:t>intensive daily use of Microsoft Word and Microsoft Excel — the backbone of every task above.</a:t>
            </a:r>
            <a:endParaRPr lang="en-US" sz="1600" dirty="0"/>
          </a:p>
        </p:txBody>
      </p:sp>
      <p:pic>
        <p:nvPicPr>
          <p:cNvPr id="29" name="Image 6" descr="KVK logo">    </p:cNvPr>
          <p:cNvPicPr>
            <a:picLocks noChangeAspect="1"/>
          </p:cNvPicPr>
          <p:nvPr/>
        </p:nvPicPr>
        <p:blipFill>
          <a:blip r:embed="rId7"/>
          <a:stretch>
            <a:fillRect/>
          </a:stretch>
        </p:blipFill>
        <p:spPr>
          <a:xfrm>
            <a:off x="548640" y="6382512"/>
            <a:ext cx="621792" cy="256032"/>
          </a:xfrm>
          <a:prstGeom prst="rect">
            <a:avLst/>
          </a:prstGeom>
        </p:spPr>
      </p:pic>
      <p:sp>
        <p:nvSpPr>
          <p:cNvPr id="30" name="Text 21"/>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31" name="Text 22"/>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06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par>
                                <p:cTn id="16" presetID="22" presetClass="entr" presetSubtype="8" fill="hold" grpId="0" nodeType="withEffect">
                                  <p:stCondLst>
                                    <p:cond delay="440"/>
                                  </p:stCondLst>
                                  <p:childTnLst>
                                    <p:set>
                                      <p:cBhvr>
                                        <p:cTn id="17" dur="1" fill="hold">
                                          <p:stCondLst>
                                            <p:cond delay="0"/>
                                          </p:stCondLst>
                                        </p:cTn>
                                        <p:tgtEl>
                                          <p:spTgt spid="5"/>
                                        </p:tgtEl>
                                        <p:attrNameLst>
                                          <p:attrName>style.visibility</p:attrName>
                                        </p:attrNameLst>
                                      </p:cBhvr>
                                      <p:to>
                                        <p:strVal val="visible"/>
                                      </p:to>
                                    </p:set>
                                    <p:animEffect transition="in" filter="wipe(right)">
                                      <p:cBhvr>
                                        <p:cTn id="18" dur="700"/>
                                        <p:tgtEl>
                                          <p:spTgt spid="5"/>
                                        </p:tgtEl>
                                      </p:cBhvr>
                                    </p:animEffect>
                                  </p:childTnLst>
                                </p:cTn>
                              </p:par>
                              <p:par>
                                <p:cTn id="19" presetID="53" presetClass="entr" presetSubtype="16" fill="hold" grpId="0" nodeType="withEffect">
                                  <p:stCondLst>
                                    <p:cond delay="660"/>
                                  </p:stCondLst>
                                  <p:childTnLst>
                                    <p:set>
                                      <p:cBhvr>
                                        <p:cTn id="20" dur="1" fill="hold">
                                          <p:stCondLst>
                                            <p:cond delay="0"/>
                                          </p:stCondLst>
                                        </p:cTn>
                                        <p:tgtEl>
                                          <p:spTgt spid="6"/>
                                        </p:tgtEl>
                                        <p:attrNameLst>
                                          <p:attrName>style.visibility</p:attrName>
                                        </p:attrNameLst>
                                      </p:cBhvr>
                                      <p:to>
                                        <p:strVal val="visible"/>
                                      </p:to>
                                    </p:set>
                                    <p:anim calcmode="lin" valueType="num">
                                      <p:cBhvr>
                                        <p:cTn id="21" dur="500" fill="hold"/>
                                        <p:tgtEl>
                                          <p:spTgt spid="6"/>
                                        </p:tgtEl>
                                        <p:attrNameLst>
                                          <p:attrName>ppt_w</p:attrName>
                                        </p:attrNameLst>
                                      </p:cBhvr>
                                      <p:tavLst>
                                        <p:tav tm="0">
                                          <p:val>
                                            <p:fltVal val="0"/>
                                          </p:val>
                                        </p:tav>
                                        <p:tav tm="100000">
                                          <p:val>
                                            <p:strVal val="#ppt_w"/>
                                          </p:val>
                                        </p:tav>
                                      </p:tavLst>
                                    </p:anim>
                                    <p:anim calcmode="lin" valueType="num">
                                      <p:cBhvr>
                                        <p:cTn id="22" dur="500" fill="hold"/>
                                        <p:tgtEl>
                                          <p:spTgt spid="6"/>
                                        </p:tgtEl>
                                        <p:attrNameLst>
                                          <p:attrName>ppt_h</p:attrName>
                                        </p:attrNameLst>
                                      </p:cBhvr>
                                      <p:tavLst>
                                        <p:tav tm="0">
                                          <p:val>
                                            <p:fltVal val="0"/>
                                          </p:val>
                                        </p:tav>
                                        <p:tav tm="100000">
                                          <p:val>
                                            <p:strVal val="#ppt_h"/>
                                          </p:val>
                                        </p:tav>
                                      </p:tavLst>
                                    </p:anim>
                                    <p:animEffect transition="in" filter="fade">
                                      <p:cBhvr>
                                        <p:cTn id="23" dur="500"/>
                                        <p:tgtEl>
                                          <p:spTgt spid="6"/>
                                        </p:tgtEl>
                                      </p:cBhvr>
                                    </p:animEffect>
                                  </p:childTnLst>
                                </p:cTn>
                              </p:par>
                              <p:par>
                                <p:cTn id="24" presetID="53" presetClass="entr" presetSubtype="16" fill="hold" grpId="0" nodeType="withEffect">
                                  <p:stCondLst>
                                    <p:cond delay="660"/>
                                  </p:stCondLst>
                                  <p:childTnLst>
                                    <p:set>
                                      <p:cBhvr>
                                        <p:cTn id="25" dur="1" fill="hold">
                                          <p:stCondLst>
                                            <p:cond delay="0"/>
                                          </p:stCondLst>
                                        </p:cTn>
                                        <p:tgtEl>
                                          <p:spTgt spid="7"/>
                                        </p:tgtEl>
                                        <p:attrNameLst>
                                          <p:attrName>style.visibility</p:attrName>
                                        </p:attrNameLst>
                                      </p:cBhvr>
                                      <p:to>
                                        <p:strVal val="visible"/>
                                      </p:to>
                                    </p:set>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fltVal val="0"/>
                                          </p:val>
                                        </p:tav>
                                        <p:tav tm="100000">
                                          <p:val>
                                            <p:strVal val="#ppt_h"/>
                                          </p:val>
                                        </p:tav>
                                      </p:tavLst>
                                    </p:anim>
                                    <p:animEffect transition="in" filter="fade">
                                      <p:cBhvr>
                                        <p:cTn id="28" dur="500"/>
                                        <p:tgtEl>
                                          <p:spTgt spid="7"/>
                                        </p:tgtEl>
                                      </p:cBhvr>
                                    </p:animEffect>
                                  </p:childTnLst>
                                </p:cTn>
                              </p:par>
                              <p:par>
                                <p:cTn id="29" presetID="42" presetClass="entr" presetSubtype="0" fill="hold" grpId="0" nodeType="withEffect">
                                  <p:stCondLst>
                                    <p:cond delay="66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p:cTn id="32" dur="700" fill="hold"/>
                                        <p:tgtEl>
                                          <p:spTgt spid="8"/>
                                        </p:tgtEl>
                                        <p:attrNameLst>
                                          <p:attrName>ppt_x</p:attrName>
                                        </p:attrNameLst>
                                      </p:cBhvr>
                                      <p:tavLst>
                                        <p:tav tm="0">
                                          <p:val>
                                            <p:strVal val="#ppt_x"/>
                                          </p:val>
                                        </p:tav>
                                        <p:tav tm="100000">
                                          <p:val>
                                            <p:strVal val="#ppt_x"/>
                                          </p:val>
                                        </p:tav>
                                      </p:tavLst>
                                    </p:anim>
                                    <p:anim calcmode="lin" valueType="num">
                                      <p:cBhvr>
                                        <p:cTn id="33" dur="700" fill="hold"/>
                                        <p:tgtEl>
                                          <p:spTgt spid="8"/>
                                        </p:tgtEl>
                                        <p:attrNameLst>
                                          <p:attrName>ppt_y</p:attrName>
                                        </p:attrNameLst>
                                      </p:cBhvr>
                                      <p:tavLst>
                                        <p:tav tm="0">
                                          <p:val>
                                            <p:strVal val="#ppt_y+.06"/>
                                          </p:val>
                                        </p:tav>
                                        <p:tav tm="100000">
                                          <p:val>
                                            <p:strVal val="#ppt_y"/>
                                          </p:val>
                                        </p:tav>
                                      </p:tavLst>
                                    </p:anim>
                                  </p:childTnLst>
                                </p:cTn>
                              </p:par>
                              <p:par>
                                <p:cTn id="34" presetID="42" presetClass="entr" presetSubtype="0" fill="hold" grpId="0" nodeType="withEffect">
                                  <p:stCondLst>
                                    <p:cond delay="66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700"/>
                                        <p:tgtEl>
                                          <p:spTgt spid="9"/>
                                        </p:tgtEl>
                                      </p:cBhvr>
                                    </p:animEffect>
                                    <p:anim calcmode="lin" valueType="num">
                                      <p:cBhvr>
                                        <p:cTn id="37" dur="700" fill="hold"/>
                                        <p:tgtEl>
                                          <p:spTgt spid="9"/>
                                        </p:tgtEl>
                                        <p:attrNameLst>
                                          <p:attrName>ppt_x</p:attrName>
                                        </p:attrNameLst>
                                      </p:cBhvr>
                                      <p:tavLst>
                                        <p:tav tm="0">
                                          <p:val>
                                            <p:strVal val="#ppt_x"/>
                                          </p:val>
                                        </p:tav>
                                        <p:tav tm="100000">
                                          <p:val>
                                            <p:strVal val="#ppt_x"/>
                                          </p:val>
                                        </p:tav>
                                      </p:tavLst>
                                    </p:anim>
                                    <p:anim calcmode="lin" valueType="num">
                                      <p:cBhvr>
                                        <p:cTn id="38" dur="700" fill="hold"/>
                                        <p:tgtEl>
                                          <p:spTgt spid="9"/>
                                        </p:tgtEl>
                                        <p:attrNameLst>
                                          <p:attrName>ppt_y</p:attrName>
                                        </p:attrNameLst>
                                      </p:cBhvr>
                                      <p:tavLst>
                                        <p:tav tm="0">
                                          <p:val>
                                            <p:strVal val="#ppt_y+.06"/>
                                          </p:val>
                                        </p:tav>
                                        <p:tav tm="100000">
                                          <p:val>
                                            <p:strVal val="#ppt_y"/>
                                          </p:val>
                                        </p:tav>
                                      </p:tavLst>
                                    </p:anim>
                                  </p:childTnLst>
                                </p:cTn>
                              </p:par>
                              <p:par>
                                <p:cTn id="39" presetID="53" presetClass="entr" presetSubtype="16" fill="hold" grpId="0" nodeType="withEffect">
                                  <p:stCondLst>
                                    <p:cond delay="880"/>
                                  </p:stCondLst>
                                  <p:childTnLst>
                                    <p:set>
                                      <p:cBhvr>
                                        <p:cTn id="40" dur="1" fill="hold">
                                          <p:stCondLst>
                                            <p:cond delay="0"/>
                                          </p:stCondLst>
                                        </p:cTn>
                                        <p:tgtEl>
                                          <p:spTgt spid="10"/>
                                        </p:tgtEl>
                                        <p:attrNameLst>
                                          <p:attrName>style.visibility</p:attrName>
                                        </p:attrNameLst>
                                      </p:cBhvr>
                                      <p:to>
                                        <p:strVal val="visible"/>
                                      </p:to>
                                    </p:set>
                                    <p:anim calcmode="lin" valueType="num">
                                      <p:cBhvr>
                                        <p:cTn id="41" dur="500" fill="hold"/>
                                        <p:tgtEl>
                                          <p:spTgt spid="10"/>
                                        </p:tgtEl>
                                        <p:attrNameLst>
                                          <p:attrName>ppt_w</p:attrName>
                                        </p:attrNameLst>
                                      </p:cBhvr>
                                      <p:tavLst>
                                        <p:tav tm="0">
                                          <p:val>
                                            <p:fltVal val="0"/>
                                          </p:val>
                                        </p:tav>
                                        <p:tav tm="100000">
                                          <p:val>
                                            <p:strVal val="#ppt_w"/>
                                          </p:val>
                                        </p:tav>
                                      </p:tavLst>
                                    </p:anim>
                                    <p:anim calcmode="lin" valueType="num">
                                      <p:cBhvr>
                                        <p:cTn id="42" dur="500" fill="hold"/>
                                        <p:tgtEl>
                                          <p:spTgt spid="10"/>
                                        </p:tgtEl>
                                        <p:attrNameLst>
                                          <p:attrName>ppt_h</p:attrName>
                                        </p:attrNameLst>
                                      </p:cBhvr>
                                      <p:tavLst>
                                        <p:tav tm="0">
                                          <p:val>
                                            <p:fltVal val="0"/>
                                          </p:val>
                                        </p:tav>
                                        <p:tav tm="100000">
                                          <p:val>
                                            <p:strVal val="#ppt_h"/>
                                          </p:val>
                                        </p:tav>
                                      </p:tavLst>
                                    </p:anim>
                                    <p:animEffect transition="in" filter="fade">
                                      <p:cBhvr>
                                        <p:cTn id="43" dur="500"/>
                                        <p:tgtEl>
                                          <p:spTgt spid="10"/>
                                        </p:tgtEl>
                                      </p:cBhvr>
                                    </p:animEffect>
                                  </p:childTnLst>
                                </p:cTn>
                              </p:par>
                              <p:par>
                                <p:cTn id="44" presetID="53" presetClass="entr" presetSubtype="16" fill="hold" grpId="0" nodeType="withEffect">
                                  <p:stCondLst>
                                    <p:cond delay="880"/>
                                  </p:stCondLst>
                                  <p:childTnLst>
                                    <p:set>
                                      <p:cBhvr>
                                        <p:cTn id="45" dur="1" fill="hold">
                                          <p:stCondLst>
                                            <p:cond delay="0"/>
                                          </p:stCondLst>
                                        </p:cTn>
                                        <p:tgtEl>
                                          <p:spTgt spid="11"/>
                                        </p:tgtEl>
                                        <p:attrNameLst>
                                          <p:attrName>style.visibility</p:attrName>
                                        </p:attrNameLst>
                                      </p:cBhvr>
                                      <p:to>
                                        <p:strVal val="visible"/>
                                      </p:to>
                                    </p:set>
                                    <p:anim calcmode="lin" valueType="num">
                                      <p:cBhvr>
                                        <p:cTn id="46" dur="500" fill="hold"/>
                                        <p:tgtEl>
                                          <p:spTgt spid="11"/>
                                        </p:tgtEl>
                                        <p:attrNameLst>
                                          <p:attrName>ppt_w</p:attrName>
                                        </p:attrNameLst>
                                      </p:cBhvr>
                                      <p:tavLst>
                                        <p:tav tm="0">
                                          <p:val>
                                            <p:fltVal val="0"/>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animEffect transition="in" filter="fade">
                                      <p:cBhvr>
                                        <p:cTn id="48" dur="500"/>
                                        <p:tgtEl>
                                          <p:spTgt spid="11"/>
                                        </p:tgtEl>
                                      </p:cBhvr>
                                    </p:animEffect>
                                  </p:childTnLst>
                                </p:cTn>
                              </p:par>
                              <p:par>
                                <p:cTn id="49" presetID="42" presetClass="entr" presetSubtype="0" fill="hold" grpId="0" nodeType="withEffect">
                                  <p:stCondLst>
                                    <p:cond delay="880"/>
                                  </p:stCondLst>
                                  <p:childTnLst>
                                    <p:set>
                                      <p:cBhvr>
                                        <p:cTn id="50" dur="1" fill="hold">
                                          <p:stCondLst>
                                            <p:cond delay="0"/>
                                          </p:stCondLst>
                                        </p:cTn>
                                        <p:tgtEl>
                                          <p:spTgt spid="12"/>
                                        </p:tgtEl>
                                        <p:attrNameLst>
                                          <p:attrName>style.visibility</p:attrName>
                                        </p:attrNameLst>
                                      </p:cBhvr>
                                      <p:to>
                                        <p:strVal val="visible"/>
                                      </p:to>
                                    </p:set>
                                    <p:animEffect transition="in" filter="fade">
                                      <p:cBhvr>
                                        <p:cTn id="51" dur="700"/>
                                        <p:tgtEl>
                                          <p:spTgt spid="12"/>
                                        </p:tgtEl>
                                      </p:cBhvr>
                                    </p:animEffect>
                                    <p:anim calcmode="lin" valueType="num">
                                      <p:cBhvr>
                                        <p:cTn id="52" dur="700" fill="hold"/>
                                        <p:tgtEl>
                                          <p:spTgt spid="12"/>
                                        </p:tgtEl>
                                        <p:attrNameLst>
                                          <p:attrName>ppt_x</p:attrName>
                                        </p:attrNameLst>
                                      </p:cBhvr>
                                      <p:tavLst>
                                        <p:tav tm="0">
                                          <p:val>
                                            <p:strVal val="#ppt_x"/>
                                          </p:val>
                                        </p:tav>
                                        <p:tav tm="100000">
                                          <p:val>
                                            <p:strVal val="#ppt_x"/>
                                          </p:val>
                                        </p:tav>
                                      </p:tavLst>
                                    </p:anim>
                                    <p:anim calcmode="lin" valueType="num">
                                      <p:cBhvr>
                                        <p:cTn id="53" dur="700" fill="hold"/>
                                        <p:tgtEl>
                                          <p:spTgt spid="12"/>
                                        </p:tgtEl>
                                        <p:attrNameLst>
                                          <p:attrName>ppt_y</p:attrName>
                                        </p:attrNameLst>
                                      </p:cBhvr>
                                      <p:tavLst>
                                        <p:tav tm="0">
                                          <p:val>
                                            <p:strVal val="#ppt_y+.06"/>
                                          </p:val>
                                        </p:tav>
                                        <p:tav tm="100000">
                                          <p:val>
                                            <p:strVal val="#ppt_y"/>
                                          </p:val>
                                        </p:tav>
                                      </p:tavLst>
                                    </p:anim>
                                  </p:childTnLst>
                                </p:cTn>
                              </p:par>
                              <p:par>
                                <p:cTn id="54" presetID="42" presetClass="entr" presetSubtype="0" fill="hold" grpId="0" nodeType="withEffect">
                                  <p:stCondLst>
                                    <p:cond delay="880"/>
                                  </p:stCondLst>
                                  <p:childTnLst>
                                    <p:set>
                                      <p:cBhvr>
                                        <p:cTn id="55" dur="1" fill="hold">
                                          <p:stCondLst>
                                            <p:cond delay="0"/>
                                          </p:stCondLst>
                                        </p:cTn>
                                        <p:tgtEl>
                                          <p:spTgt spid="13"/>
                                        </p:tgtEl>
                                        <p:attrNameLst>
                                          <p:attrName>style.visibility</p:attrName>
                                        </p:attrNameLst>
                                      </p:cBhvr>
                                      <p:to>
                                        <p:strVal val="visible"/>
                                      </p:to>
                                    </p:set>
                                    <p:animEffect transition="in" filter="fade">
                                      <p:cBhvr>
                                        <p:cTn id="56" dur="700"/>
                                        <p:tgtEl>
                                          <p:spTgt spid="13"/>
                                        </p:tgtEl>
                                      </p:cBhvr>
                                    </p:animEffect>
                                    <p:anim calcmode="lin" valueType="num">
                                      <p:cBhvr>
                                        <p:cTn id="57" dur="700" fill="hold"/>
                                        <p:tgtEl>
                                          <p:spTgt spid="13"/>
                                        </p:tgtEl>
                                        <p:attrNameLst>
                                          <p:attrName>ppt_x</p:attrName>
                                        </p:attrNameLst>
                                      </p:cBhvr>
                                      <p:tavLst>
                                        <p:tav tm="0">
                                          <p:val>
                                            <p:strVal val="#ppt_x"/>
                                          </p:val>
                                        </p:tav>
                                        <p:tav tm="100000">
                                          <p:val>
                                            <p:strVal val="#ppt_x"/>
                                          </p:val>
                                        </p:tav>
                                      </p:tavLst>
                                    </p:anim>
                                    <p:anim calcmode="lin" valueType="num">
                                      <p:cBhvr>
                                        <p:cTn id="58" dur="700" fill="hold"/>
                                        <p:tgtEl>
                                          <p:spTgt spid="13"/>
                                        </p:tgtEl>
                                        <p:attrNameLst>
                                          <p:attrName>ppt_y</p:attrName>
                                        </p:attrNameLst>
                                      </p:cBhvr>
                                      <p:tavLst>
                                        <p:tav tm="0">
                                          <p:val>
                                            <p:strVal val="#ppt_y+.06"/>
                                          </p:val>
                                        </p:tav>
                                        <p:tav tm="100000">
                                          <p:val>
                                            <p:strVal val="#ppt_y"/>
                                          </p:val>
                                        </p:tav>
                                      </p:tavLst>
                                    </p:anim>
                                  </p:childTnLst>
                                </p:cTn>
                              </p:par>
                              <p:par>
                                <p:cTn id="59" presetID="53" presetClass="entr" presetSubtype="16" fill="hold" grpId="0" nodeType="withEffect">
                                  <p:stCondLst>
                                    <p:cond delay="1100"/>
                                  </p:stCondLst>
                                  <p:childTnLst>
                                    <p:set>
                                      <p:cBhvr>
                                        <p:cTn id="60" dur="1" fill="hold">
                                          <p:stCondLst>
                                            <p:cond delay="0"/>
                                          </p:stCondLst>
                                        </p:cTn>
                                        <p:tgtEl>
                                          <p:spTgt spid="14"/>
                                        </p:tgtEl>
                                        <p:attrNameLst>
                                          <p:attrName>style.visibility</p:attrName>
                                        </p:attrNameLst>
                                      </p:cBhvr>
                                      <p:to>
                                        <p:strVal val="visible"/>
                                      </p:to>
                                    </p:set>
                                    <p:anim calcmode="lin" valueType="num">
                                      <p:cBhvr>
                                        <p:cTn id="61" dur="500" fill="hold"/>
                                        <p:tgtEl>
                                          <p:spTgt spid="14"/>
                                        </p:tgtEl>
                                        <p:attrNameLst>
                                          <p:attrName>ppt_w</p:attrName>
                                        </p:attrNameLst>
                                      </p:cBhvr>
                                      <p:tavLst>
                                        <p:tav tm="0">
                                          <p:val>
                                            <p:fltVal val="0"/>
                                          </p:val>
                                        </p:tav>
                                        <p:tav tm="100000">
                                          <p:val>
                                            <p:strVal val="#ppt_w"/>
                                          </p:val>
                                        </p:tav>
                                      </p:tavLst>
                                    </p:anim>
                                    <p:anim calcmode="lin" valueType="num">
                                      <p:cBhvr>
                                        <p:cTn id="62" dur="500" fill="hold"/>
                                        <p:tgtEl>
                                          <p:spTgt spid="14"/>
                                        </p:tgtEl>
                                        <p:attrNameLst>
                                          <p:attrName>ppt_h</p:attrName>
                                        </p:attrNameLst>
                                      </p:cBhvr>
                                      <p:tavLst>
                                        <p:tav tm="0">
                                          <p:val>
                                            <p:fltVal val="0"/>
                                          </p:val>
                                        </p:tav>
                                        <p:tav tm="100000">
                                          <p:val>
                                            <p:strVal val="#ppt_h"/>
                                          </p:val>
                                        </p:tav>
                                      </p:tavLst>
                                    </p:anim>
                                    <p:animEffect transition="in" filter="fade">
                                      <p:cBhvr>
                                        <p:cTn id="63" dur="500"/>
                                        <p:tgtEl>
                                          <p:spTgt spid="14"/>
                                        </p:tgtEl>
                                      </p:cBhvr>
                                    </p:animEffect>
                                  </p:childTnLst>
                                </p:cTn>
                              </p:par>
                              <p:par>
                                <p:cTn id="64" presetID="53" presetClass="entr" presetSubtype="16" fill="hold" grpId="0" nodeType="withEffect">
                                  <p:stCondLst>
                                    <p:cond delay="1100"/>
                                  </p:stCondLst>
                                  <p:childTnLst>
                                    <p:set>
                                      <p:cBhvr>
                                        <p:cTn id="65" dur="1" fill="hold">
                                          <p:stCondLst>
                                            <p:cond delay="0"/>
                                          </p:stCondLst>
                                        </p:cTn>
                                        <p:tgtEl>
                                          <p:spTgt spid="15"/>
                                        </p:tgtEl>
                                        <p:attrNameLst>
                                          <p:attrName>style.visibility</p:attrName>
                                        </p:attrNameLst>
                                      </p:cBhvr>
                                      <p:to>
                                        <p:strVal val="visible"/>
                                      </p:to>
                                    </p:set>
                                    <p:anim calcmode="lin" valueType="num">
                                      <p:cBhvr>
                                        <p:cTn id="66" dur="500" fill="hold"/>
                                        <p:tgtEl>
                                          <p:spTgt spid="15"/>
                                        </p:tgtEl>
                                        <p:attrNameLst>
                                          <p:attrName>ppt_w</p:attrName>
                                        </p:attrNameLst>
                                      </p:cBhvr>
                                      <p:tavLst>
                                        <p:tav tm="0">
                                          <p:val>
                                            <p:fltVal val="0"/>
                                          </p:val>
                                        </p:tav>
                                        <p:tav tm="100000">
                                          <p:val>
                                            <p:strVal val="#ppt_w"/>
                                          </p:val>
                                        </p:tav>
                                      </p:tavLst>
                                    </p:anim>
                                    <p:anim calcmode="lin" valueType="num">
                                      <p:cBhvr>
                                        <p:cTn id="67" dur="500" fill="hold"/>
                                        <p:tgtEl>
                                          <p:spTgt spid="15"/>
                                        </p:tgtEl>
                                        <p:attrNameLst>
                                          <p:attrName>ppt_h</p:attrName>
                                        </p:attrNameLst>
                                      </p:cBhvr>
                                      <p:tavLst>
                                        <p:tav tm="0">
                                          <p:val>
                                            <p:fltVal val="0"/>
                                          </p:val>
                                        </p:tav>
                                        <p:tav tm="100000">
                                          <p:val>
                                            <p:strVal val="#ppt_h"/>
                                          </p:val>
                                        </p:tav>
                                      </p:tavLst>
                                    </p:anim>
                                    <p:animEffect transition="in" filter="fade">
                                      <p:cBhvr>
                                        <p:cTn id="68" dur="500"/>
                                        <p:tgtEl>
                                          <p:spTgt spid="15"/>
                                        </p:tgtEl>
                                      </p:cBhvr>
                                    </p:animEffect>
                                  </p:childTnLst>
                                </p:cTn>
                              </p:par>
                              <p:par>
                                <p:cTn id="69" presetID="42" presetClass="entr" presetSubtype="0" fill="hold" grpId="0" nodeType="withEffect">
                                  <p:stCondLst>
                                    <p:cond delay="110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700"/>
                                        <p:tgtEl>
                                          <p:spTgt spid="16"/>
                                        </p:tgtEl>
                                      </p:cBhvr>
                                    </p:animEffect>
                                    <p:anim calcmode="lin" valueType="num">
                                      <p:cBhvr>
                                        <p:cTn id="72" dur="700" fill="hold"/>
                                        <p:tgtEl>
                                          <p:spTgt spid="16"/>
                                        </p:tgtEl>
                                        <p:attrNameLst>
                                          <p:attrName>ppt_x</p:attrName>
                                        </p:attrNameLst>
                                      </p:cBhvr>
                                      <p:tavLst>
                                        <p:tav tm="0">
                                          <p:val>
                                            <p:strVal val="#ppt_x"/>
                                          </p:val>
                                        </p:tav>
                                        <p:tav tm="100000">
                                          <p:val>
                                            <p:strVal val="#ppt_x"/>
                                          </p:val>
                                        </p:tav>
                                      </p:tavLst>
                                    </p:anim>
                                    <p:anim calcmode="lin" valueType="num">
                                      <p:cBhvr>
                                        <p:cTn id="73" dur="700" fill="hold"/>
                                        <p:tgtEl>
                                          <p:spTgt spid="16"/>
                                        </p:tgtEl>
                                        <p:attrNameLst>
                                          <p:attrName>ppt_y</p:attrName>
                                        </p:attrNameLst>
                                      </p:cBhvr>
                                      <p:tavLst>
                                        <p:tav tm="0">
                                          <p:val>
                                            <p:strVal val="#ppt_y+.06"/>
                                          </p:val>
                                        </p:tav>
                                        <p:tav tm="100000">
                                          <p:val>
                                            <p:strVal val="#ppt_y"/>
                                          </p:val>
                                        </p:tav>
                                      </p:tavLst>
                                    </p:anim>
                                  </p:childTnLst>
                                </p:cTn>
                              </p:par>
                              <p:par>
                                <p:cTn id="74" presetID="42" presetClass="entr" presetSubtype="0" fill="hold" grpId="0" nodeType="withEffect">
                                  <p:stCondLst>
                                    <p:cond delay="110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700"/>
                                        <p:tgtEl>
                                          <p:spTgt spid="17"/>
                                        </p:tgtEl>
                                      </p:cBhvr>
                                    </p:animEffect>
                                    <p:anim calcmode="lin" valueType="num">
                                      <p:cBhvr>
                                        <p:cTn id="77" dur="700" fill="hold"/>
                                        <p:tgtEl>
                                          <p:spTgt spid="17"/>
                                        </p:tgtEl>
                                        <p:attrNameLst>
                                          <p:attrName>ppt_x</p:attrName>
                                        </p:attrNameLst>
                                      </p:cBhvr>
                                      <p:tavLst>
                                        <p:tav tm="0">
                                          <p:val>
                                            <p:strVal val="#ppt_x"/>
                                          </p:val>
                                        </p:tav>
                                        <p:tav tm="100000">
                                          <p:val>
                                            <p:strVal val="#ppt_x"/>
                                          </p:val>
                                        </p:tav>
                                      </p:tavLst>
                                    </p:anim>
                                    <p:anim calcmode="lin" valueType="num">
                                      <p:cBhvr>
                                        <p:cTn id="78" dur="700" fill="hold"/>
                                        <p:tgtEl>
                                          <p:spTgt spid="17"/>
                                        </p:tgtEl>
                                        <p:attrNameLst>
                                          <p:attrName>ppt_y</p:attrName>
                                        </p:attrNameLst>
                                      </p:cBhvr>
                                      <p:tavLst>
                                        <p:tav tm="0">
                                          <p:val>
                                            <p:strVal val="#ppt_y+.06"/>
                                          </p:val>
                                        </p:tav>
                                        <p:tav tm="100000">
                                          <p:val>
                                            <p:strVal val="#ppt_y"/>
                                          </p:val>
                                        </p:tav>
                                      </p:tavLst>
                                    </p:anim>
                                  </p:childTnLst>
                                </p:cTn>
                              </p:par>
                              <p:par>
                                <p:cTn id="79" presetID="53" presetClass="entr" presetSubtype="16" fill="hold" grpId="0" nodeType="withEffect">
                                  <p:stCondLst>
                                    <p:cond delay="1320"/>
                                  </p:stCondLst>
                                  <p:childTnLst>
                                    <p:set>
                                      <p:cBhvr>
                                        <p:cTn id="80" dur="1" fill="hold">
                                          <p:stCondLst>
                                            <p:cond delay="0"/>
                                          </p:stCondLst>
                                        </p:cTn>
                                        <p:tgtEl>
                                          <p:spTgt spid="18"/>
                                        </p:tgtEl>
                                        <p:attrNameLst>
                                          <p:attrName>style.visibility</p:attrName>
                                        </p:attrNameLst>
                                      </p:cBhvr>
                                      <p:to>
                                        <p:strVal val="visible"/>
                                      </p:to>
                                    </p:set>
                                    <p:anim calcmode="lin" valueType="num">
                                      <p:cBhvr>
                                        <p:cTn id="81" dur="500" fill="hold"/>
                                        <p:tgtEl>
                                          <p:spTgt spid="18"/>
                                        </p:tgtEl>
                                        <p:attrNameLst>
                                          <p:attrName>ppt_w</p:attrName>
                                        </p:attrNameLst>
                                      </p:cBhvr>
                                      <p:tavLst>
                                        <p:tav tm="0">
                                          <p:val>
                                            <p:fltVal val="0"/>
                                          </p:val>
                                        </p:tav>
                                        <p:tav tm="100000">
                                          <p:val>
                                            <p:strVal val="#ppt_w"/>
                                          </p:val>
                                        </p:tav>
                                      </p:tavLst>
                                    </p:anim>
                                    <p:anim calcmode="lin" valueType="num">
                                      <p:cBhvr>
                                        <p:cTn id="82" dur="500" fill="hold"/>
                                        <p:tgtEl>
                                          <p:spTgt spid="18"/>
                                        </p:tgtEl>
                                        <p:attrNameLst>
                                          <p:attrName>ppt_h</p:attrName>
                                        </p:attrNameLst>
                                      </p:cBhvr>
                                      <p:tavLst>
                                        <p:tav tm="0">
                                          <p:val>
                                            <p:fltVal val="0"/>
                                          </p:val>
                                        </p:tav>
                                        <p:tav tm="100000">
                                          <p:val>
                                            <p:strVal val="#ppt_h"/>
                                          </p:val>
                                        </p:tav>
                                      </p:tavLst>
                                    </p:anim>
                                    <p:animEffect transition="in" filter="fade">
                                      <p:cBhvr>
                                        <p:cTn id="83" dur="500"/>
                                        <p:tgtEl>
                                          <p:spTgt spid="18"/>
                                        </p:tgtEl>
                                      </p:cBhvr>
                                    </p:animEffect>
                                  </p:childTnLst>
                                </p:cTn>
                              </p:par>
                              <p:par>
                                <p:cTn id="84" presetID="53" presetClass="entr" presetSubtype="16" fill="hold" grpId="0" nodeType="withEffect">
                                  <p:stCondLst>
                                    <p:cond delay="1320"/>
                                  </p:stCondLst>
                                  <p:childTnLst>
                                    <p:set>
                                      <p:cBhvr>
                                        <p:cTn id="85" dur="1" fill="hold">
                                          <p:stCondLst>
                                            <p:cond delay="0"/>
                                          </p:stCondLst>
                                        </p:cTn>
                                        <p:tgtEl>
                                          <p:spTgt spid="19"/>
                                        </p:tgtEl>
                                        <p:attrNameLst>
                                          <p:attrName>style.visibility</p:attrName>
                                        </p:attrNameLst>
                                      </p:cBhvr>
                                      <p:to>
                                        <p:strVal val="visible"/>
                                      </p:to>
                                    </p:set>
                                    <p:anim calcmode="lin" valueType="num">
                                      <p:cBhvr>
                                        <p:cTn id="86" dur="500" fill="hold"/>
                                        <p:tgtEl>
                                          <p:spTgt spid="19"/>
                                        </p:tgtEl>
                                        <p:attrNameLst>
                                          <p:attrName>ppt_w</p:attrName>
                                        </p:attrNameLst>
                                      </p:cBhvr>
                                      <p:tavLst>
                                        <p:tav tm="0">
                                          <p:val>
                                            <p:fltVal val="0"/>
                                          </p:val>
                                        </p:tav>
                                        <p:tav tm="100000">
                                          <p:val>
                                            <p:strVal val="#ppt_w"/>
                                          </p:val>
                                        </p:tav>
                                      </p:tavLst>
                                    </p:anim>
                                    <p:anim calcmode="lin" valueType="num">
                                      <p:cBhvr>
                                        <p:cTn id="87" dur="500" fill="hold"/>
                                        <p:tgtEl>
                                          <p:spTgt spid="19"/>
                                        </p:tgtEl>
                                        <p:attrNameLst>
                                          <p:attrName>ppt_h</p:attrName>
                                        </p:attrNameLst>
                                      </p:cBhvr>
                                      <p:tavLst>
                                        <p:tav tm="0">
                                          <p:val>
                                            <p:fltVal val="0"/>
                                          </p:val>
                                        </p:tav>
                                        <p:tav tm="100000">
                                          <p:val>
                                            <p:strVal val="#ppt_h"/>
                                          </p:val>
                                        </p:tav>
                                      </p:tavLst>
                                    </p:anim>
                                    <p:animEffect transition="in" filter="fade">
                                      <p:cBhvr>
                                        <p:cTn id="88" dur="500"/>
                                        <p:tgtEl>
                                          <p:spTgt spid="19"/>
                                        </p:tgtEl>
                                      </p:cBhvr>
                                    </p:animEffect>
                                  </p:childTnLst>
                                </p:cTn>
                              </p:par>
                              <p:par>
                                <p:cTn id="89" presetID="42" presetClass="entr" presetSubtype="0" fill="hold" grpId="0" nodeType="withEffect">
                                  <p:stCondLst>
                                    <p:cond delay="132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700"/>
                                        <p:tgtEl>
                                          <p:spTgt spid="20"/>
                                        </p:tgtEl>
                                      </p:cBhvr>
                                    </p:animEffect>
                                    <p:anim calcmode="lin" valueType="num">
                                      <p:cBhvr>
                                        <p:cTn id="92" dur="700" fill="hold"/>
                                        <p:tgtEl>
                                          <p:spTgt spid="20"/>
                                        </p:tgtEl>
                                        <p:attrNameLst>
                                          <p:attrName>ppt_x</p:attrName>
                                        </p:attrNameLst>
                                      </p:cBhvr>
                                      <p:tavLst>
                                        <p:tav tm="0">
                                          <p:val>
                                            <p:strVal val="#ppt_x"/>
                                          </p:val>
                                        </p:tav>
                                        <p:tav tm="100000">
                                          <p:val>
                                            <p:strVal val="#ppt_x"/>
                                          </p:val>
                                        </p:tav>
                                      </p:tavLst>
                                    </p:anim>
                                    <p:anim calcmode="lin" valueType="num">
                                      <p:cBhvr>
                                        <p:cTn id="93" dur="700" fill="hold"/>
                                        <p:tgtEl>
                                          <p:spTgt spid="20"/>
                                        </p:tgtEl>
                                        <p:attrNameLst>
                                          <p:attrName>ppt_y</p:attrName>
                                        </p:attrNameLst>
                                      </p:cBhvr>
                                      <p:tavLst>
                                        <p:tav tm="0">
                                          <p:val>
                                            <p:strVal val="#ppt_y+.06"/>
                                          </p:val>
                                        </p:tav>
                                        <p:tav tm="100000">
                                          <p:val>
                                            <p:strVal val="#ppt_y"/>
                                          </p:val>
                                        </p:tav>
                                      </p:tavLst>
                                    </p:anim>
                                  </p:childTnLst>
                                </p:cTn>
                              </p:par>
                              <p:par>
                                <p:cTn id="94" presetID="42" presetClass="entr" presetSubtype="0" fill="hold" grpId="0" nodeType="withEffect">
                                  <p:stCondLst>
                                    <p:cond delay="1320"/>
                                  </p:stCondLst>
                                  <p:childTnLst>
                                    <p:set>
                                      <p:cBhvr>
                                        <p:cTn id="95" dur="1" fill="hold">
                                          <p:stCondLst>
                                            <p:cond delay="0"/>
                                          </p:stCondLst>
                                        </p:cTn>
                                        <p:tgtEl>
                                          <p:spTgt spid="21"/>
                                        </p:tgtEl>
                                        <p:attrNameLst>
                                          <p:attrName>style.visibility</p:attrName>
                                        </p:attrNameLst>
                                      </p:cBhvr>
                                      <p:to>
                                        <p:strVal val="visible"/>
                                      </p:to>
                                    </p:set>
                                    <p:animEffect transition="in" filter="fade">
                                      <p:cBhvr>
                                        <p:cTn id="96" dur="700"/>
                                        <p:tgtEl>
                                          <p:spTgt spid="21"/>
                                        </p:tgtEl>
                                      </p:cBhvr>
                                    </p:animEffect>
                                    <p:anim calcmode="lin" valueType="num">
                                      <p:cBhvr>
                                        <p:cTn id="97" dur="700" fill="hold"/>
                                        <p:tgtEl>
                                          <p:spTgt spid="21"/>
                                        </p:tgtEl>
                                        <p:attrNameLst>
                                          <p:attrName>ppt_x</p:attrName>
                                        </p:attrNameLst>
                                      </p:cBhvr>
                                      <p:tavLst>
                                        <p:tav tm="0">
                                          <p:val>
                                            <p:strVal val="#ppt_x"/>
                                          </p:val>
                                        </p:tav>
                                        <p:tav tm="100000">
                                          <p:val>
                                            <p:strVal val="#ppt_x"/>
                                          </p:val>
                                        </p:tav>
                                      </p:tavLst>
                                    </p:anim>
                                    <p:anim calcmode="lin" valueType="num">
                                      <p:cBhvr>
                                        <p:cTn id="98" dur="700" fill="hold"/>
                                        <p:tgtEl>
                                          <p:spTgt spid="21"/>
                                        </p:tgtEl>
                                        <p:attrNameLst>
                                          <p:attrName>ppt_y</p:attrName>
                                        </p:attrNameLst>
                                      </p:cBhvr>
                                      <p:tavLst>
                                        <p:tav tm="0">
                                          <p:val>
                                            <p:strVal val="#ppt_y+.06"/>
                                          </p:val>
                                        </p:tav>
                                        <p:tav tm="100000">
                                          <p:val>
                                            <p:strVal val="#ppt_y"/>
                                          </p:val>
                                        </p:tav>
                                      </p:tavLst>
                                    </p:anim>
                                  </p:childTnLst>
                                </p:cTn>
                              </p:par>
                              <p:par>
                                <p:cTn id="99" presetID="53" presetClass="entr" presetSubtype="16" fill="hold" grpId="0" nodeType="withEffect">
                                  <p:stCondLst>
                                    <p:cond delay="1540"/>
                                  </p:stCondLst>
                                  <p:childTnLst>
                                    <p:set>
                                      <p:cBhvr>
                                        <p:cTn id="100" dur="1" fill="hold">
                                          <p:stCondLst>
                                            <p:cond delay="0"/>
                                          </p:stCondLst>
                                        </p:cTn>
                                        <p:tgtEl>
                                          <p:spTgt spid="22"/>
                                        </p:tgtEl>
                                        <p:attrNameLst>
                                          <p:attrName>style.visibility</p:attrName>
                                        </p:attrNameLst>
                                      </p:cBhvr>
                                      <p:to>
                                        <p:strVal val="visible"/>
                                      </p:to>
                                    </p:set>
                                    <p:anim calcmode="lin" valueType="num">
                                      <p:cBhvr>
                                        <p:cTn id="101" dur="500" fill="hold"/>
                                        <p:tgtEl>
                                          <p:spTgt spid="22"/>
                                        </p:tgtEl>
                                        <p:attrNameLst>
                                          <p:attrName>ppt_w</p:attrName>
                                        </p:attrNameLst>
                                      </p:cBhvr>
                                      <p:tavLst>
                                        <p:tav tm="0">
                                          <p:val>
                                            <p:fltVal val="0"/>
                                          </p:val>
                                        </p:tav>
                                        <p:tav tm="100000">
                                          <p:val>
                                            <p:strVal val="#ppt_w"/>
                                          </p:val>
                                        </p:tav>
                                      </p:tavLst>
                                    </p:anim>
                                    <p:anim calcmode="lin" valueType="num">
                                      <p:cBhvr>
                                        <p:cTn id="102" dur="500" fill="hold"/>
                                        <p:tgtEl>
                                          <p:spTgt spid="22"/>
                                        </p:tgtEl>
                                        <p:attrNameLst>
                                          <p:attrName>ppt_h</p:attrName>
                                        </p:attrNameLst>
                                      </p:cBhvr>
                                      <p:tavLst>
                                        <p:tav tm="0">
                                          <p:val>
                                            <p:fltVal val="0"/>
                                          </p:val>
                                        </p:tav>
                                        <p:tav tm="100000">
                                          <p:val>
                                            <p:strVal val="#ppt_h"/>
                                          </p:val>
                                        </p:tav>
                                      </p:tavLst>
                                    </p:anim>
                                    <p:animEffect transition="in" filter="fade">
                                      <p:cBhvr>
                                        <p:cTn id="103" dur="500"/>
                                        <p:tgtEl>
                                          <p:spTgt spid="22"/>
                                        </p:tgtEl>
                                      </p:cBhvr>
                                    </p:animEffect>
                                  </p:childTnLst>
                                </p:cTn>
                              </p:par>
                              <p:par>
                                <p:cTn id="104" presetID="53" presetClass="entr" presetSubtype="16" fill="hold" grpId="0" nodeType="withEffect">
                                  <p:stCondLst>
                                    <p:cond delay="1540"/>
                                  </p:stCondLst>
                                  <p:childTnLst>
                                    <p:set>
                                      <p:cBhvr>
                                        <p:cTn id="105" dur="1" fill="hold">
                                          <p:stCondLst>
                                            <p:cond delay="0"/>
                                          </p:stCondLst>
                                        </p:cTn>
                                        <p:tgtEl>
                                          <p:spTgt spid="23"/>
                                        </p:tgtEl>
                                        <p:attrNameLst>
                                          <p:attrName>style.visibility</p:attrName>
                                        </p:attrNameLst>
                                      </p:cBhvr>
                                      <p:to>
                                        <p:strVal val="visible"/>
                                      </p:to>
                                    </p:set>
                                    <p:anim calcmode="lin" valueType="num">
                                      <p:cBhvr>
                                        <p:cTn id="106" dur="500" fill="hold"/>
                                        <p:tgtEl>
                                          <p:spTgt spid="23"/>
                                        </p:tgtEl>
                                        <p:attrNameLst>
                                          <p:attrName>ppt_w</p:attrName>
                                        </p:attrNameLst>
                                      </p:cBhvr>
                                      <p:tavLst>
                                        <p:tav tm="0">
                                          <p:val>
                                            <p:fltVal val="0"/>
                                          </p:val>
                                        </p:tav>
                                        <p:tav tm="100000">
                                          <p:val>
                                            <p:strVal val="#ppt_w"/>
                                          </p:val>
                                        </p:tav>
                                      </p:tavLst>
                                    </p:anim>
                                    <p:anim calcmode="lin" valueType="num">
                                      <p:cBhvr>
                                        <p:cTn id="107" dur="500" fill="hold"/>
                                        <p:tgtEl>
                                          <p:spTgt spid="23"/>
                                        </p:tgtEl>
                                        <p:attrNameLst>
                                          <p:attrName>ppt_h</p:attrName>
                                        </p:attrNameLst>
                                      </p:cBhvr>
                                      <p:tavLst>
                                        <p:tav tm="0">
                                          <p:val>
                                            <p:fltVal val="0"/>
                                          </p:val>
                                        </p:tav>
                                        <p:tav tm="100000">
                                          <p:val>
                                            <p:strVal val="#ppt_h"/>
                                          </p:val>
                                        </p:tav>
                                      </p:tavLst>
                                    </p:anim>
                                    <p:animEffect transition="in" filter="fade">
                                      <p:cBhvr>
                                        <p:cTn id="108" dur="500"/>
                                        <p:tgtEl>
                                          <p:spTgt spid="23"/>
                                        </p:tgtEl>
                                      </p:cBhvr>
                                    </p:animEffect>
                                  </p:childTnLst>
                                </p:cTn>
                              </p:par>
                              <p:par>
                                <p:cTn id="109" presetID="42" presetClass="entr" presetSubtype="0" fill="hold" grpId="0" nodeType="withEffect">
                                  <p:stCondLst>
                                    <p:cond delay="1540"/>
                                  </p:stCondLst>
                                  <p:childTnLst>
                                    <p:set>
                                      <p:cBhvr>
                                        <p:cTn id="110" dur="1" fill="hold">
                                          <p:stCondLst>
                                            <p:cond delay="0"/>
                                          </p:stCondLst>
                                        </p:cTn>
                                        <p:tgtEl>
                                          <p:spTgt spid="24"/>
                                        </p:tgtEl>
                                        <p:attrNameLst>
                                          <p:attrName>style.visibility</p:attrName>
                                        </p:attrNameLst>
                                      </p:cBhvr>
                                      <p:to>
                                        <p:strVal val="visible"/>
                                      </p:to>
                                    </p:set>
                                    <p:animEffect transition="in" filter="fade">
                                      <p:cBhvr>
                                        <p:cTn id="111" dur="700"/>
                                        <p:tgtEl>
                                          <p:spTgt spid="24"/>
                                        </p:tgtEl>
                                      </p:cBhvr>
                                    </p:animEffect>
                                    <p:anim calcmode="lin" valueType="num">
                                      <p:cBhvr>
                                        <p:cTn id="112" dur="700" fill="hold"/>
                                        <p:tgtEl>
                                          <p:spTgt spid="24"/>
                                        </p:tgtEl>
                                        <p:attrNameLst>
                                          <p:attrName>ppt_x</p:attrName>
                                        </p:attrNameLst>
                                      </p:cBhvr>
                                      <p:tavLst>
                                        <p:tav tm="0">
                                          <p:val>
                                            <p:strVal val="#ppt_x"/>
                                          </p:val>
                                        </p:tav>
                                        <p:tav tm="100000">
                                          <p:val>
                                            <p:strVal val="#ppt_x"/>
                                          </p:val>
                                        </p:tav>
                                      </p:tavLst>
                                    </p:anim>
                                    <p:anim calcmode="lin" valueType="num">
                                      <p:cBhvr>
                                        <p:cTn id="113" dur="700" fill="hold"/>
                                        <p:tgtEl>
                                          <p:spTgt spid="24"/>
                                        </p:tgtEl>
                                        <p:attrNameLst>
                                          <p:attrName>ppt_y</p:attrName>
                                        </p:attrNameLst>
                                      </p:cBhvr>
                                      <p:tavLst>
                                        <p:tav tm="0">
                                          <p:val>
                                            <p:strVal val="#ppt_y+.06"/>
                                          </p:val>
                                        </p:tav>
                                        <p:tav tm="100000">
                                          <p:val>
                                            <p:strVal val="#ppt_y"/>
                                          </p:val>
                                        </p:tav>
                                      </p:tavLst>
                                    </p:anim>
                                  </p:childTnLst>
                                </p:cTn>
                              </p:par>
                              <p:par>
                                <p:cTn id="114" presetID="42" presetClass="entr" presetSubtype="0" fill="hold" grpId="0" nodeType="withEffect">
                                  <p:stCondLst>
                                    <p:cond delay="1540"/>
                                  </p:stCondLst>
                                  <p:childTnLst>
                                    <p:set>
                                      <p:cBhvr>
                                        <p:cTn id="115" dur="1" fill="hold">
                                          <p:stCondLst>
                                            <p:cond delay="0"/>
                                          </p:stCondLst>
                                        </p:cTn>
                                        <p:tgtEl>
                                          <p:spTgt spid="25"/>
                                        </p:tgtEl>
                                        <p:attrNameLst>
                                          <p:attrName>style.visibility</p:attrName>
                                        </p:attrNameLst>
                                      </p:cBhvr>
                                      <p:to>
                                        <p:strVal val="visible"/>
                                      </p:to>
                                    </p:set>
                                    <p:animEffect transition="in" filter="fade">
                                      <p:cBhvr>
                                        <p:cTn id="116" dur="700"/>
                                        <p:tgtEl>
                                          <p:spTgt spid="25"/>
                                        </p:tgtEl>
                                      </p:cBhvr>
                                    </p:animEffect>
                                    <p:anim calcmode="lin" valueType="num">
                                      <p:cBhvr>
                                        <p:cTn id="117" dur="700" fill="hold"/>
                                        <p:tgtEl>
                                          <p:spTgt spid="25"/>
                                        </p:tgtEl>
                                        <p:attrNameLst>
                                          <p:attrName>ppt_x</p:attrName>
                                        </p:attrNameLst>
                                      </p:cBhvr>
                                      <p:tavLst>
                                        <p:tav tm="0">
                                          <p:val>
                                            <p:strVal val="#ppt_x"/>
                                          </p:val>
                                        </p:tav>
                                        <p:tav tm="100000">
                                          <p:val>
                                            <p:strVal val="#ppt_x"/>
                                          </p:val>
                                        </p:tav>
                                      </p:tavLst>
                                    </p:anim>
                                    <p:anim calcmode="lin" valueType="num">
                                      <p:cBhvr>
                                        <p:cTn id="118" dur="700" fill="hold"/>
                                        <p:tgtEl>
                                          <p:spTgt spid="25"/>
                                        </p:tgtEl>
                                        <p:attrNameLst>
                                          <p:attrName>ppt_y</p:attrName>
                                        </p:attrNameLst>
                                      </p:cBhvr>
                                      <p:tavLst>
                                        <p:tav tm="0">
                                          <p:val>
                                            <p:strVal val="#ppt_y+.06"/>
                                          </p:val>
                                        </p:tav>
                                        <p:tav tm="100000">
                                          <p:val>
                                            <p:strVal val="#ppt_y"/>
                                          </p:val>
                                        </p:tav>
                                      </p:tavLst>
                                    </p:anim>
                                  </p:childTnLst>
                                </p:cTn>
                              </p:par>
                              <p:par>
                                <p:cTn id="119" presetID="42" presetClass="entr" presetSubtype="0" fill="hold" grpId="0" nodeType="withEffect">
                                  <p:stCondLst>
                                    <p:cond delay="1760"/>
                                  </p:stCondLst>
                                  <p:childTnLst>
                                    <p:set>
                                      <p:cBhvr>
                                        <p:cTn id="120" dur="1" fill="hold">
                                          <p:stCondLst>
                                            <p:cond delay="0"/>
                                          </p:stCondLst>
                                        </p:cTn>
                                        <p:tgtEl>
                                          <p:spTgt spid="26"/>
                                        </p:tgtEl>
                                        <p:attrNameLst>
                                          <p:attrName>style.visibility</p:attrName>
                                        </p:attrNameLst>
                                      </p:cBhvr>
                                      <p:to>
                                        <p:strVal val="visible"/>
                                      </p:to>
                                    </p:set>
                                    <p:animEffect transition="in" filter="fade">
                                      <p:cBhvr>
                                        <p:cTn id="121" dur="700"/>
                                        <p:tgtEl>
                                          <p:spTgt spid="26"/>
                                        </p:tgtEl>
                                      </p:cBhvr>
                                    </p:animEffect>
                                    <p:anim calcmode="lin" valueType="num">
                                      <p:cBhvr>
                                        <p:cTn id="122" dur="700" fill="hold"/>
                                        <p:tgtEl>
                                          <p:spTgt spid="26"/>
                                        </p:tgtEl>
                                        <p:attrNameLst>
                                          <p:attrName>ppt_x</p:attrName>
                                        </p:attrNameLst>
                                      </p:cBhvr>
                                      <p:tavLst>
                                        <p:tav tm="0">
                                          <p:val>
                                            <p:strVal val="#ppt_x"/>
                                          </p:val>
                                        </p:tav>
                                        <p:tav tm="100000">
                                          <p:val>
                                            <p:strVal val="#ppt_x"/>
                                          </p:val>
                                        </p:tav>
                                      </p:tavLst>
                                    </p:anim>
                                    <p:anim calcmode="lin" valueType="num">
                                      <p:cBhvr>
                                        <p:cTn id="123" dur="700" fill="hold"/>
                                        <p:tgtEl>
                                          <p:spTgt spid="26"/>
                                        </p:tgtEl>
                                        <p:attrNameLst>
                                          <p:attrName>ppt_y</p:attrName>
                                        </p:attrNameLst>
                                      </p:cBhvr>
                                      <p:tavLst>
                                        <p:tav tm="0">
                                          <p:val>
                                            <p:strVal val="#ppt_y+.06"/>
                                          </p:val>
                                        </p:tav>
                                        <p:tav tm="100000">
                                          <p:val>
                                            <p:strVal val="#ppt_y"/>
                                          </p:val>
                                        </p:tav>
                                      </p:tavLst>
                                    </p:anim>
                                  </p:childTnLst>
                                </p:cTn>
                              </p:par>
                              <p:par>
                                <p:cTn id="124" presetID="42" presetClass="entr" presetSubtype="0" fill="hold" grpId="0" nodeType="withEffect">
                                  <p:stCondLst>
                                    <p:cond delay="1760"/>
                                  </p:stCondLst>
                                  <p:childTnLst>
                                    <p:set>
                                      <p:cBhvr>
                                        <p:cTn id="125" dur="1" fill="hold">
                                          <p:stCondLst>
                                            <p:cond delay="0"/>
                                          </p:stCondLst>
                                        </p:cTn>
                                        <p:tgtEl>
                                          <p:spTgt spid="27"/>
                                        </p:tgtEl>
                                        <p:attrNameLst>
                                          <p:attrName>style.visibility</p:attrName>
                                        </p:attrNameLst>
                                      </p:cBhvr>
                                      <p:to>
                                        <p:strVal val="visible"/>
                                      </p:to>
                                    </p:set>
                                    <p:animEffect transition="in" filter="fade">
                                      <p:cBhvr>
                                        <p:cTn id="126" dur="700"/>
                                        <p:tgtEl>
                                          <p:spTgt spid="27"/>
                                        </p:tgtEl>
                                      </p:cBhvr>
                                    </p:animEffect>
                                    <p:anim calcmode="lin" valueType="num">
                                      <p:cBhvr>
                                        <p:cTn id="127" dur="700" fill="hold"/>
                                        <p:tgtEl>
                                          <p:spTgt spid="27"/>
                                        </p:tgtEl>
                                        <p:attrNameLst>
                                          <p:attrName>ppt_x</p:attrName>
                                        </p:attrNameLst>
                                      </p:cBhvr>
                                      <p:tavLst>
                                        <p:tav tm="0">
                                          <p:val>
                                            <p:strVal val="#ppt_x"/>
                                          </p:val>
                                        </p:tav>
                                        <p:tav tm="100000">
                                          <p:val>
                                            <p:strVal val="#ppt_x"/>
                                          </p:val>
                                        </p:tav>
                                      </p:tavLst>
                                    </p:anim>
                                    <p:anim calcmode="lin" valueType="num">
                                      <p:cBhvr>
                                        <p:cTn id="128" dur="700" fill="hold"/>
                                        <p:tgtEl>
                                          <p:spTgt spid="27"/>
                                        </p:tgtEl>
                                        <p:attrNameLst>
                                          <p:attrName>ppt_y</p:attrName>
                                        </p:attrNameLst>
                                      </p:cBhvr>
                                      <p:tavLst>
                                        <p:tav tm="0">
                                          <p:val>
                                            <p:strVal val="#ppt_y+.06"/>
                                          </p:val>
                                        </p:tav>
                                        <p:tav tm="100000">
                                          <p:val>
                                            <p:strVal val="#ppt_y"/>
                                          </p:val>
                                        </p:tav>
                                      </p:tavLst>
                                    </p:anim>
                                  </p:childTnLst>
                                </p:cTn>
                              </p:par>
                              <p:par>
                                <p:cTn id="129" presetID="42" presetClass="entr" presetSubtype="0" fill="hold" grpId="0" nodeType="withEffect">
                                  <p:stCondLst>
                                    <p:cond delay="1760"/>
                                  </p:stCondLst>
                                  <p:childTnLst>
                                    <p:set>
                                      <p:cBhvr>
                                        <p:cTn id="130" dur="1" fill="hold">
                                          <p:stCondLst>
                                            <p:cond delay="0"/>
                                          </p:stCondLst>
                                        </p:cTn>
                                        <p:tgtEl>
                                          <p:spTgt spid="28"/>
                                        </p:tgtEl>
                                        <p:attrNameLst>
                                          <p:attrName>style.visibility</p:attrName>
                                        </p:attrNameLst>
                                      </p:cBhvr>
                                      <p:to>
                                        <p:strVal val="visible"/>
                                      </p:to>
                                    </p:set>
                                    <p:animEffect transition="in" filter="fade">
                                      <p:cBhvr>
                                        <p:cTn id="131" dur="700"/>
                                        <p:tgtEl>
                                          <p:spTgt spid="28"/>
                                        </p:tgtEl>
                                      </p:cBhvr>
                                    </p:animEffect>
                                    <p:anim calcmode="lin" valueType="num">
                                      <p:cBhvr>
                                        <p:cTn id="132" dur="700" fill="hold"/>
                                        <p:tgtEl>
                                          <p:spTgt spid="28"/>
                                        </p:tgtEl>
                                        <p:attrNameLst>
                                          <p:attrName>ppt_x</p:attrName>
                                        </p:attrNameLst>
                                      </p:cBhvr>
                                      <p:tavLst>
                                        <p:tav tm="0">
                                          <p:val>
                                            <p:strVal val="#ppt_x"/>
                                          </p:val>
                                        </p:tav>
                                        <p:tav tm="100000">
                                          <p:val>
                                            <p:strVal val="#ppt_x"/>
                                          </p:val>
                                        </p:tav>
                                      </p:tavLst>
                                    </p:anim>
                                    <p:anim calcmode="lin" valueType="num">
                                      <p:cBhvr>
                                        <p:cTn id="133" dur="700" fill="hold"/>
                                        <p:tgtEl>
                                          <p:spTgt spid="28"/>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9" grpId="0" animBg="1"/>
      <p:bldP spid="10" grpId="0" animBg="1"/>
      <p:bldP spid="12" grpId="0" animBg="1"/>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E4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5CC6E6"/>
                </a:solidFill>
                <a:latin typeface="Calibri" pitchFamily="34" charset="0"/>
                <a:ea typeface="Calibri" pitchFamily="34" charset="-122"/>
                <a:cs typeface="Calibri" pitchFamily="34" charset="-120"/>
              </a:rPr>
              <a:t>DIGITAL TOOLS</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Office Work &amp; Digital Tools</a:t>
            </a:r>
            <a:endParaRPr lang="en-US" sz="3600" dirty="0"/>
          </a:p>
        </p:txBody>
      </p:sp>
      <p:sp>
        <p:nvSpPr>
          <p:cNvPr id="4" name="A01_float"/>
          <p:cNvSpPr/>
          <p:nvPr/>
        </p:nvSpPr>
        <p:spPr>
          <a:xfrm>
            <a:off x="548640" y="1691640"/>
            <a:ext cx="5760720" cy="1280160"/>
          </a:xfrm>
          <a:prstGeom prst="roundRect">
            <a:avLst>
              <a:gd name="adj" fmla="val 8571"/>
            </a:avLst>
          </a:prstGeom>
          <a:solidFill>
            <a:srgbClr val="182C63"/>
          </a:solidFill>
          <a:ln w="9525">
            <a:solidFill>
              <a:srgbClr val="2A3F7A"/>
            </a:solidFill>
            <a:prstDash val="solid"/>
          </a:ln>
        </p:spPr>
      </p:sp>
      <p:sp>
        <p:nvSpPr>
          <p:cNvPr id="5" name="A01_float"/>
          <p:cNvSpPr txBox="1"/>
          <p:nvPr/>
        </p:nvSpPr>
        <p:spPr>
          <a:xfrm>
            <a:off x="822960" y="1965960"/>
            <a:ext cx="731520" cy="731520"/>
          </a:xfrm>
          <a:prstGeom prst="roundRect">
            <a:avLst>
              <a:gd name="adj" fmla="val 12500"/>
            </a:avLst>
          </a:prstGeom>
          <a:solidFill>
            <a:srgbClr val="2B579A"/>
          </a:solid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W</a:t>
            </a:r>
            <a:endParaRPr lang="en-US" sz="2800" dirty="0"/>
          </a:p>
        </p:txBody>
      </p:sp>
      <p:sp>
        <p:nvSpPr>
          <p:cNvPr id="6" name="A01_float"/>
          <p:cNvSpPr txBox="1"/>
          <p:nvPr/>
        </p:nvSpPr>
        <p:spPr>
          <a:xfrm>
            <a:off x="1783080" y="1874520"/>
            <a:ext cx="4343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Microsoft Word</a:t>
            </a:r>
            <a:endParaRPr lang="en-US" sz="1800" dirty="0"/>
          </a:p>
        </p:txBody>
      </p:sp>
      <p:sp>
        <p:nvSpPr>
          <p:cNvPr id="7" name="A01_float"/>
          <p:cNvSpPr txBox="1"/>
          <p:nvPr/>
        </p:nvSpPr>
        <p:spPr>
          <a:xfrm>
            <a:off x="1783080" y="2258568"/>
            <a:ext cx="4343400" cy="594360"/>
          </a:xfrm>
          <a:prstGeom prst="rect">
            <a:avLst/>
          </a:prstGeom>
          <a:noFill/>
          <a:ln/>
        </p:spPr>
        <p:txBody>
          <a:bodyPr wrap="square" lIns="0" tIns="0" rIns="0" bIns="0" rtlCol="0" anchor="t"/>
          <a:lstStyle/>
          <a:p>
            <a:pPr indent="0" marL="0">
              <a:buNone/>
            </a:pPr>
            <a:r>
              <a:rPr lang="en-US" sz="1300" dirty="0">
                <a:solidFill>
                  <a:srgbClr val="C3CCE3"/>
                </a:solidFill>
                <a:latin typeface="Calibri" pitchFamily="34" charset="0"/>
                <a:ea typeface="Calibri" pitchFamily="34" charset="-122"/>
                <a:cs typeface="Calibri" pitchFamily="34" charset="-120"/>
              </a:rPr>
              <a:t>Letters, reports and templates formatted to professional standards, with consistent styles and layouts.</a:t>
            </a:r>
            <a:endParaRPr lang="en-US" sz="1300" dirty="0"/>
          </a:p>
        </p:txBody>
      </p:sp>
      <p:sp>
        <p:nvSpPr>
          <p:cNvPr id="8" name="A02_float"/>
          <p:cNvSpPr/>
          <p:nvPr/>
        </p:nvSpPr>
        <p:spPr>
          <a:xfrm>
            <a:off x="548640" y="3154680"/>
            <a:ext cx="5760720" cy="1280160"/>
          </a:xfrm>
          <a:prstGeom prst="roundRect">
            <a:avLst>
              <a:gd name="adj" fmla="val 8571"/>
            </a:avLst>
          </a:prstGeom>
          <a:solidFill>
            <a:srgbClr val="182C63"/>
          </a:solidFill>
          <a:ln w="9525">
            <a:solidFill>
              <a:srgbClr val="2A3F7A"/>
            </a:solidFill>
            <a:prstDash val="solid"/>
          </a:ln>
        </p:spPr>
      </p:sp>
      <p:sp>
        <p:nvSpPr>
          <p:cNvPr id="9" name="A02_float"/>
          <p:cNvSpPr txBox="1"/>
          <p:nvPr/>
        </p:nvSpPr>
        <p:spPr>
          <a:xfrm>
            <a:off x="822960" y="3429000"/>
            <a:ext cx="731520" cy="731520"/>
          </a:xfrm>
          <a:prstGeom prst="roundRect">
            <a:avLst>
              <a:gd name="adj" fmla="val 12500"/>
            </a:avLst>
          </a:prstGeom>
          <a:solidFill>
            <a:srgbClr val="217346"/>
          </a:solidFill>
          <a:ln/>
        </p:spPr>
        <p:txBody>
          <a:bodyPr wrap="square" lIns="0" tIns="0" rIns="0" bIns="0"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X</a:t>
            </a:r>
            <a:endParaRPr lang="en-US" sz="2800" dirty="0"/>
          </a:p>
        </p:txBody>
      </p:sp>
      <p:sp>
        <p:nvSpPr>
          <p:cNvPr id="10" name="A02_float"/>
          <p:cNvSpPr txBox="1"/>
          <p:nvPr/>
        </p:nvSpPr>
        <p:spPr>
          <a:xfrm>
            <a:off x="1783080" y="3337560"/>
            <a:ext cx="4343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Microsoft Excel</a:t>
            </a:r>
            <a:endParaRPr lang="en-US" sz="1800" dirty="0"/>
          </a:p>
        </p:txBody>
      </p:sp>
      <p:sp>
        <p:nvSpPr>
          <p:cNvPr id="11" name="A02_float"/>
          <p:cNvSpPr txBox="1"/>
          <p:nvPr/>
        </p:nvSpPr>
        <p:spPr>
          <a:xfrm>
            <a:off x="1783080" y="3721608"/>
            <a:ext cx="4343400" cy="594360"/>
          </a:xfrm>
          <a:prstGeom prst="rect">
            <a:avLst/>
          </a:prstGeom>
          <a:noFill/>
          <a:ln/>
        </p:spPr>
        <p:txBody>
          <a:bodyPr wrap="square" lIns="0" tIns="0" rIns="0" bIns="0" rtlCol="0" anchor="t"/>
          <a:lstStyle/>
          <a:p>
            <a:pPr indent="0" marL="0">
              <a:buNone/>
            </a:pPr>
            <a:r>
              <a:rPr lang="en-US" sz="1300" dirty="0">
                <a:solidFill>
                  <a:srgbClr val="C3CCE3"/>
                </a:solidFill>
                <a:latin typeface="Calibri" pitchFamily="34" charset="0"/>
                <a:ea typeface="Calibri" pitchFamily="34" charset="-122"/>
                <a:cs typeface="Calibri" pitchFamily="34" charset="-120"/>
              </a:rPr>
              <a:t>Tables, inventories and records that keep company data organised, accurate and easy to update.</a:t>
            </a:r>
            <a:endParaRPr lang="en-US" sz="1300" dirty="0"/>
          </a:p>
        </p:txBody>
      </p:sp>
      <p:sp>
        <p:nvSpPr>
          <p:cNvPr id="12" name="A03_float"/>
          <p:cNvSpPr/>
          <p:nvPr/>
        </p:nvSpPr>
        <p:spPr>
          <a:xfrm>
            <a:off x="548640" y="4617720"/>
            <a:ext cx="5760720" cy="1280160"/>
          </a:xfrm>
          <a:prstGeom prst="roundRect">
            <a:avLst>
              <a:gd name="adj" fmla="val 8571"/>
            </a:avLst>
          </a:prstGeom>
          <a:solidFill>
            <a:srgbClr val="182C63"/>
          </a:solidFill>
          <a:ln w="9525">
            <a:solidFill>
              <a:srgbClr val="2A3F7A"/>
            </a:solidFill>
            <a:prstDash val="solid"/>
          </a:ln>
        </p:spPr>
      </p:sp>
      <p:sp>
        <p:nvSpPr>
          <p:cNvPr id="13" name="A03_float"/>
          <p:cNvSpPr/>
          <p:nvPr/>
        </p:nvSpPr>
        <p:spPr>
          <a:xfrm>
            <a:off x="822960" y="4892040"/>
            <a:ext cx="731520" cy="731520"/>
          </a:xfrm>
          <a:prstGeom prst="roundRect">
            <a:avLst>
              <a:gd name="adj" fmla="val 12500"/>
            </a:avLst>
          </a:prstGeom>
          <a:solidFill>
            <a:srgbClr val="7A49C7"/>
          </a:solidFill>
          <a:ln/>
        </p:spPr>
      </p:sp>
      <p:pic>
        <p:nvPicPr>
          <p:cNvPr id="14" name="A03_float" descr="Document management">    </p:cNvPr>
          <p:cNvPicPr>
            <a:picLocks noChangeAspect="1"/>
          </p:cNvPicPr>
          <p:nvPr/>
        </p:nvPicPr>
        <p:blipFill>
          <a:blip r:embed="rId1"/>
          <a:stretch>
            <a:fillRect/>
          </a:stretch>
        </p:blipFill>
        <p:spPr>
          <a:xfrm>
            <a:off x="822960" y="4892040"/>
            <a:ext cx="731520" cy="731520"/>
          </a:xfrm>
          <a:prstGeom prst="rect">
            <a:avLst/>
          </a:prstGeom>
        </p:spPr>
      </p:pic>
      <p:sp>
        <p:nvSpPr>
          <p:cNvPr id="15" name="A03_float"/>
          <p:cNvSpPr txBox="1"/>
          <p:nvPr/>
        </p:nvSpPr>
        <p:spPr>
          <a:xfrm>
            <a:off x="1783080" y="4800600"/>
            <a:ext cx="434340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Document management</a:t>
            </a:r>
            <a:endParaRPr lang="en-US" sz="1800" dirty="0"/>
          </a:p>
        </p:txBody>
      </p:sp>
      <p:sp>
        <p:nvSpPr>
          <p:cNvPr id="16" name="A03_float"/>
          <p:cNvSpPr txBox="1"/>
          <p:nvPr/>
        </p:nvSpPr>
        <p:spPr>
          <a:xfrm>
            <a:off x="1783080" y="5184648"/>
            <a:ext cx="4343400" cy="594360"/>
          </a:xfrm>
          <a:prstGeom prst="rect">
            <a:avLst/>
          </a:prstGeom>
          <a:noFill/>
          <a:ln/>
        </p:spPr>
        <p:txBody>
          <a:bodyPr wrap="square" lIns="0" tIns="0" rIns="0" bIns="0" rtlCol="0" anchor="t"/>
          <a:lstStyle/>
          <a:p>
            <a:pPr indent="0" marL="0">
              <a:buNone/>
            </a:pPr>
            <a:r>
              <a:rPr lang="en-US" sz="1300" dirty="0">
                <a:solidFill>
                  <a:srgbClr val="C3CCE3"/>
                </a:solidFill>
                <a:latin typeface="Calibri" pitchFamily="34" charset="0"/>
                <a:ea typeface="Calibri" pitchFamily="34" charset="-122"/>
                <a:cs typeface="Calibri" pitchFamily="34" charset="-120"/>
              </a:rPr>
              <a:t>A structured filing system with clear naming, so information can be found quickly.</a:t>
            </a:r>
            <a:endParaRPr lang="en-US" sz="1300" dirty="0"/>
          </a:p>
        </p:txBody>
      </p:sp>
      <p:sp>
        <p:nvSpPr>
          <p:cNvPr id="17" name="A04_fade"/>
          <p:cNvSpPr/>
          <p:nvPr/>
        </p:nvSpPr>
        <p:spPr>
          <a:xfrm>
            <a:off x="6675120" y="1691640"/>
            <a:ext cx="4967935" cy="4206240"/>
          </a:xfrm>
          <a:prstGeom prst="roundRect">
            <a:avLst>
              <a:gd name="adj" fmla="val 2609"/>
            </a:avLst>
          </a:prstGeom>
          <a:solidFill>
            <a:srgbClr val="FFFFFF"/>
          </a:solidFill>
          <a:ln/>
        </p:spPr>
      </p:sp>
      <p:sp>
        <p:nvSpPr>
          <p:cNvPr id="18" name="A04_fade"/>
          <p:cNvSpPr txBox="1"/>
          <p:nvPr/>
        </p:nvSpPr>
        <p:spPr>
          <a:xfrm>
            <a:off x="7040880" y="1920240"/>
            <a:ext cx="4236415" cy="274320"/>
          </a:xfrm>
          <a:prstGeom prst="rect">
            <a:avLst/>
          </a:prstGeom>
          <a:noFill/>
          <a:ln/>
        </p:spPr>
        <p:txBody>
          <a:bodyPr wrap="square" lIns="0" tIns="0" rIns="0" bIns="0" rtlCol="0" anchor="ctr"/>
          <a:lstStyle/>
          <a:p>
            <a:pPr indent="0" marL="0">
              <a:buNone/>
            </a:pPr>
            <a:r>
              <a:rPr lang="en-US" sz="1200" b="1" spc="300" kern="0" dirty="0">
                <a:solidFill>
                  <a:srgbClr val="7A49C7"/>
                </a:solidFill>
                <a:latin typeface="Calibri" pitchFamily="34" charset="0"/>
                <a:ea typeface="Calibri" pitchFamily="34" charset="-122"/>
                <a:cs typeface="Calibri" pitchFamily="34" charset="-120"/>
              </a:rPr>
              <a:t>MY TYPICAL WORKFLOW</a:t>
            </a:r>
            <a:endParaRPr lang="en-US" sz="1200" dirty="0"/>
          </a:p>
        </p:txBody>
      </p:sp>
      <p:sp>
        <p:nvSpPr>
          <p:cNvPr id="19" name="A04_fade"/>
          <p:cNvSpPr/>
          <p:nvPr/>
        </p:nvSpPr>
        <p:spPr>
          <a:xfrm>
            <a:off x="7315200" y="2651760"/>
            <a:ext cx="0" cy="2688336"/>
          </a:xfrm>
          <a:prstGeom prst="line">
            <a:avLst/>
          </a:prstGeom>
          <a:noFill/>
          <a:ln w="25400">
            <a:solidFill>
              <a:srgbClr val="DDE3EF"/>
            </a:solidFill>
            <a:prstDash val="solid"/>
          </a:ln>
        </p:spPr>
      </p:sp>
      <p:pic>
        <p:nvPicPr>
          <p:cNvPr id="20" name="A05_zoom" descr="Collect">    </p:cNvPr>
          <p:cNvPicPr>
            <a:picLocks noChangeAspect="1"/>
          </p:cNvPicPr>
          <p:nvPr/>
        </p:nvPicPr>
        <p:blipFill>
          <a:blip r:embed="rId2"/>
          <a:stretch>
            <a:fillRect/>
          </a:stretch>
        </p:blipFill>
        <p:spPr>
          <a:xfrm>
            <a:off x="7040880" y="2377440"/>
            <a:ext cx="548640" cy="548640"/>
          </a:xfrm>
          <a:prstGeom prst="rect">
            <a:avLst/>
          </a:prstGeom>
        </p:spPr>
      </p:pic>
      <p:sp>
        <p:nvSpPr>
          <p:cNvPr id="21" name="A05_float"/>
          <p:cNvSpPr txBox="1"/>
          <p:nvPr/>
        </p:nvSpPr>
        <p:spPr>
          <a:xfrm>
            <a:off x="7772400" y="2340864"/>
            <a:ext cx="3596335" cy="292608"/>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Collect</a:t>
            </a:r>
            <a:endParaRPr lang="en-US" sz="1600" dirty="0"/>
          </a:p>
        </p:txBody>
      </p:sp>
      <p:sp>
        <p:nvSpPr>
          <p:cNvPr id="22" name="A05_float"/>
          <p:cNvSpPr txBox="1"/>
          <p:nvPr/>
        </p:nvSpPr>
        <p:spPr>
          <a:xfrm>
            <a:off x="7772400" y="2651760"/>
            <a:ext cx="3596335" cy="45720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Gather information from colleagues and operations</a:t>
            </a:r>
            <a:endParaRPr lang="en-US" sz="1300" dirty="0"/>
          </a:p>
        </p:txBody>
      </p:sp>
      <p:pic>
        <p:nvPicPr>
          <p:cNvPr id="23" name="A06_zoom" descr="Record">    </p:cNvPr>
          <p:cNvPicPr>
            <a:picLocks noChangeAspect="1"/>
          </p:cNvPicPr>
          <p:nvPr/>
        </p:nvPicPr>
        <p:blipFill>
          <a:blip r:embed="rId3"/>
          <a:stretch>
            <a:fillRect/>
          </a:stretch>
        </p:blipFill>
        <p:spPr>
          <a:xfrm>
            <a:off x="7040880" y="3273552"/>
            <a:ext cx="548640" cy="548640"/>
          </a:xfrm>
          <a:prstGeom prst="rect">
            <a:avLst/>
          </a:prstGeom>
        </p:spPr>
      </p:pic>
      <p:sp>
        <p:nvSpPr>
          <p:cNvPr id="24" name="A06_float"/>
          <p:cNvSpPr txBox="1"/>
          <p:nvPr/>
        </p:nvSpPr>
        <p:spPr>
          <a:xfrm>
            <a:off x="7772400" y="3236976"/>
            <a:ext cx="3596335" cy="292608"/>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Record</a:t>
            </a:r>
            <a:endParaRPr lang="en-US" sz="1600" dirty="0"/>
          </a:p>
        </p:txBody>
      </p:sp>
      <p:sp>
        <p:nvSpPr>
          <p:cNvPr id="25" name="A06_float"/>
          <p:cNvSpPr txBox="1"/>
          <p:nvPr/>
        </p:nvSpPr>
        <p:spPr>
          <a:xfrm>
            <a:off x="7772400" y="3547872"/>
            <a:ext cx="3596335" cy="45720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Enter and organise the data in Excel</a:t>
            </a:r>
            <a:endParaRPr lang="en-US" sz="1300" dirty="0"/>
          </a:p>
        </p:txBody>
      </p:sp>
      <p:pic>
        <p:nvPicPr>
          <p:cNvPr id="26" name="A07_zoom" descr="Produce">    </p:cNvPr>
          <p:cNvPicPr>
            <a:picLocks noChangeAspect="1"/>
          </p:cNvPicPr>
          <p:nvPr/>
        </p:nvPicPr>
        <p:blipFill>
          <a:blip r:embed="rId4"/>
          <a:stretch>
            <a:fillRect/>
          </a:stretch>
        </p:blipFill>
        <p:spPr>
          <a:xfrm>
            <a:off x="7040880" y="4169664"/>
            <a:ext cx="548640" cy="548640"/>
          </a:xfrm>
          <a:prstGeom prst="rect">
            <a:avLst/>
          </a:prstGeom>
        </p:spPr>
      </p:pic>
      <p:sp>
        <p:nvSpPr>
          <p:cNvPr id="27" name="A07_float"/>
          <p:cNvSpPr txBox="1"/>
          <p:nvPr/>
        </p:nvSpPr>
        <p:spPr>
          <a:xfrm>
            <a:off x="7772400" y="4133088"/>
            <a:ext cx="3596335" cy="292608"/>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Produce</a:t>
            </a:r>
            <a:endParaRPr lang="en-US" sz="1600" dirty="0"/>
          </a:p>
        </p:txBody>
      </p:sp>
      <p:sp>
        <p:nvSpPr>
          <p:cNvPr id="28" name="A07_float"/>
          <p:cNvSpPr txBox="1"/>
          <p:nvPr/>
        </p:nvSpPr>
        <p:spPr>
          <a:xfrm>
            <a:off x="7772400" y="4443984"/>
            <a:ext cx="3596335" cy="45720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Turn it into clear, professional documents in Word</a:t>
            </a:r>
            <a:endParaRPr lang="en-US" sz="1300" dirty="0"/>
          </a:p>
        </p:txBody>
      </p:sp>
      <p:pic>
        <p:nvPicPr>
          <p:cNvPr id="29" name="A08_zoom" descr="File">    </p:cNvPr>
          <p:cNvPicPr>
            <a:picLocks noChangeAspect="1"/>
          </p:cNvPicPr>
          <p:nvPr/>
        </p:nvPicPr>
        <p:blipFill>
          <a:blip r:embed="rId5"/>
          <a:stretch>
            <a:fillRect/>
          </a:stretch>
        </p:blipFill>
        <p:spPr>
          <a:xfrm>
            <a:off x="7040880" y="5065776"/>
            <a:ext cx="548640" cy="548640"/>
          </a:xfrm>
          <a:prstGeom prst="rect">
            <a:avLst/>
          </a:prstGeom>
        </p:spPr>
      </p:pic>
      <p:sp>
        <p:nvSpPr>
          <p:cNvPr id="30" name="A08_float"/>
          <p:cNvSpPr txBox="1"/>
          <p:nvPr/>
        </p:nvSpPr>
        <p:spPr>
          <a:xfrm>
            <a:off x="7772400" y="5029200"/>
            <a:ext cx="3596335" cy="292608"/>
          </a:xfrm>
          <a:prstGeom prst="rect">
            <a:avLst/>
          </a:prstGeom>
          <a:noFill/>
          <a:ln/>
        </p:spPr>
        <p:txBody>
          <a:bodyPr wrap="square" lIns="0" tIns="0" rIns="0" bIns="0" rtlCol="0" anchor="ctr"/>
          <a:lstStyle/>
          <a:p>
            <a:pPr indent="0" marL="0">
              <a:buNone/>
            </a:pPr>
            <a:r>
              <a:rPr lang="en-US" sz="1600" b="1" dirty="0">
                <a:solidFill>
                  <a:srgbClr val="15203F"/>
                </a:solidFill>
                <a:latin typeface="Calibri" pitchFamily="34" charset="0"/>
                <a:ea typeface="Calibri" pitchFamily="34" charset="-122"/>
                <a:cs typeface="Calibri" pitchFamily="34" charset="-120"/>
              </a:rPr>
              <a:t>File</a:t>
            </a:r>
            <a:endParaRPr lang="en-US" sz="1600" dirty="0"/>
          </a:p>
        </p:txBody>
      </p:sp>
      <p:sp>
        <p:nvSpPr>
          <p:cNvPr id="31" name="A08_float"/>
          <p:cNvSpPr txBox="1"/>
          <p:nvPr/>
        </p:nvSpPr>
        <p:spPr>
          <a:xfrm>
            <a:off x="7772400" y="5340096"/>
            <a:ext cx="3596335" cy="45720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Archive everything so it is easy to retrieve</a:t>
            </a:r>
            <a:endParaRPr lang="en-US" sz="1300" dirty="0"/>
          </a:p>
        </p:txBody>
      </p:sp>
      <p:sp>
        <p:nvSpPr>
          <p:cNvPr id="32" name="Shape 25"/>
          <p:cNvSpPr/>
          <p:nvPr/>
        </p:nvSpPr>
        <p:spPr>
          <a:xfrm>
            <a:off x="475488" y="6336792"/>
            <a:ext cx="786384" cy="347472"/>
          </a:xfrm>
          <a:prstGeom prst="roundRect">
            <a:avLst>
              <a:gd name="adj" fmla="val 21053"/>
            </a:avLst>
          </a:prstGeom>
          <a:solidFill>
            <a:srgbClr val="FFFFFF"/>
          </a:solidFill>
          <a:ln/>
        </p:spPr>
      </p:sp>
      <p:pic>
        <p:nvPicPr>
          <p:cNvPr id="33" name="Image 5" descr="KVK logo">    </p:cNvPr>
          <p:cNvPicPr>
            <a:picLocks noChangeAspect="1"/>
          </p:cNvPicPr>
          <p:nvPr/>
        </p:nvPicPr>
        <p:blipFill>
          <a:blip r:embed="rId6"/>
          <a:stretch>
            <a:fillRect/>
          </a:stretch>
        </p:blipFill>
        <p:spPr>
          <a:xfrm>
            <a:off x="548640" y="6382512"/>
            <a:ext cx="621792" cy="256032"/>
          </a:xfrm>
          <a:prstGeom prst="rect">
            <a:avLst/>
          </a:prstGeom>
        </p:spPr>
      </p:pic>
      <p:sp>
        <p:nvSpPr>
          <p:cNvPr id="34" name="Text 26"/>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AEB9D6"/>
                </a:solidFill>
                <a:latin typeface="Calibri" pitchFamily="34" charset="0"/>
                <a:ea typeface="Calibri" pitchFamily="34" charset="-122"/>
                <a:cs typeface="Calibri" pitchFamily="34" charset="-120"/>
              </a:rPr>
              <a:t>Haithem Cheniti  ·  Erasmus+ Internship Defence</a:t>
            </a:r>
            <a:endParaRPr lang="en-US" sz="1000" dirty="0"/>
          </a:p>
        </p:txBody>
      </p:sp>
      <p:sp>
        <p:nvSpPr>
          <p:cNvPr id="35" name="Text 27"/>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5CC6E6"/>
                </a:solidFill>
                <a:latin typeface="Calibri" pitchFamily="34" charset="0"/>
                <a:ea typeface="Calibri" pitchFamily="34" charset="-122"/>
                <a:cs typeface="Calibri" pitchFamily="34" charset="-120"/>
              </a:rPr>
              <a:t>07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700"/>
                                        <p:tgtEl>
                                          <p:spTgt spid="4"/>
                                        </p:tgtEl>
                                      </p:cBhvr>
                                    </p:animEffect>
                                    <p:anim calcmode="lin" valueType="num">
                                      <p:cBhvr>
                                        <p:cTn id="16" dur="700" fill="hold"/>
                                        <p:tgtEl>
                                          <p:spTgt spid="4"/>
                                        </p:tgtEl>
                                        <p:attrNameLst>
                                          <p:attrName>ppt_x</p:attrName>
                                        </p:attrNameLst>
                                      </p:cBhvr>
                                      <p:tavLst>
                                        <p:tav tm="0">
                                          <p:val>
                                            <p:strVal val="#ppt_x"/>
                                          </p:val>
                                        </p:tav>
                                        <p:tav tm="100000">
                                          <p:val>
                                            <p:strVal val="#ppt_x"/>
                                          </p:val>
                                        </p:tav>
                                      </p:tavLst>
                                    </p:anim>
                                    <p:anim calcmode="lin" valueType="num">
                                      <p:cBhvr>
                                        <p:cTn id="17" dur="70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22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700"/>
                                        <p:tgtEl>
                                          <p:spTgt spid="5"/>
                                        </p:tgtEl>
                                      </p:cBhvr>
                                    </p:animEffect>
                                    <p:anim calcmode="lin" valueType="num">
                                      <p:cBhvr>
                                        <p:cTn id="21" dur="700" fill="hold"/>
                                        <p:tgtEl>
                                          <p:spTgt spid="5"/>
                                        </p:tgtEl>
                                        <p:attrNameLst>
                                          <p:attrName>ppt_x</p:attrName>
                                        </p:attrNameLst>
                                      </p:cBhvr>
                                      <p:tavLst>
                                        <p:tav tm="0">
                                          <p:val>
                                            <p:strVal val="#ppt_x"/>
                                          </p:val>
                                        </p:tav>
                                        <p:tav tm="100000">
                                          <p:val>
                                            <p:strVal val="#ppt_x"/>
                                          </p:val>
                                        </p:tav>
                                      </p:tavLst>
                                    </p:anim>
                                    <p:anim calcmode="lin" valueType="num">
                                      <p:cBhvr>
                                        <p:cTn id="22"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00"/>
                                        <p:tgtEl>
                                          <p:spTgt spid="6"/>
                                        </p:tgtEl>
                                      </p:cBhvr>
                                    </p:animEffect>
                                    <p:anim calcmode="lin" valueType="num">
                                      <p:cBhvr>
                                        <p:cTn id="26" dur="700" fill="hold"/>
                                        <p:tgtEl>
                                          <p:spTgt spid="6"/>
                                        </p:tgtEl>
                                        <p:attrNameLst>
                                          <p:attrName>ppt_x</p:attrName>
                                        </p:attrNameLst>
                                      </p:cBhvr>
                                      <p:tavLst>
                                        <p:tav tm="0">
                                          <p:val>
                                            <p:strVal val="#ppt_x"/>
                                          </p:val>
                                        </p:tav>
                                        <p:tav tm="100000">
                                          <p:val>
                                            <p:strVal val="#ppt_x"/>
                                          </p:val>
                                        </p:tav>
                                      </p:tavLst>
                                    </p:anim>
                                    <p:anim calcmode="lin" valueType="num">
                                      <p:cBhvr>
                                        <p:cTn id="27"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22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p:cTn id="31" dur="700" fill="hold"/>
                                        <p:tgtEl>
                                          <p:spTgt spid="7"/>
                                        </p:tgtEl>
                                        <p:attrNameLst>
                                          <p:attrName>ppt_x</p:attrName>
                                        </p:attrNameLst>
                                      </p:cBhvr>
                                      <p:tavLst>
                                        <p:tav tm="0">
                                          <p:val>
                                            <p:strVal val="#ppt_x"/>
                                          </p:val>
                                        </p:tav>
                                        <p:tav tm="100000">
                                          <p:val>
                                            <p:strVal val="#ppt_x"/>
                                          </p:val>
                                        </p:tav>
                                      </p:tavLst>
                                    </p:anim>
                                    <p:anim calcmode="lin" valueType="num">
                                      <p:cBhvr>
                                        <p:cTn id="32"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4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00"/>
                                        <p:tgtEl>
                                          <p:spTgt spid="8"/>
                                        </p:tgtEl>
                                      </p:cBhvr>
                                    </p:animEffect>
                                    <p:anim calcmode="lin" valueType="num">
                                      <p:cBhvr>
                                        <p:cTn id="36" dur="700" fill="hold"/>
                                        <p:tgtEl>
                                          <p:spTgt spid="8"/>
                                        </p:tgtEl>
                                        <p:attrNameLst>
                                          <p:attrName>ppt_x</p:attrName>
                                        </p:attrNameLst>
                                      </p:cBhvr>
                                      <p:tavLst>
                                        <p:tav tm="0">
                                          <p:val>
                                            <p:strVal val="#ppt_x"/>
                                          </p:val>
                                        </p:tav>
                                        <p:tav tm="100000">
                                          <p:val>
                                            <p:strVal val="#ppt_x"/>
                                          </p:val>
                                        </p:tav>
                                      </p:tavLst>
                                    </p:anim>
                                    <p:anim calcmode="lin" valueType="num">
                                      <p:cBhvr>
                                        <p:cTn id="37" dur="700" fill="hold"/>
                                        <p:tgtEl>
                                          <p:spTgt spid="8"/>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44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p:cTn id="41" dur="700" fill="hold"/>
                                        <p:tgtEl>
                                          <p:spTgt spid="9"/>
                                        </p:tgtEl>
                                        <p:attrNameLst>
                                          <p:attrName>ppt_x</p:attrName>
                                        </p:attrNameLst>
                                      </p:cBhvr>
                                      <p:tavLst>
                                        <p:tav tm="0">
                                          <p:val>
                                            <p:strVal val="#ppt_x"/>
                                          </p:val>
                                        </p:tav>
                                        <p:tav tm="100000">
                                          <p:val>
                                            <p:strVal val="#ppt_x"/>
                                          </p:val>
                                        </p:tav>
                                      </p:tavLst>
                                    </p:anim>
                                    <p:anim calcmode="lin" valueType="num">
                                      <p:cBhvr>
                                        <p:cTn id="42" dur="700" fill="hold"/>
                                        <p:tgtEl>
                                          <p:spTgt spid="9"/>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44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700"/>
                                        <p:tgtEl>
                                          <p:spTgt spid="10"/>
                                        </p:tgtEl>
                                      </p:cBhvr>
                                    </p:animEffect>
                                    <p:anim calcmode="lin" valueType="num">
                                      <p:cBhvr>
                                        <p:cTn id="46" dur="700" fill="hold"/>
                                        <p:tgtEl>
                                          <p:spTgt spid="10"/>
                                        </p:tgtEl>
                                        <p:attrNameLst>
                                          <p:attrName>ppt_x</p:attrName>
                                        </p:attrNameLst>
                                      </p:cBhvr>
                                      <p:tavLst>
                                        <p:tav tm="0">
                                          <p:val>
                                            <p:strVal val="#ppt_x"/>
                                          </p:val>
                                        </p:tav>
                                        <p:tav tm="100000">
                                          <p:val>
                                            <p:strVal val="#ppt_x"/>
                                          </p:val>
                                        </p:tav>
                                      </p:tavLst>
                                    </p:anim>
                                    <p:anim calcmode="lin" valueType="num">
                                      <p:cBhvr>
                                        <p:cTn id="47" dur="700" fill="hold"/>
                                        <p:tgtEl>
                                          <p:spTgt spid="10"/>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44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700"/>
                                        <p:tgtEl>
                                          <p:spTgt spid="11"/>
                                        </p:tgtEl>
                                      </p:cBhvr>
                                    </p:animEffect>
                                    <p:anim calcmode="lin" valueType="num">
                                      <p:cBhvr>
                                        <p:cTn id="51" dur="700" fill="hold"/>
                                        <p:tgtEl>
                                          <p:spTgt spid="11"/>
                                        </p:tgtEl>
                                        <p:attrNameLst>
                                          <p:attrName>ppt_x</p:attrName>
                                        </p:attrNameLst>
                                      </p:cBhvr>
                                      <p:tavLst>
                                        <p:tav tm="0">
                                          <p:val>
                                            <p:strVal val="#ppt_x"/>
                                          </p:val>
                                        </p:tav>
                                        <p:tav tm="100000">
                                          <p:val>
                                            <p:strVal val="#ppt_x"/>
                                          </p:val>
                                        </p:tav>
                                      </p:tavLst>
                                    </p:anim>
                                    <p:anim calcmode="lin" valueType="num">
                                      <p:cBhvr>
                                        <p:cTn id="52" dur="700" fill="hold"/>
                                        <p:tgtEl>
                                          <p:spTgt spid="11"/>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66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700"/>
                                        <p:tgtEl>
                                          <p:spTgt spid="12"/>
                                        </p:tgtEl>
                                      </p:cBhvr>
                                    </p:animEffect>
                                    <p:anim calcmode="lin" valueType="num">
                                      <p:cBhvr>
                                        <p:cTn id="56" dur="700" fill="hold"/>
                                        <p:tgtEl>
                                          <p:spTgt spid="12"/>
                                        </p:tgtEl>
                                        <p:attrNameLst>
                                          <p:attrName>ppt_x</p:attrName>
                                        </p:attrNameLst>
                                      </p:cBhvr>
                                      <p:tavLst>
                                        <p:tav tm="0">
                                          <p:val>
                                            <p:strVal val="#ppt_x"/>
                                          </p:val>
                                        </p:tav>
                                        <p:tav tm="100000">
                                          <p:val>
                                            <p:strVal val="#ppt_x"/>
                                          </p:val>
                                        </p:tav>
                                      </p:tavLst>
                                    </p:anim>
                                    <p:anim calcmode="lin" valueType="num">
                                      <p:cBhvr>
                                        <p:cTn id="57" dur="700" fill="hold"/>
                                        <p:tgtEl>
                                          <p:spTgt spid="12"/>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66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700"/>
                                        <p:tgtEl>
                                          <p:spTgt spid="13"/>
                                        </p:tgtEl>
                                      </p:cBhvr>
                                    </p:animEffect>
                                    <p:anim calcmode="lin" valueType="num">
                                      <p:cBhvr>
                                        <p:cTn id="61" dur="700" fill="hold"/>
                                        <p:tgtEl>
                                          <p:spTgt spid="13"/>
                                        </p:tgtEl>
                                        <p:attrNameLst>
                                          <p:attrName>ppt_x</p:attrName>
                                        </p:attrNameLst>
                                      </p:cBhvr>
                                      <p:tavLst>
                                        <p:tav tm="0">
                                          <p:val>
                                            <p:strVal val="#ppt_x"/>
                                          </p:val>
                                        </p:tav>
                                        <p:tav tm="100000">
                                          <p:val>
                                            <p:strVal val="#ppt_x"/>
                                          </p:val>
                                        </p:tav>
                                      </p:tavLst>
                                    </p:anim>
                                    <p:anim calcmode="lin" valueType="num">
                                      <p:cBhvr>
                                        <p:cTn id="62" dur="700" fill="hold"/>
                                        <p:tgtEl>
                                          <p:spTgt spid="13"/>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66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p:cTn id="66" dur="700" fill="hold"/>
                                        <p:tgtEl>
                                          <p:spTgt spid="14"/>
                                        </p:tgtEl>
                                        <p:attrNameLst>
                                          <p:attrName>ppt_x</p:attrName>
                                        </p:attrNameLst>
                                      </p:cBhvr>
                                      <p:tavLst>
                                        <p:tav tm="0">
                                          <p:val>
                                            <p:strVal val="#ppt_x"/>
                                          </p:val>
                                        </p:tav>
                                        <p:tav tm="100000">
                                          <p:val>
                                            <p:strVal val="#ppt_x"/>
                                          </p:val>
                                        </p:tav>
                                      </p:tavLst>
                                    </p:anim>
                                    <p:anim calcmode="lin" valueType="num">
                                      <p:cBhvr>
                                        <p:cTn id="67" dur="700" fill="hold"/>
                                        <p:tgtEl>
                                          <p:spTgt spid="14"/>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66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700"/>
                                        <p:tgtEl>
                                          <p:spTgt spid="15"/>
                                        </p:tgtEl>
                                      </p:cBhvr>
                                    </p:animEffect>
                                    <p:anim calcmode="lin" valueType="num">
                                      <p:cBhvr>
                                        <p:cTn id="71" dur="700" fill="hold"/>
                                        <p:tgtEl>
                                          <p:spTgt spid="15"/>
                                        </p:tgtEl>
                                        <p:attrNameLst>
                                          <p:attrName>ppt_x</p:attrName>
                                        </p:attrNameLst>
                                      </p:cBhvr>
                                      <p:tavLst>
                                        <p:tav tm="0">
                                          <p:val>
                                            <p:strVal val="#ppt_x"/>
                                          </p:val>
                                        </p:tav>
                                        <p:tav tm="100000">
                                          <p:val>
                                            <p:strVal val="#ppt_x"/>
                                          </p:val>
                                        </p:tav>
                                      </p:tavLst>
                                    </p:anim>
                                    <p:anim calcmode="lin" valueType="num">
                                      <p:cBhvr>
                                        <p:cTn id="72" dur="700" fill="hold"/>
                                        <p:tgtEl>
                                          <p:spTgt spid="15"/>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66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700"/>
                                        <p:tgtEl>
                                          <p:spTgt spid="16"/>
                                        </p:tgtEl>
                                      </p:cBhvr>
                                    </p:animEffect>
                                    <p:anim calcmode="lin" valueType="num">
                                      <p:cBhvr>
                                        <p:cTn id="76" dur="700" fill="hold"/>
                                        <p:tgtEl>
                                          <p:spTgt spid="16"/>
                                        </p:tgtEl>
                                        <p:attrNameLst>
                                          <p:attrName>ppt_x</p:attrName>
                                        </p:attrNameLst>
                                      </p:cBhvr>
                                      <p:tavLst>
                                        <p:tav tm="0">
                                          <p:val>
                                            <p:strVal val="#ppt_x"/>
                                          </p:val>
                                        </p:tav>
                                        <p:tav tm="100000">
                                          <p:val>
                                            <p:strVal val="#ppt_x"/>
                                          </p:val>
                                        </p:tav>
                                      </p:tavLst>
                                    </p:anim>
                                    <p:anim calcmode="lin" valueType="num">
                                      <p:cBhvr>
                                        <p:cTn id="77" dur="700" fill="hold"/>
                                        <p:tgtEl>
                                          <p:spTgt spid="16"/>
                                        </p:tgtEl>
                                        <p:attrNameLst>
                                          <p:attrName>ppt_y</p:attrName>
                                        </p:attrNameLst>
                                      </p:cBhvr>
                                      <p:tavLst>
                                        <p:tav tm="0">
                                          <p:val>
                                            <p:strVal val="#ppt_y+.06"/>
                                          </p:val>
                                        </p:tav>
                                        <p:tav tm="100000">
                                          <p:val>
                                            <p:strVal val="#ppt_y"/>
                                          </p:val>
                                        </p:tav>
                                      </p:tavLst>
                                    </p:anim>
                                  </p:childTnLst>
                                </p:cTn>
                              </p:par>
                              <p:par>
                                <p:cTn id="78" presetID="10" presetClass="entr" presetSubtype="0" fill="hold" grpId="0" nodeType="withEffect">
                                  <p:stCondLst>
                                    <p:cond delay="88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600"/>
                                        <p:tgtEl>
                                          <p:spTgt spid="17"/>
                                        </p:tgtEl>
                                      </p:cBhvr>
                                    </p:animEffect>
                                  </p:childTnLst>
                                </p:cTn>
                              </p:par>
                              <p:par>
                                <p:cTn id="81" presetID="10" presetClass="entr" presetSubtype="0" fill="hold" grpId="0" nodeType="withEffect">
                                  <p:stCondLst>
                                    <p:cond delay="880"/>
                                  </p:stCondLst>
                                  <p:childTnLst>
                                    <p:set>
                                      <p:cBhvr>
                                        <p:cTn id="82" dur="1" fill="hold">
                                          <p:stCondLst>
                                            <p:cond delay="0"/>
                                          </p:stCondLst>
                                        </p:cTn>
                                        <p:tgtEl>
                                          <p:spTgt spid="18"/>
                                        </p:tgtEl>
                                        <p:attrNameLst>
                                          <p:attrName>style.visibility</p:attrName>
                                        </p:attrNameLst>
                                      </p:cBhvr>
                                      <p:to>
                                        <p:strVal val="visible"/>
                                      </p:to>
                                    </p:set>
                                    <p:animEffect transition="in" filter="fade">
                                      <p:cBhvr>
                                        <p:cTn id="83" dur="600"/>
                                        <p:tgtEl>
                                          <p:spTgt spid="18"/>
                                        </p:tgtEl>
                                      </p:cBhvr>
                                    </p:animEffect>
                                  </p:childTnLst>
                                </p:cTn>
                              </p:par>
                              <p:par>
                                <p:cTn id="84" presetID="10" presetClass="entr" presetSubtype="0" fill="hold" grpId="0" nodeType="withEffect">
                                  <p:stCondLst>
                                    <p:cond delay="880"/>
                                  </p:stCondLst>
                                  <p:childTnLst>
                                    <p:set>
                                      <p:cBhvr>
                                        <p:cTn id="85" dur="1" fill="hold">
                                          <p:stCondLst>
                                            <p:cond delay="0"/>
                                          </p:stCondLst>
                                        </p:cTn>
                                        <p:tgtEl>
                                          <p:spTgt spid="19"/>
                                        </p:tgtEl>
                                        <p:attrNameLst>
                                          <p:attrName>style.visibility</p:attrName>
                                        </p:attrNameLst>
                                      </p:cBhvr>
                                      <p:to>
                                        <p:strVal val="visible"/>
                                      </p:to>
                                    </p:set>
                                    <p:animEffect transition="in" filter="fade">
                                      <p:cBhvr>
                                        <p:cTn id="86" dur="600"/>
                                        <p:tgtEl>
                                          <p:spTgt spid="19"/>
                                        </p:tgtEl>
                                      </p:cBhvr>
                                    </p:animEffect>
                                  </p:childTnLst>
                                </p:cTn>
                              </p:par>
                              <p:par>
                                <p:cTn id="87" presetID="53" presetClass="entr" presetSubtype="16" fill="hold" grpId="0" nodeType="withEffect">
                                  <p:stCondLst>
                                    <p:cond delay="1100"/>
                                  </p:stCondLst>
                                  <p:childTnLst>
                                    <p:set>
                                      <p:cBhvr>
                                        <p:cTn id="88" dur="1" fill="hold">
                                          <p:stCondLst>
                                            <p:cond delay="0"/>
                                          </p:stCondLst>
                                        </p:cTn>
                                        <p:tgtEl>
                                          <p:spTgt spid="20"/>
                                        </p:tgtEl>
                                        <p:attrNameLst>
                                          <p:attrName>style.visibility</p:attrName>
                                        </p:attrNameLst>
                                      </p:cBhvr>
                                      <p:to>
                                        <p:strVal val="visible"/>
                                      </p:to>
                                    </p:set>
                                    <p:anim calcmode="lin" valueType="num">
                                      <p:cBhvr>
                                        <p:cTn id="89" dur="500" fill="hold"/>
                                        <p:tgtEl>
                                          <p:spTgt spid="20"/>
                                        </p:tgtEl>
                                        <p:attrNameLst>
                                          <p:attrName>ppt_w</p:attrName>
                                        </p:attrNameLst>
                                      </p:cBhvr>
                                      <p:tavLst>
                                        <p:tav tm="0">
                                          <p:val>
                                            <p:fltVal val="0"/>
                                          </p:val>
                                        </p:tav>
                                        <p:tav tm="100000">
                                          <p:val>
                                            <p:strVal val="#ppt_w"/>
                                          </p:val>
                                        </p:tav>
                                      </p:tavLst>
                                    </p:anim>
                                    <p:anim calcmode="lin" valueType="num">
                                      <p:cBhvr>
                                        <p:cTn id="90" dur="500" fill="hold"/>
                                        <p:tgtEl>
                                          <p:spTgt spid="20"/>
                                        </p:tgtEl>
                                        <p:attrNameLst>
                                          <p:attrName>ppt_h</p:attrName>
                                        </p:attrNameLst>
                                      </p:cBhvr>
                                      <p:tavLst>
                                        <p:tav tm="0">
                                          <p:val>
                                            <p:fltVal val="0"/>
                                          </p:val>
                                        </p:tav>
                                        <p:tav tm="100000">
                                          <p:val>
                                            <p:strVal val="#ppt_h"/>
                                          </p:val>
                                        </p:tav>
                                      </p:tavLst>
                                    </p:anim>
                                    <p:animEffect transition="in" filter="fade">
                                      <p:cBhvr>
                                        <p:cTn id="91" dur="500"/>
                                        <p:tgtEl>
                                          <p:spTgt spid="20"/>
                                        </p:tgtEl>
                                      </p:cBhvr>
                                    </p:animEffect>
                                  </p:childTnLst>
                                </p:cTn>
                              </p:par>
                              <p:par>
                                <p:cTn id="92" presetID="42" presetClass="entr" presetSubtype="0" fill="hold" grpId="0" nodeType="withEffect">
                                  <p:stCondLst>
                                    <p:cond delay="1100"/>
                                  </p:stCondLst>
                                  <p:childTnLst>
                                    <p:set>
                                      <p:cBhvr>
                                        <p:cTn id="93" dur="1" fill="hold">
                                          <p:stCondLst>
                                            <p:cond delay="0"/>
                                          </p:stCondLst>
                                        </p:cTn>
                                        <p:tgtEl>
                                          <p:spTgt spid="21"/>
                                        </p:tgtEl>
                                        <p:attrNameLst>
                                          <p:attrName>style.visibility</p:attrName>
                                        </p:attrNameLst>
                                      </p:cBhvr>
                                      <p:to>
                                        <p:strVal val="visible"/>
                                      </p:to>
                                    </p:set>
                                    <p:animEffect transition="in" filter="fade">
                                      <p:cBhvr>
                                        <p:cTn id="94" dur="700"/>
                                        <p:tgtEl>
                                          <p:spTgt spid="21"/>
                                        </p:tgtEl>
                                      </p:cBhvr>
                                    </p:animEffect>
                                    <p:anim calcmode="lin" valueType="num">
                                      <p:cBhvr>
                                        <p:cTn id="95" dur="700" fill="hold"/>
                                        <p:tgtEl>
                                          <p:spTgt spid="21"/>
                                        </p:tgtEl>
                                        <p:attrNameLst>
                                          <p:attrName>ppt_x</p:attrName>
                                        </p:attrNameLst>
                                      </p:cBhvr>
                                      <p:tavLst>
                                        <p:tav tm="0">
                                          <p:val>
                                            <p:strVal val="#ppt_x"/>
                                          </p:val>
                                        </p:tav>
                                        <p:tav tm="100000">
                                          <p:val>
                                            <p:strVal val="#ppt_x"/>
                                          </p:val>
                                        </p:tav>
                                      </p:tavLst>
                                    </p:anim>
                                    <p:anim calcmode="lin" valueType="num">
                                      <p:cBhvr>
                                        <p:cTn id="96" dur="700" fill="hold"/>
                                        <p:tgtEl>
                                          <p:spTgt spid="21"/>
                                        </p:tgtEl>
                                        <p:attrNameLst>
                                          <p:attrName>ppt_y</p:attrName>
                                        </p:attrNameLst>
                                      </p:cBhvr>
                                      <p:tavLst>
                                        <p:tav tm="0">
                                          <p:val>
                                            <p:strVal val="#ppt_y+.06"/>
                                          </p:val>
                                        </p:tav>
                                        <p:tav tm="100000">
                                          <p:val>
                                            <p:strVal val="#ppt_y"/>
                                          </p:val>
                                        </p:tav>
                                      </p:tavLst>
                                    </p:anim>
                                  </p:childTnLst>
                                </p:cTn>
                              </p:par>
                              <p:par>
                                <p:cTn id="97" presetID="42" presetClass="entr" presetSubtype="0" fill="hold" grpId="0" nodeType="withEffect">
                                  <p:stCondLst>
                                    <p:cond delay="1100"/>
                                  </p:stCondLst>
                                  <p:childTnLst>
                                    <p:set>
                                      <p:cBhvr>
                                        <p:cTn id="98" dur="1" fill="hold">
                                          <p:stCondLst>
                                            <p:cond delay="0"/>
                                          </p:stCondLst>
                                        </p:cTn>
                                        <p:tgtEl>
                                          <p:spTgt spid="22"/>
                                        </p:tgtEl>
                                        <p:attrNameLst>
                                          <p:attrName>style.visibility</p:attrName>
                                        </p:attrNameLst>
                                      </p:cBhvr>
                                      <p:to>
                                        <p:strVal val="visible"/>
                                      </p:to>
                                    </p:set>
                                    <p:animEffect transition="in" filter="fade">
                                      <p:cBhvr>
                                        <p:cTn id="99" dur="700"/>
                                        <p:tgtEl>
                                          <p:spTgt spid="22"/>
                                        </p:tgtEl>
                                      </p:cBhvr>
                                    </p:animEffect>
                                    <p:anim calcmode="lin" valueType="num">
                                      <p:cBhvr>
                                        <p:cTn id="100" dur="700" fill="hold"/>
                                        <p:tgtEl>
                                          <p:spTgt spid="22"/>
                                        </p:tgtEl>
                                        <p:attrNameLst>
                                          <p:attrName>ppt_x</p:attrName>
                                        </p:attrNameLst>
                                      </p:cBhvr>
                                      <p:tavLst>
                                        <p:tav tm="0">
                                          <p:val>
                                            <p:strVal val="#ppt_x"/>
                                          </p:val>
                                        </p:tav>
                                        <p:tav tm="100000">
                                          <p:val>
                                            <p:strVal val="#ppt_x"/>
                                          </p:val>
                                        </p:tav>
                                      </p:tavLst>
                                    </p:anim>
                                    <p:anim calcmode="lin" valueType="num">
                                      <p:cBhvr>
                                        <p:cTn id="101" dur="700" fill="hold"/>
                                        <p:tgtEl>
                                          <p:spTgt spid="22"/>
                                        </p:tgtEl>
                                        <p:attrNameLst>
                                          <p:attrName>ppt_y</p:attrName>
                                        </p:attrNameLst>
                                      </p:cBhvr>
                                      <p:tavLst>
                                        <p:tav tm="0">
                                          <p:val>
                                            <p:strVal val="#ppt_y+.06"/>
                                          </p:val>
                                        </p:tav>
                                        <p:tav tm="100000">
                                          <p:val>
                                            <p:strVal val="#ppt_y"/>
                                          </p:val>
                                        </p:tav>
                                      </p:tavLst>
                                    </p:anim>
                                  </p:childTnLst>
                                </p:cTn>
                              </p:par>
                              <p:par>
                                <p:cTn id="102" presetID="53" presetClass="entr" presetSubtype="16" fill="hold" grpId="0" nodeType="withEffect">
                                  <p:stCondLst>
                                    <p:cond delay="1320"/>
                                  </p:stCondLst>
                                  <p:childTnLst>
                                    <p:set>
                                      <p:cBhvr>
                                        <p:cTn id="103" dur="1" fill="hold">
                                          <p:stCondLst>
                                            <p:cond delay="0"/>
                                          </p:stCondLst>
                                        </p:cTn>
                                        <p:tgtEl>
                                          <p:spTgt spid="23"/>
                                        </p:tgtEl>
                                        <p:attrNameLst>
                                          <p:attrName>style.visibility</p:attrName>
                                        </p:attrNameLst>
                                      </p:cBhvr>
                                      <p:to>
                                        <p:strVal val="visible"/>
                                      </p:to>
                                    </p:set>
                                    <p:anim calcmode="lin" valueType="num">
                                      <p:cBhvr>
                                        <p:cTn id="104" dur="500" fill="hold"/>
                                        <p:tgtEl>
                                          <p:spTgt spid="23"/>
                                        </p:tgtEl>
                                        <p:attrNameLst>
                                          <p:attrName>ppt_w</p:attrName>
                                        </p:attrNameLst>
                                      </p:cBhvr>
                                      <p:tavLst>
                                        <p:tav tm="0">
                                          <p:val>
                                            <p:fltVal val="0"/>
                                          </p:val>
                                        </p:tav>
                                        <p:tav tm="100000">
                                          <p:val>
                                            <p:strVal val="#ppt_w"/>
                                          </p:val>
                                        </p:tav>
                                      </p:tavLst>
                                    </p:anim>
                                    <p:anim calcmode="lin" valueType="num">
                                      <p:cBhvr>
                                        <p:cTn id="105" dur="500" fill="hold"/>
                                        <p:tgtEl>
                                          <p:spTgt spid="23"/>
                                        </p:tgtEl>
                                        <p:attrNameLst>
                                          <p:attrName>ppt_h</p:attrName>
                                        </p:attrNameLst>
                                      </p:cBhvr>
                                      <p:tavLst>
                                        <p:tav tm="0">
                                          <p:val>
                                            <p:fltVal val="0"/>
                                          </p:val>
                                        </p:tav>
                                        <p:tav tm="100000">
                                          <p:val>
                                            <p:strVal val="#ppt_h"/>
                                          </p:val>
                                        </p:tav>
                                      </p:tavLst>
                                    </p:anim>
                                    <p:animEffect transition="in" filter="fade">
                                      <p:cBhvr>
                                        <p:cTn id="106" dur="500"/>
                                        <p:tgtEl>
                                          <p:spTgt spid="23"/>
                                        </p:tgtEl>
                                      </p:cBhvr>
                                    </p:animEffect>
                                  </p:childTnLst>
                                </p:cTn>
                              </p:par>
                              <p:par>
                                <p:cTn id="107" presetID="42" presetClass="entr" presetSubtype="0" fill="hold" grpId="0" nodeType="withEffect">
                                  <p:stCondLst>
                                    <p:cond delay="1320"/>
                                  </p:stCondLst>
                                  <p:childTnLst>
                                    <p:set>
                                      <p:cBhvr>
                                        <p:cTn id="108" dur="1" fill="hold">
                                          <p:stCondLst>
                                            <p:cond delay="0"/>
                                          </p:stCondLst>
                                        </p:cTn>
                                        <p:tgtEl>
                                          <p:spTgt spid="24"/>
                                        </p:tgtEl>
                                        <p:attrNameLst>
                                          <p:attrName>style.visibility</p:attrName>
                                        </p:attrNameLst>
                                      </p:cBhvr>
                                      <p:to>
                                        <p:strVal val="visible"/>
                                      </p:to>
                                    </p:set>
                                    <p:animEffect transition="in" filter="fade">
                                      <p:cBhvr>
                                        <p:cTn id="109" dur="700"/>
                                        <p:tgtEl>
                                          <p:spTgt spid="24"/>
                                        </p:tgtEl>
                                      </p:cBhvr>
                                    </p:animEffect>
                                    <p:anim calcmode="lin" valueType="num">
                                      <p:cBhvr>
                                        <p:cTn id="110" dur="700" fill="hold"/>
                                        <p:tgtEl>
                                          <p:spTgt spid="24"/>
                                        </p:tgtEl>
                                        <p:attrNameLst>
                                          <p:attrName>ppt_x</p:attrName>
                                        </p:attrNameLst>
                                      </p:cBhvr>
                                      <p:tavLst>
                                        <p:tav tm="0">
                                          <p:val>
                                            <p:strVal val="#ppt_x"/>
                                          </p:val>
                                        </p:tav>
                                        <p:tav tm="100000">
                                          <p:val>
                                            <p:strVal val="#ppt_x"/>
                                          </p:val>
                                        </p:tav>
                                      </p:tavLst>
                                    </p:anim>
                                    <p:anim calcmode="lin" valueType="num">
                                      <p:cBhvr>
                                        <p:cTn id="111" dur="700" fill="hold"/>
                                        <p:tgtEl>
                                          <p:spTgt spid="24"/>
                                        </p:tgtEl>
                                        <p:attrNameLst>
                                          <p:attrName>ppt_y</p:attrName>
                                        </p:attrNameLst>
                                      </p:cBhvr>
                                      <p:tavLst>
                                        <p:tav tm="0">
                                          <p:val>
                                            <p:strVal val="#ppt_y+.06"/>
                                          </p:val>
                                        </p:tav>
                                        <p:tav tm="100000">
                                          <p:val>
                                            <p:strVal val="#ppt_y"/>
                                          </p:val>
                                        </p:tav>
                                      </p:tavLst>
                                    </p:anim>
                                  </p:childTnLst>
                                </p:cTn>
                              </p:par>
                              <p:par>
                                <p:cTn id="112" presetID="42" presetClass="entr" presetSubtype="0" fill="hold" grpId="0" nodeType="withEffect">
                                  <p:stCondLst>
                                    <p:cond delay="1320"/>
                                  </p:stCondLst>
                                  <p:childTnLst>
                                    <p:set>
                                      <p:cBhvr>
                                        <p:cTn id="113" dur="1" fill="hold">
                                          <p:stCondLst>
                                            <p:cond delay="0"/>
                                          </p:stCondLst>
                                        </p:cTn>
                                        <p:tgtEl>
                                          <p:spTgt spid="25"/>
                                        </p:tgtEl>
                                        <p:attrNameLst>
                                          <p:attrName>style.visibility</p:attrName>
                                        </p:attrNameLst>
                                      </p:cBhvr>
                                      <p:to>
                                        <p:strVal val="visible"/>
                                      </p:to>
                                    </p:set>
                                    <p:animEffect transition="in" filter="fade">
                                      <p:cBhvr>
                                        <p:cTn id="114" dur="700"/>
                                        <p:tgtEl>
                                          <p:spTgt spid="25"/>
                                        </p:tgtEl>
                                      </p:cBhvr>
                                    </p:animEffect>
                                    <p:anim calcmode="lin" valueType="num">
                                      <p:cBhvr>
                                        <p:cTn id="115" dur="700" fill="hold"/>
                                        <p:tgtEl>
                                          <p:spTgt spid="25"/>
                                        </p:tgtEl>
                                        <p:attrNameLst>
                                          <p:attrName>ppt_x</p:attrName>
                                        </p:attrNameLst>
                                      </p:cBhvr>
                                      <p:tavLst>
                                        <p:tav tm="0">
                                          <p:val>
                                            <p:strVal val="#ppt_x"/>
                                          </p:val>
                                        </p:tav>
                                        <p:tav tm="100000">
                                          <p:val>
                                            <p:strVal val="#ppt_x"/>
                                          </p:val>
                                        </p:tav>
                                      </p:tavLst>
                                    </p:anim>
                                    <p:anim calcmode="lin" valueType="num">
                                      <p:cBhvr>
                                        <p:cTn id="116" dur="700" fill="hold"/>
                                        <p:tgtEl>
                                          <p:spTgt spid="25"/>
                                        </p:tgtEl>
                                        <p:attrNameLst>
                                          <p:attrName>ppt_y</p:attrName>
                                        </p:attrNameLst>
                                      </p:cBhvr>
                                      <p:tavLst>
                                        <p:tav tm="0">
                                          <p:val>
                                            <p:strVal val="#ppt_y+.06"/>
                                          </p:val>
                                        </p:tav>
                                        <p:tav tm="100000">
                                          <p:val>
                                            <p:strVal val="#ppt_y"/>
                                          </p:val>
                                        </p:tav>
                                      </p:tavLst>
                                    </p:anim>
                                  </p:childTnLst>
                                </p:cTn>
                              </p:par>
                              <p:par>
                                <p:cTn id="117" presetID="53" presetClass="entr" presetSubtype="16" fill="hold" grpId="0" nodeType="withEffect">
                                  <p:stCondLst>
                                    <p:cond delay="1540"/>
                                  </p:stCondLst>
                                  <p:childTnLst>
                                    <p:set>
                                      <p:cBhvr>
                                        <p:cTn id="118" dur="1" fill="hold">
                                          <p:stCondLst>
                                            <p:cond delay="0"/>
                                          </p:stCondLst>
                                        </p:cTn>
                                        <p:tgtEl>
                                          <p:spTgt spid="26"/>
                                        </p:tgtEl>
                                        <p:attrNameLst>
                                          <p:attrName>style.visibility</p:attrName>
                                        </p:attrNameLst>
                                      </p:cBhvr>
                                      <p:to>
                                        <p:strVal val="visible"/>
                                      </p:to>
                                    </p:set>
                                    <p:anim calcmode="lin" valueType="num">
                                      <p:cBhvr>
                                        <p:cTn id="119" dur="500" fill="hold"/>
                                        <p:tgtEl>
                                          <p:spTgt spid="26"/>
                                        </p:tgtEl>
                                        <p:attrNameLst>
                                          <p:attrName>ppt_w</p:attrName>
                                        </p:attrNameLst>
                                      </p:cBhvr>
                                      <p:tavLst>
                                        <p:tav tm="0">
                                          <p:val>
                                            <p:fltVal val="0"/>
                                          </p:val>
                                        </p:tav>
                                        <p:tav tm="100000">
                                          <p:val>
                                            <p:strVal val="#ppt_w"/>
                                          </p:val>
                                        </p:tav>
                                      </p:tavLst>
                                    </p:anim>
                                    <p:anim calcmode="lin" valueType="num">
                                      <p:cBhvr>
                                        <p:cTn id="120" dur="500" fill="hold"/>
                                        <p:tgtEl>
                                          <p:spTgt spid="26"/>
                                        </p:tgtEl>
                                        <p:attrNameLst>
                                          <p:attrName>ppt_h</p:attrName>
                                        </p:attrNameLst>
                                      </p:cBhvr>
                                      <p:tavLst>
                                        <p:tav tm="0">
                                          <p:val>
                                            <p:fltVal val="0"/>
                                          </p:val>
                                        </p:tav>
                                        <p:tav tm="100000">
                                          <p:val>
                                            <p:strVal val="#ppt_h"/>
                                          </p:val>
                                        </p:tav>
                                      </p:tavLst>
                                    </p:anim>
                                    <p:animEffect transition="in" filter="fade">
                                      <p:cBhvr>
                                        <p:cTn id="121" dur="500"/>
                                        <p:tgtEl>
                                          <p:spTgt spid="26"/>
                                        </p:tgtEl>
                                      </p:cBhvr>
                                    </p:animEffect>
                                  </p:childTnLst>
                                </p:cTn>
                              </p:par>
                              <p:par>
                                <p:cTn id="122" presetID="42" presetClass="entr" presetSubtype="0" fill="hold" grpId="0" nodeType="withEffect">
                                  <p:stCondLst>
                                    <p:cond delay="1540"/>
                                  </p:stCondLst>
                                  <p:childTnLst>
                                    <p:set>
                                      <p:cBhvr>
                                        <p:cTn id="123" dur="1" fill="hold">
                                          <p:stCondLst>
                                            <p:cond delay="0"/>
                                          </p:stCondLst>
                                        </p:cTn>
                                        <p:tgtEl>
                                          <p:spTgt spid="27"/>
                                        </p:tgtEl>
                                        <p:attrNameLst>
                                          <p:attrName>style.visibility</p:attrName>
                                        </p:attrNameLst>
                                      </p:cBhvr>
                                      <p:to>
                                        <p:strVal val="visible"/>
                                      </p:to>
                                    </p:set>
                                    <p:animEffect transition="in" filter="fade">
                                      <p:cBhvr>
                                        <p:cTn id="124" dur="700"/>
                                        <p:tgtEl>
                                          <p:spTgt spid="27"/>
                                        </p:tgtEl>
                                      </p:cBhvr>
                                    </p:animEffect>
                                    <p:anim calcmode="lin" valueType="num">
                                      <p:cBhvr>
                                        <p:cTn id="125" dur="700" fill="hold"/>
                                        <p:tgtEl>
                                          <p:spTgt spid="27"/>
                                        </p:tgtEl>
                                        <p:attrNameLst>
                                          <p:attrName>ppt_x</p:attrName>
                                        </p:attrNameLst>
                                      </p:cBhvr>
                                      <p:tavLst>
                                        <p:tav tm="0">
                                          <p:val>
                                            <p:strVal val="#ppt_x"/>
                                          </p:val>
                                        </p:tav>
                                        <p:tav tm="100000">
                                          <p:val>
                                            <p:strVal val="#ppt_x"/>
                                          </p:val>
                                        </p:tav>
                                      </p:tavLst>
                                    </p:anim>
                                    <p:anim calcmode="lin" valueType="num">
                                      <p:cBhvr>
                                        <p:cTn id="126" dur="700" fill="hold"/>
                                        <p:tgtEl>
                                          <p:spTgt spid="27"/>
                                        </p:tgtEl>
                                        <p:attrNameLst>
                                          <p:attrName>ppt_y</p:attrName>
                                        </p:attrNameLst>
                                      </p:cBhvr>
                                      <p:tavLst>
                                        <p:tav tm="0">
                                          <p:val>
                                            <p:strVal val="#ppt_y+.06"/>
                                          </p:val>
                                        </p:tav>
                                        <p:tav tm="100000">
                                          <p:val>
                                            <p:strVal val="#ppt_y"/>
                                          </p:val>
                                        </p:tav>
                                      </p:tavLst>
                                    </p:anim>
                                  </p:childTnLst>
                                </p:cTn>
                              </p:par>
                              <p:par>
                                <p:cTn id="127" presetID="42" presetClass="entr" presetSubtype="0" fill="hold" grpId="0" nodeType="withEffect">
                                  <p:stCondLst>
                                    <p:cond delay="1540"/>
                                  </p:stCondLst>
                                  <p:childTnLst>
                                    <p:set>
                                      <p:cBhvr>
                                        <p:cTn id="128" dur="1" fill="hold">
                                          <p:stCondLst>
                                            <p:cond delay="0"/>
                                          </p:stCondLst>
                                        </p:cTn>
                                        <p:tgtEl>
                                          <p:spTgt spid="28"/>
                                        </p:tgtEl>
                                        <p:attrNameLst>
                                          <p:attrName>style.visibility</p:attrName>
                                        </p:attrNameLst>
                                      </p:cBhvr>
                                      <p:to>
                                        <p:strVal val="visible"/>
                                      </p:to>
                                    </p:set>
                                    <p:animEffect transition="in" filter="fade">
                                      <p:cBhvr>
                                        <p:cTn id="129" dur="700"/>
                                        <p:tgtEl>
                                          <p:spTgt spid="28"/>
                                        </p:tgtEl>
                                      </p:cBhvr>
                                    </p:animEffect>
                                    <p:anim calcmode="lin" valueType="num">
                                      <p:cBhvr>
                                        <p:cTn id="130" dur="700" fill="hold"/>
                                        <p:tgtEl>
                                          <p:spTgt spid="28"/>
                                        </p:tgtEl>
                                        <p:attrNameLst>
                                          <p:attrName>ppt_x</p:attrName>
                                        </p:attrNameLst>
                                      </p:cBhvr>
                                      <p:tavLst>
                                        <p:tav tm="0">
                                          <p:val>
                                            <p:strVal val="#ppt_x"/>
                                          </p:val>
                                        </p:tav>
                                        <p:tav tm="100000">
                                          <p:val>
                                            <p:strVal val="#ppt_x"/>
                                          </p:val>
                                        </p:tav>
                                      </p:tavLst>
                                    </p:anim>
                                    <p:anim calcmode="lin" valueType="num">
                                      <p:cBhvr>
                                        <p:cTn id="131" dur="700" fill="hold"/>
                                        <p:tgtEl>
                                          <p:spTgt spid="28"/>
                                        </p:tgtEl>
                                        <p:attrNameLst>
                                          <p:attrName>ppt_y</p:attrName>
                                        </p:attrNameLst>
                                      </p:cBhvr>
                                      <p:tavLst>
                                        <p:tav tm="0">
                                          <p:val>
                                            <p:strVal val="#ppt_y+.06"/>
                                          </p:val>
                                        </p:tav>
                                        <p:tav tm="100000">
                                          <p:val>
                                            <p:strVal val="#ppt_y"/>
                                          </p:val>
                                        </p:tav>
                                      </p:tavLst>
                                    </p:anim>
                                  </p:childTnLst>
                                </p:cTn>
                              </p:par>
                              <p:par>
                                <p:cTn id="132" presetID="53" presetClass="entr" presetSubtype="16" fill="hold" grpId="0" nodeType="withEffect">
                                  <p:stCondLst>
                                    <p:cond delay="1760"/>
                                  </p:stCondLst>
                                  <p:childTnLst>
                                    <p:set>
                                      <p:cBhvr>
                                        <p:cTn id="133" dur="1" fill="hold">
                                          <p:stCondLst>
                                            <p:cond delay="0"/>
                                          </p:stCondLst>
                                        </p:cTn>
                                        <p:tgtEl>
                                          <p:spTgt spid="29"/>
                                        </p:tgtEl>
                                        <p:attrNameLst>
                                          <p:attrName>style.visibility</p:attrName>
                                        </p:attrNameLst>
                                      </p:cBhvr>
                                      <p:to>
                                        <p:strVal val="visible"/>
                                      </p:to>
                                    </p:set>
                                    <p:anim calcmode="lin" valueType="num">
                                      <p:cBhvr>
                                        <p:cTn id="134" dur="500" fill="hold"/>
                                        <p:tgtEl>
                                          <p:spTgt spid="29"/>
                                        </p:tgtEl>
                                        <p:attrNameLst>
                                          <p:attrName>ppt_w</p:attrName>
                                        </p:attrNameLst>
                                      </p:cBhvr>
                                      <p:tavLst>
                                        <p:tav tm="0">
                                          <p:val>
                                            <p:fltVal val="0"/>
                                          </p:val>
                                        </p:tav>
                                        <p:tav tm="100000">
                                          <p:val>
                                            <p:strVal val="#ppt_w"/>
                                          </p:val>
                                        </p:tav>
                                      </p:tavLst>
                                    </p:anim>
                                    <p:anim calcmode="lin" valueType="num">
                                      <p:cBhvr>
                                        <p:cTn id="135" dur="500" fill="hold"/>
                                        <p:tgtEl>
                                          <p:spTgt spid="29"/>
                                        </p:tgtEl>
                                        <p:attrNameLst>
                                          <p:attrName>ppt_h</p:attrName>
                                        </p:attrNameLst>
                                      </p:cBhvr>
                                      <p:tavLst>
                                        <p:tav tm="0">
                                          <p:val>
                                            <p:fltVal val="0"/>
                                          </p:val>
                                        </p:tav>
                                        <p:tav tm="100000">
                                          <p:val>
                                            <p:strVal val="#ppt_h"/>
                                          </p:val>
                                        </p:tav>
                                      </p:tavLst>
                                    </p:anim>
                                    <p:animEffect transition="in" filter="fade">
                                      <p:cBhvr>
                                        <p:cTn id="136" dur="500"/>
                                        <p:tgtEl>
                                          <p:spTgt spid="29"/>
                                        </p:tgtEl>
                                      </p:cBhvr>
                                    </p:animEffect>
                                  </p:childTnLst>
                                </p:cTn>
                              </p:par>
                              <p:par>
                                <p:cTn id="137" presetID="42" presetClass="entr" presetSubtype="0" fill="hold" grpId="0" nodeType="withEffect">
                                  <p:stCondLst>
                                    <p:cond delay="1760"/>
                                  </p:stCondLst>
                                  <p:childTnLst>
                                    <p:set>
                                      <p:cBhvr>
                                        <p:cTn id="138" dur="1" fill="hold">
                                          <p:stCondLst>
                                            <p:cond delay="0"/>
                                          </p:stCondLst>
                                        </p:cTn>
                                        <p:tgtEl>
                                          <p:spTgt spid="30"/>
                                        </p:tgtEl>
                                        <p:attrNameLst>
                                          <p:attrName>style.visibility</p:attrName>
                                        </p:attrNameLst>
                                      </p:cBhvr>
                                      <p:to>
                                        <p:strVal val="visible"/>
                                      </p:to>
                                    </p:set>
                                    <p:animEffect transition="in" filter="fade">
                                      <p:cBhvr>
                                        <p:cTn id="139" dur="700"/>
                                        <p:tgtEl>
                                          <p:spTgt spid="30"/>
                                        </p:tgtEl>
                                      </p:cBhvr>
                                    </p:animEffect>
                                    <p:anim calcmode="lin" valueType="num">
                                      <p:cBhvr>
                                        <p:cTn id="140" dur="700" fill="hold"/>
                                        <p:tgtEl>
                                          <p:spTgt spid="30"/>
                                        </p:tgtEl>
                                        <p:attrNameLst>
                                          <p:attrName>ppt_x</p:attrName>
                                        </p:attrNameLst>
                                      </p:cBhvr>
                                      <p:tavLst>
                                        <p:tav tm="0">
                                          <p:val>
                                            <p:strVal val="#ppt_x"/>
                                          </p:val>
                                        </p:tav>
                                        <p:tav tm="100000">
                                          <p:val>
                                            <p:strVal val="#ppt_x"/>
                                          </p:val>
                                        </p:tav>
                                      </p:tavLst>
                                    </p:anim>
                                    <p:anim calcmode="lin" valueType="num">
                                      <p:cBhvr>
                                        <p:cTn id="141" dur="700" fill="hold"/>
                                        <p:tgtEl>
                                          <p:spTgt spid="30"/>
                                        </p:tgtEl>
                                        <p:attrNameLst>
                                          <p:attrName>ppt_y</p:attrName>
                                        </p:attrNameLst>
                                      </p:cBhvr>
                                      <p:tavLst>
                                        <p:tav tm="0">
                                          <p:val>
                                            <p:strVal val="#ppt_y+.06"/>
                                          </p:val>
                                        </p:tav>
                                        <p:tav tm="100000">
                                          <p:val>
                                            <p:strVal val="#ppt_y"/>
                                          </p:val>
                                        </p:tav>
                                      </p:tavLst>
                                    </p:anim>
                                  </p:childTnLst>
                                </p:cTn>
                              </p:par>
                              <p:par>
                                <p:cTn id="142" presetID="42" presetClass="entr" presetSubtype="0" fill="hold" grpId="0" nodeType="withEffect">
                                  <p:stCondLst>
                                    <p:cond delay="1760"/>
                                  </p:stCondLst>
                                  <p:childTnLst>
                                    <p:set>
                                      <p:cBhvr>
                                        <p:cTn id="143" dur="1" fill="hold">
                                          <p:stCondLst>
                                            <p:cond delay="0"/>
                                          </p:stCondLst>
                                        </p:cTn>
                                        <p:tgtEl>
                                          <p:spTgt spid="31"/>
                                        </p:tgtEl>
                                        <p:attrNameLst>
                                          <p:attrName>style.visibility</p:attrName>
                                        </p:attrNameLst>
                                      </p:cBhvr>
                                      <p:to>
                                        <p:strVal val="visible"/>
                                      </p:to>
                                    </p:set>
                                    <p:animEffect transition="in" filter="fade">
                                      <p:cBhvr>
                                        <p:cTn id="144" dur="700"/>
                                        <p:tgtEl>
                                          <p:spTgt spid="31"/>
                                        </p:tgtEl>
                                      </p:cBhvr>
                                    </p:animEffect>
                                    <p:anim calcmode="lin" valueType="num">
                                      <p:cBhvr>
                                        <p:cTn id="145" dur="700" fill="hold"/>
                                        <p:tgtEl>
                                          <p:spTgt spid="31"/>
                                        </p:tgtEl>
                                        <p:attrNameLst>
                                          <p:attrName>ppt_x</p:attrName>
                                        </p:attrNameLst>
                                      </p:cBhvr>
                                      <p:tavLst>
                                        <p:tav tm="0">
                                          <p:val>
                                            <p:strVal val="#ppt_x"/>
                                          </p:val>
                                        </p:tav>
                                        <p:tav tm="100000">
                                          <p:val>
                                            <p:strVal val="#ppt_x"/>
                                          </p:val>
                                        </p:tav>
                                      </p:tavLst>
                                    </p:anim>
                                    <p:anim calcmode="lin" valueType="num">
                                      <p:cBhvr>
                                        <p:cTn id="146" dur="700" fill="hold"/>
                                        <p:tgtEl>
                                          <p:spTgt spid="31"/>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5" grpId="0" animBg="1"/>
      <p:bldP spid="16" grpId="0" animBg="1"/>
      <p:bldP spid="17" grpId="0" animBg="1"/>
      <p:bldP spid="18" grpId="0" animBg="1"/>
      <p:bldP spid="19" grpId="0" animBg="1"/>
      <p:bldP spid="21" grpId="0" animBg="1"/>
      <p:bldP spid="22" grpId="0" animBg="1"/>
      <p:bldP spid="24" grpId="0" animBg="1"/>
      <p:bldP spid="25" grpId="0" animBg="1"/>
      <p:bldP spid="27" grpId="0" animBg="1"/>
      <p:bldP spid="28" grpId="0" animBg="1"/>
      <p:bldP spid="30" grpId="0" animBg="1"/>
      <p:bldP spid="3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1695B9"/>
                </a:solidFill>
                <a:latin typeface="Calibri" pitchFamily="34" charset="0"/>
                <a:ea typeface="Calibri" pitchFamily="34" charset="-122"/>
                <a:cs typeface="Calibri" pitchFamily="34" charset="-120"/>
              </a:rPr>
              <a:t>RESULTS</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Skills &amp; Achievements</a:t>
            </a:r>
            <a:endParaRPr lang="en-US" sz="3600" dirty="0"/>
          </a:p>
        </p:txBody>
      </p:sp>
      <p:sp>
        <p:nvSpPr>
          <p:cNvPr id="4" name="A01_float"/>
          <p:cNvSpPr/>
          <p:nvPr/>
        </p:nvSpPr>
        <p:spPr>
          <a:xfrm>
            <a:off x="548640" y="1691640"/>
            <a:ext cx="3515258" cy="4251960"/>
          </a:xfrm>
          <a:prstGeom prst="roundRect">
            <a:avLst>
              <a:gd name="adj" fmla="val 3121"/>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5" name="A01_float"/>
          <p:cNvSpPr/>
          <p:nvPr/>
        </p:nvSpPr>
        <p:spPr>
          <a:xfrm>
            <a:off x="548640" y="1691640"/>
            <a:ext cx="3515258" cy="914400"/>
          </a:xfrm>
          <a:prstGeom prst="roundRect">
            <a:avLst>
              <a:gd name="adj" fmla="val 12000"/>
            </a:avLst>
          </a:prstGeom>
          <a:solidFill>
            <a:srgbClr val="1695B9"/>
          </a:solidFill>
          <a:ln/>
        </p:spPr>
      </p:sp>
      <p:sp>
        <p:nvSpPr>
          <p:cNvPr id="6" name="A01_float"/>
          <p:cNvSpPr/>
          <p:nvPr/>
        </p:nvSpPr>
        <p:spPr>
          <a:xfrm>
            <a:off x="548640" y="2331720"/>
            <a:ext cx="3515258" cy="274320"/>
          </a:xfrm>
          <a:prstGeom prst="rect">
            <a:avLst/>
          </a:prstGeom>
          <a:solidFill>
            <a:srgbClr val="1695B9"/>
          </a:solidFill>
          <a:ln/>
        </p:spPr>
      </p:sp>
      <p:pic>
        <p:nvPicPr>
          <p:cNvPr id="7" name="A01_float" descr="Technical">    </p:cNvPr>
          <p:cNvPicPr>
            <a:picLocks noChangeAspect="1"/>
          </p:cNvPicPr>
          <p:nvPr/>
        </p:nvPicPr>
        <p:blipFill>
          <a:blip r:embed="rId1"/>
          <a:stretch>
            <a:fillRect/>
          </a:stretch>
        </p:blipFill>
        <p:spPr>
          <a:xfrm>
            <a:off x="868680" y="1892808"/>
            <a:ext cx="512064" cy="512064"/>
          </a:xfrm>
          <a:prstGeom prst="rect">
            <a:avLst/>
          </a:prstGeom>
        </p:spPr>
      </p:pic>
      <p:sp>
        <p:nvSpPr>
          <p:cNvPr id="8" name="A01_float"/>
          <p:cNvSpPr txBox="1"/>
          <p:nvPr/>
        </p:nvSpPr>
        <p:spPr>
          <a:xfrm>
            <a:off x="1554480" y="1783080"/>
            <a:ext cx="2326538" cy="7315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Technical</a:t>
            </a:r>
            <a:endParaRPr lang="en-US" sz="2400" dirty="0"/>
          </a:p>
        </p:txBody>
      </p:sp>
      <p:pic>
        <p:nvPicPr>
          <p:cNvPr id="9" name="A01_float" descr="check">    </p:cNvPr>
          <p:cNvPicPr>
            <a:picLocks noChangeAspect="1"/>
          </p:cNvPicPr>
          <p:nvPr/>
        </p:nvPicPr>
        <p:blipFill>
          <a:blip r:embed="rId2"/>
          <a:stretch>
            <a:fillRect/>
          </a:stretch>
        </p:blipFill>
        <p:spPr>
          <a:xfrm>
            <a:off x="868680" y="2916936"/>
            <a:ext cx="329184" cy="329184"/>
          </a:xfrm>
          <a:prstGeom prst="rect">
            <a:avLst/>
          </a:prstGeom>
        </p:spPr>
      </p:pic>
      <p:sp>
        <p:nvSpPr>
          <p:cNvPr id="10" name="A01_float"/>
          <p:cNvSpPr txBox="1"/>
          <p:nvPr/>
        </p:nvSpPr>
        <p:spPr>
          <a:xfrm>
            <a:off x="1371600" y="288036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Microsoft Word</a:t>
            </a:r>
            <a:endParaRPr lang="en-US" sz="1700" dirty="0"/>
          </a:p>
        </p:txBody>
      </p:sp>
      <p:sp>
        <p:nvSpPr>
          <p:cNvPr id="11" name="A01_float"/>
          <p:cNvSpPr txBox="1"/>
          <p:nvPr/>
        </p:nvSpPr>
        <p:spPr>
          <a:xfrm>
            <a:off x="1371600" y="326440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Professional documents and templates</a:t>
            </a:r>
            <a:endParaRPr lang="en-US" sz="1300" dirty="0"/>
          </a:p>
        </p:txBody>
      </p:sp>
      <p:pic>
        <p:nvPicPr>
          <p:cNvPr id="12" name="A01_float" descr="check">    </p:cNvPr>
          <p:cNvPicPr>
            <a:picLocks noChangeAspect="1"/>
          </p:cNvPicPr>
          <p:nvPr/>
        </p:nvPicPr>
        <p:blipFill>
          <a:blip r:embed="rId3"/>
          <a:stretch>
            <a:fillRect/>
          </a:stretch>
        </p:blipFill>
        <p:spPr>
          <a:xfrm>
            <a:off x="868680" y="3922776"/>
            <a:ext cx="329184" cy="329184"/>
          </a:xfrm>
          <a:prstGeom prst="rect">
            <a:avLst/>
          </a:prstGeom>
        </p:spPr>
      </p:pic>
      <p:sp>
        <p:nvSpPr>
          <p:cNvPr id="13" name="A01_float"/>
          <p:cNvSpPr txBox="1"/>
          <p:nvPr/>
        </p:nvSpPr>
        <p:spPr>
          <a:xfrm>
            <a:off x="1371600" y="388620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Microsoft Excel</a:t>
            </a:r>
            <a:endParaRPr lang="en-US" sz="1700" dirty="0"/>
          </a:p>
        </p:txBody>
      </p:sp>
      <p:sp>
        <p:nvSpPr>
          <p:cNvPr id="14" name="A01_float"/>
          <p:cNvSpPr txBox="1"/>
          <p:nvPr/>
        </p:nvSpPr>
        <p:spPr>
          <a:xfrm>
            <a:off x="1371600" y="427024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Structured tables and records</a:t>
            </a:r>
            <a:endParaRPr lang="en-US" sz="1300" dirty="0"/>
          </a:p>
        </p:txBody>
      </p:sp>
      <p:pic>
        <p:nvPicPr>
          <p:cNvPr id="15" name="A01_float" descr="check">    </p:cNvPr>
          <p:cNvPicPr>
            <a:picLocks noChangeAspect="1"/>
          </p:cNvPicPr>
          <p:nvPr/>
        </p:nvPicPr>
        <p:blipFill>
          <a:blip r:embed="rId4"/>
          <a:stretch>
            <a:fillRect/>
          </a:stretch>
        </p:blipFill>
        <p:spPr>
          <a:xfrm>
            <a:off x="868680" y="4928616"/>
            <a:ext cx="329184" cy="329184"/>
          </a:xfrm>
          <a:prstGeom prst="rect">
            <a:avLst/>
          </a:prstGeom>
        </p:spPr>
      </p:pic>
      <p:sp>
        <p:nvSpPr>
          <p:cNvPr id="16" name="A01_float"/>
          <p:cNvSpPr txBox="1"/>
          <p:nvPr/>
        </p:nvSpPr>
        <p:spPr>
          <a:xfrm>
            <a:off x="1371600" y="489204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Data management</a:t>
            </a:r>
            <a:endParaRPr lang="en-US" sz="1700" dirty="0"/>
          </a:p>
        </p:txBody>
      </p:sp>
      <p:sp>
        <p:nvSpPr>
          <p:cNvPr id="17" name="A01_float"/>
          <p:cNvSpPr txBox="1"/>
          <p:nvPr/>
        </p:nvSpPr>
        <p:spPr>
          <a:xfrm>
            <a:off x="1371600" y="527608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Accurate, well-organised information</a:t>
            </a:r>
            <a:endParaRPr lang="en-US" sz="1300" dirty="0"/>
          </a:p>
        </p:txBody>
      </p:sp>
      <p:sp>
        <p:nvSpPr>
          <p:cNvPr id="18" name="A02_float"/>
          <p:cNvSpPr/>
          <p:nvPr/>
        </p:nvSpPr>
        <p:spPr>
          <a:xfrm>
            <a:off x="4338218" y="1691640"/>
            <a:ext cx="3515258" cy="4251960"/>
          </a:xfrm>
          <a:prstGeom prst="roundRect">
            <a:avLst>
              <a:gd name="adj" fmla="val 3121"/>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19" name="A02_float"/>
          <p:cNvSpPr/>
          <p:nvPr/>
        </p:nvSpPr>
        <p:spPr>
          <a:xfrm>
            <a:off x="4338218" y="1691640"/>
            <a:ext cx="3515258" cy="914400"/>
          </a:xfrm>
          <a:prstGeom prst="roundRect">
            <a:avLst>
              <a:gd name="adj" fmla="val 12000"/>
            </a:avLst>
          </a:prstGeom>
          <a:solidFill>
            <a:srgbClr val="7A49C7"/>
          </a:solidFill>
          <a:ln/>
        </p:spPr>
      </p:sp>
      <p:sp>
        <p:nvSpPr>
          <p:cNvPr id="20" name="A02_float"/>
          <p:cNvSpPr/>
          <p:nvPr/>
        </p:nvSpPr>
        <p:spPr>
          <a:xfrm>
            <a:off x="4338218" y="2331720"/>
            <a:ext cx="3515258" cy="274320"/>
          </a:xfrm>
          <a:prstGeom prst="rect">
            <a:avLst/>
          </a:prstGeom>
          <a:solidFill>
            <a:srgbClr val="7A49C7"/>
          </a:solidFill>
          <a:ln/>
        </p:spPr>
      </p:sp>
      <p:pic>
        <p:nvPicPr>
          <p:cNvPr id="21" name="A02_float" descr="Professional">    </p:cNvPr>
          <p:cNvPicPr>
            <a:picLocks noChangeAspect="1"/>
          </p:cNvPicPr>
          <p:nvPr/>
        </p:nvPicPr>
        <p:blipFill>
          <a:blip r:embed="rId5"/>
          <a:stretch>
            <a:fillRect/>
          </a:stretch>
        </p:blipFill>
        <p:spPr>
          <a:xfrm>
            <a:off x="4658258" y="1892808"/>
            <a:ext cx="512064" cy="512064"/>
          </a:xfrm>
          <a:prstGeom prst="rect">
            <a:avLst/>
          </a:prstGeom>
        </p:spPr>
      </p:pic>
      <p:sp>
        <p:nvSpPr>
          <p:cNvPr id="22" name="A02_float"/>
          <p:cNvSpPr txBox="1"/>
          <p:nvPr/>
        </p:nvSpPr>
        <p:spPr>
          <a:xfrm>
            <a:off x="5344058" y="1783080"/>
            <a:ext cx="2326538" cy="7315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Professional</a:t>
            </a:r>
            <a:endParaRPr lang="en-US" sz="2400" dirty="0"/>
          </a:p>
        </p:txBody>
      </p:sp>
      <p:pic>
        <p:nvPicPr>
          <p:cNvPr id="23" name="A02_float" descr="check">    </p:cNvPr>
          <p:cNvPicPr>
            <a:picLocks noChangeAspect="1"/>
          </p:cNvPicPr>
          <p:nvPr/>
        </p:nvPicPr>
        <p:blipFill>
          <a:blip r:embed="rId6"/>
          <a:stretch>
            <a:fillRect/>
          </a:stretch>
        </p:blipFill>
        <p:spPr>
          <a:xfrm>
            <a:off x="4658258" y="2916936"/>
            <a:ext cx="329184" cy="329184"/>
          </a:xfrm>
          <a:prstGeom prst="rect">
            <a:avLst/>
          </a:prstGeom>
        </p:spPr>
      </p:pic>
      <p:sp>
        <p:nvSpPr>
          <p:cNvPr id="24" name="A02_float"/>
          <p:cNvSpPr txBox="1"/>
          <p:nvPr/>
        </p:nvSpPr>
        <p:spPr>
          <a:xfrm>
            <a:off x="5161178" y="288036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Problem-solving</a:t>
            </a:r>
            <a:endParaRPr lang="en-US" sz="1700" dirty="0"/>
          </a:p>
        </p:txBody>
      </p:sp>
      <p:sp>
        <p:nvSpPr>
          <p:cNvPr id="25" name="A02_float"/>
          <p:cNvSpPr txBox="1"/>
          <p:nvPr/>
        </p:nvSpPr>
        <p:spPr>
          <a:xfrm>
            <a:off x="5161178" y="326440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Practical solutions to daily issues</a:t>
            </a:r>
            <a:endParaRPr lang="en-US" sz="1300" dirty="0"/>
          </a:p>
        </p:txBody>
      </p:sp>
      <p:pic>
        <p:nvPicPr>
          <p:cNvPr id="26" name="A02_float" descr="check">    </p:cNvPr>
          <p:cNvPicPr>
            <a:picLocks noChangeAspect="1"/>
          </p:cNvPicPr>
          <p:nvPr/>
        </p:nvPicPr>
        <p:blipFill>
          <a:blip r:embed="rId7"/>
          <a:stretch>
            <a:fillRect/>
          </a:stretch>
        </p:blipFill>
        <p:spPr>
          <a:xfrm>
            <a:off x="4658258" y="3922776"/>
            <a:ext cx="329184" cy="329184"/>
          </a:xfrm>
          <a:prstGeom prst="rect">
            <a:avLst/>
          </a:prstGeom>
        </p:spPr>
      </p:pic>
      <p:sp>
        <p:nvSpPr>
          <p:cNvPr id="27" name="A02_float"/>
          <p:cNvSpPr txBox="1"/>
          <p:nvPr/>
        </p:nvSpPr>
        <p:spPr>
          <a:xfrm>
            <a:off x="5161178" y="388620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Organisation</a:t>
            </a:r>
            <a:endParaRPr lang="en-US" sz="1700" dirty="0"/>
          </a:p>
        </p:txBody>
      </p:sp>
      <p:sp>
        <p:nvSpPr>
          <p:cNvPr id="28" name="A02_float"/>
          <p:cNvSpPr txBox="1"/>
          <p:nvPr/>
        </p:nvSpPr>
        <p:spPr>
          <a:xfrm>
            <a:off x="5161178" y="427024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Records kept complete and up to date</a:t>
            </a:r>
            <a:endParaRPr lang="en-US" sz="1300" dirty="0"/>
          </a:p>
        </p:txBody>
      </p:sp>
      <p:pic>
        <p:nvPicPr>
          <p:cNvPr id="29" name="A02_float" descr="check">    </p:cNvPr>
          <p:cNvPicPr>
            <a:picLocks noChangeAspect="1"/>
          </p:cNvPicPr>
          <p:nvPr/>
        </p:nvPicPr>
        <p:blipFill>
          <a:blip r:embed="rId8"/>
          <a:stretch>
            <a:fillRect/>
          </a:stretch>
        </p:blipFill>
        <p:spPr>
          <a:xfrm>
            <a:off x="4658258" y="4928616"/>
            <a:ext cx="329184" cy="329184"/>
          </a:xfrm>
          <a:prstGeom prst="rect">
            <a:avLst/>
          </a:prstGeom>
        </p:spPr>
      </p:pic>
      <p:sp>
        <p:nvSpPr>
          <p:cNvPr id="30" name="A02_float"/>
          <p:cNvSpPr txBox="1"/>
          <p:nvPr/>
        </p:nvSpPr>
        <p:spPr>
          <a:xfrm>
            <a:off x="5161178" y="489204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Business support</a:t>
            </a:r>
            <a:endParaRPr lang="en-US" sz="1700" dirty="0"/>
          </a:p>
        </p:txBody>
      </p:sp>
      <p:sp>
        <p:nvSpPr>
          <p:cNvPr id="31" name="A02_float"/>
          <p:cNvSpPr txBox="1"/>
          <p:nvPr/>
        </p:nvSpPr>
        <p:spPr>
          <a:xfrm>
            <a:off x="5161178" y="527608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Helping daily operations run smoothly</a:t>
            </a:r>
            <a:endParaRPr lang="en-US" sz="1300" dirty="0"/>
          </a:p>
        </p:txBody>
      </p:sp>
      <p:sp>
        <p:nvSpPr>
          <p:cNvPr id="32" name="A03_float"/>
          <p:cNvSpPr/>
          <p:nvPr/>
        </p:nvSpPr>
        <p:spPr>
          <a:xfrm>
            <a:off x="8127797" y="1691640"/>
            <a:ext cx="3515258" cy="4251960"/>
          </a:xfrm>
          <a:prstGeom prst="roundRect">
            <a:avLst>
              <a:gd name="adj" fmla="val 3121"/>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33" name="A03_float"/>
          <p:cNvSpPr/>
          <p:nvPr/>
        </p:nvSpPr>
        <p:spPr>
          <a:xfrm>
            <a:off x="8127797" y="1691640"/>
            <a:ext cx="3515258" cy="914400"/>
          </a:xfrm>
          <a:prstGeom prst="roundRect">
            <a:avLst>
              <a:gd name="adj" fmla="val 12000"/>
            </a:avLst>
          </a:prstGeom>
          <a:solidFill>
            <a:srgbClr val="0E1E4A"/>
          </a:solidFill>
          <a:ln/>
        </p:spPr>
      </p:sp>
      <p:sp>
        <p:nvSpPr>
          <p:cNvPr id="34" name="A03_float"/>
          <p:cNvSpPr/>
          <p:nvPr/>
        </p:nvSpPr>
        <p:spPr>
          <a:xfrm>
            <a:off x="8127797" y="2331720"/>
            <a:ext cx="3515258" cy="274320"/>
          </a:xfrm>
          <a:prstGeom prst="rect">
            <a:avLst/>
          </a:prstGeom>
          <a:solidFill>
            <a:srgbClr val="0E1E4A"/>
          </a:solidFill>
          <a:ln/>
        </p:spPr>
      </p:sp>
      <p:pic>
        <p:nvPicPr>
          <p:cNvPr id="35" name="A03_float" descr="Interpersonal">    </p:cNvPr>
          <p:cNvPicPr>
            <a:picLocks noChangeAspect="1"/>
          </p:cNvPicPr>
          <p:nvPr/>
        </p:nvPicPr>
        <p:blipFill>
          <a:blip r:embed="rId9"/>
          <a:stretch>
            <a:fillRect/>
          </a:stretch>
        </p:blipFill>
        <p:spPr>
          <a:xfrm>
            <a:off x="8447837" y="1892808"/>
            <a:ext cx="512064" cy="512064"/>
          </a:xfrm>
          <a:prstGeom prst="rect">
            <a:avLst/>
          </a:prstGeom>
        </p:spPr>
      </p:pic>
      <p:sp>
        <p:nvSpPr>
          <p:cNvPr id="36" name="A03_float"/>
          <p:cNvSpPr txBox="1"/>
          <p:nvPr/>
        </p:nvSpPr>
        <p:spPr>
          <a:xfrm>
            <a:off x="9133637" y="1783080"/>
            <a:ext cx="2326538" cy="73152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Interpersonal</a:t>
            </a:r>
            <a:endParaRPr lang="en-US" sz="2400" dirty="0"/>
          </a:p>
        </p:txBody>
      </p:sp>
      <p:pic>
        <p:nvPicPr>
          <p:cNvPr id="37" name="A03_float" descr="check">    </p:cNvPr>
          <p:cNvPicPr>
            <a:picLocks noChangeAspect="1"/>
          </p:cNvPicPr>
          <p:nvPr/>
        </p:nvPicPr>
        <p:blipFill>
          <a:blip r:embed="rId10"/>
          <a:stretch>
            <a:fillRect/>
          </a:stretch>
        </p:blipFill>
        <p:spPr>
          <a:xfrm>
            <a:off x="8447837" y="2916936"/>
            <a:ext cx="329184" cy="329184"/>
          </a:xfrm>
          <a:prstGeom prst="rect">
            <a:avLst/>
          </a:prstGeom>
        </p:spPr>
      </p:pic>
      <p:sp>
        <p:nvSpPr>
          <p:cNvPr id="38" name="A03_float"/>
          <p:cNvSpPr txBox="1"/>
          <p:nvPr/>
        </p:nvSpPr>
        <p:spPr>
          <a:xfrm>
            <a:off x="8950757" y="288036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Communication</a:t>
            </a:r>
            <a:endParaRPr lang="en-US" sz="1700" dirty="0"/>
          </a:p>
        </p:txBody>
      </p:sp>
      <p:sp>
        <p:nvSpPr>
          <p:cNvPr id="39" name="A03_float"/>
          <p:cNvSpPr txBox="1"/>
          <p:nvPr/>
        </p:nvSpPr>
        <p:spPr>
          <a:xfrm>
            <a:off x="8950757" y="326440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Clear exchanges with colleagues</a:t>
            </a:r>
            <a:endParaRPr lang="en-US" sz="1300" dirty="0"/>
          </a:p>
        </p:txBody>
      </p:sp>
      <p:pic>
        <p:nvPicPr>
          <p:cNvPr id="40" name="A03_float" descr="check">    </p:cNvPr>
          <p:cNvPicPr>
            <a:picLocks noChangeAspect="1"/>
          </p:cNvPicPr>
          <p:nvPr/>
        </p:nvPicPr>
        <p:blipFill>
          <a:blip r:embed="rId11"/>
          <a:stretch>
            <a:fillRect/>
          </a:stretch>
        </p:blipFill>
        <p:spPr>
          <a:xfrm>
            <a:off x="8447837" y="3922776"/>
            <a:ext cx="329184" cy="329184"/>
          </a:xfrm>
          <a:prstGeom prst="rect">
            <a:avLst/>
          </a:prstGeom>
        </p:spPr>
      </p:pic>
      <p:sp>
        <p:nvSpPr>
          <p:cNvPr id="41" name="A03_float"/>
          <p:cNvSpPr txBox="1"/>
          <p:nvPr/>
        </p:nvSpPr>
        <p:spPr>
          <a:xfrm>
            <a:off x="8950757" y="388620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Teamwork</a:t>
            </a:r>
            <a:endParaRPr lang="en-US" sz="1700" dirty="0"/>
          </a:p>
        </p:txBody>
      </p:sp>
      <p:sp>
        <p:nvSpPr>
          <p:cNvPr id="42" name="A03_float"/>
          <p:cNvSpPr txBox="1"/>
          <p:nvPr/>
        </p:nvSpPr>
        <p:spPr>
          <a:xfrm>
            <a:off x="8950757" y="427024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Collaboration in a multicultural team</a:t>
            </a:r>
            <a:endParaRPr lang="en-US" sz="1300" dirty="0"/>
          </a:p>
        </p:txBody>
      </p:sp>
      <p:pic>
        <p:nvPicPr>
          <p:cNvPr id="43" name="A03_float" descr="check">    </p:cNvPr>
          <p:cNvPicPr>
            <a:picLocks noChangeAspect="1"/>
          </p:cNvPicPr>
          <p:nvPr/>
        </p:nvPicPr>
        <p:blipFill>
          <a:blip r:embed="rId12"/>
          <a:stretch>
            <a:fillRect/>
          </a:stretch>
        </p:blipFill>
        <p:spPr>
          <a:xfrm>
            <a:off x="8447837" y="4928616"/>
            <a:ext cx="329184" cy="329184"/>
          </a:xfrm>
          <a:prstGeom prst="rect">
            <a:avLst/>
          </a:prstGeom>
        </p:spPr>
      </p:pic>
      <p:sp>
        <p:nvSpPr>
          <p:cNvPr id="44" name="A03_float"/>
          <p:cNvSpPr txBox="1"/>
          <p:nvPr/>
        </p:nvSpPr>
        <p:spPr>
          <a:xfrm>
            <a:off x="8950757" y="4892040"/>
            <a:ext cx="2417978" cy="384048"/>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Adaptability</a:t>
            </a:r>
            <a:endParaRPr lang="en-US" sz="1700" dirty="0"/>
          </a:p>
        </p:txBody>
      </p:sp>
      <p:sp>
        <p:nvSpPr>
          <p:cNvPr id="45" name="A03_float"/>
          <p:cNvSpPr txBox="1"/>
          <p:nvPr/>
        </p:nvSpPr>
        <p:spPr>
          <a:xfrm>
            <a:off x="8950757" y="5276088"/>
            <a:ext cx="2417978" cy="365760"/>
          </a:xfrm>
          <a:prstGeom prst="rect">
            <a:avLst/>
          </a:prstGeom>
          <a:noFill/>
          <a:ln/>
        </p:spPr>
        <p:txBody>
          <a:bodyPr wrap="square" lIns="0" tIns="0" rIns="0" bIns="0" rtlCol="0" anchor="t"/>
          <a:lstStyle/>
          <a:p>
            <a:pPr indent="0" marL="0">
              <a:buNone/>
            </a:pPr>
            <a:r>
              <a:rPr lang="en-US" sz="1300" dirty="0">
                <a:solidFill>
                  <a:srgbClr val="5A6682"/>
                </a:solidFill>
                <a:latin typeface="Calibri" pitchFamily="34" charset="0"/>
                <a:ea typeface="Calibri" pitchFamily="34" charset="-122"/>
                <a:cs typeface="Calibri" pitchFamily="34" charset="-120"/>
              </a:rPr>
              <a:t>Adjusting to a new culture and workplace</a:t>
            </a:r>
            <a:endParaRPr lang="en-US" sz="1300" dirty="0"/>
          </a:p>
        </p:txBody>
      </p:sp>
      <p:pic>
        <p:nvPicPr>
          <p:cNvPr id="46" name="Image 12" descr="KVK logo">    </p:cNvPr>
          <p:cNvPicPr>
            <a:picLocks noChangeAspect="1"/>
          </p:cNvPicPr>
          <p:nvPr/>
        </p:nvPicPr>
        <p:blipFill>
          <a:blip r:embed="rId13"/>
          <a:stretch>
            <a:fillRect/>
          </a:stretch>
        </p:blipFill>
        <p:spPr>
          <a:xfrm>
            <a:off x="548640" y="6382512"/>
            <a:ext cx="621792" cy="256032"/>
          </a:xfrm>
          <a:prstGeom prst="rect">
            <a:avLst/>
          </a:prstGeom>
        </p:spPr>
      </p:pic>
      <p:sp>
        <p:nvSpPr>
          <p:cNvPr id="47" name="Text 32"/>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48" name="Text 33"/>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08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700"/>
                                        <p:tgtEl>
                                          <p:spTgt spid="4"/>
                                        </p:tgtEl>
                                      </p:cBhvr>
                                    </p:animEffect>
                                    <p:anim calcmode="lin" valueType="num">
                                      <p:cBhvr>
                                        <p:cTn id="16" dur="700" fill="hold"/>
                                        <p:tgtEl>
                                          <p:spTgt spid="4"/>
                                        </p:tgtEl>
                                        <p:attrNameLst>
                                          <p:attrName>ppt_x</p:attrName>
                                        </p:attrNameLst>
                                      </p:cBhvr>
                                      <p:tavLst>
                                        <p:tav tm="0">
                                          <p:val>
                                            <p:strVal val="#ppt_x"/>
                                          </p:val>
                                        </p:tav>
                                        <p:tav tm="100000">
                                          <p:val>
                                            <p:strVal val="#ppt_x"/>
                                          </p:val>
                                        </p:tav>
                                      </p:tavLst>
                                    </p:anim>
                                    <p:anim calcmode="lin" valueType="num">
                                      <p:cBhvr>
                                        <p:cTn id="17" dur="70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22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700"/>
                                        <p:tgtEl>
                                          <p:spTgt spid="5"/>
                                        </p:tgtEl>
                                      </p:cBhvr>
                                    </p:animEffect>
                                    <p:anim calcmode="lin" valueType="num">
                                      <p:cBhvr>
                                        <p:cTn id="21" dur="700" fill="hold"/>
                                        <p:tgtEl>
                                          <p:spTgt spid="5"/>
                                        </p:tgtEl>
                                        <p:attrNameLst>
                                          <p:attrName>ppt_x</p:attrName>
                                        </p:attrNameLst>
                                      </p:cBhvr>
                                      <p:tavLst>
                                        <p:tav tm="0">
                                          <p:val>
                                            <p:strVal val="#ppt_x"/>
                                          </p:val>
                                        </p:tav>
                                        <p:tav tm="100000">
                                          <p:val>
                                            <p:strVal val="#ppt_x"/>
                                          </p:val>
                                        </p:tav>
                                      </p:tavLst>
                                    </p:anim>
                                    <p:anim calcmode="lin" valueType="num">
                                      <p:cBhvr>
                                        <p:cTn id="22"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00"/>
                                        <p:tgtEl>
                                          <p:spTgt spid="6"/>
                                        </p:tgtEl>
                                      </p:cBhvr>
                                    </p:animEffect>
                                    <p:anim calcmode="lin" valueType="num">
                                      <p:cBhvr>
                                        <p:cTn id="26" dur="700" fill="hold"/>
                                        <p:tgtEl>
                                          <p:spTgt spid="6"/>
                                        </p:tgtEl>
                                        <p:attrNameLst>
                                          <p:attrName>ppt_x</p:attrName>
                                        </p:attrNameLst>
                                      </p:cBhvr>
                                      <p:tavLst>
                                        <p:tav tm="0">
                                          <p:val>
                                            <p:strVal val="#ppt_x"/>
                                          </p:val>
                                        </p:tav>
                                        <p:tav tm="100000">
                                          <p:val>
                                            <p:strVal val="#ppt_x"/>
                                          </p:val>
                                        </p:tav>
                                      </p:tavLst>
                                    </p:anim>
                                    <p:anim calcmode="lin" valueType="num">
                                      <p:cBhvr>
                                        <p:cTn id="27"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22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p:cTn id="31" dur="700" fill="hold"/>
                                        <p:tgtEl>
                                          <p:spTgt spid="7"/>
                                        </p:tgtEl>
                                        <p:attrNameLst>
                                          <p:attrName>ppt_x</p:attrName>
                                        </p:attrNameLst>
                                      </p:cBhvr>
                                      <p:tavLst>
                                        <p:tav tm="0">
                                          <p:val>
                                            <p:strVal val="#ppt_x"/>
                                          </p:val>
                                        </p:tav>
                                        <p:tav tm="100000">
                                          <p:val>
                                            <p:strVal val="#ppt_x"/>
                                          </p:val>
                                        </p:tav>
                                      </p:tavLst>
                                    </p:anim>
                                    <p:anim calcmode="lin" valueType="num">
                                      <p:cBhvr>
                                        <p:cTn id="32"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22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00"/>
                                        <p:tgtEl>
                                          <p:spTgt spid="8"/>
                                        </p:tgtEl>
                                      </p:cBhvr>
                                    </p:animEffect>
                                    <p:anim calcmode="lin" valueType="num">
                                      <p:cBhvr>
                                        <p:cTn id="36" dur="700" fill="hold"/>
                                        <p:tgtEl>
                                          <p:spTgt spid="8"/>
                                        </p:tgtEl>
                                        <p:attrNameLst>
                                          <p:attrName>ppt_x</p:attrName>
                                        </p:attrNameLst>
                                      </p:cBhvr>
                                      <p:tavLst>
                                        <p:tav tm="0">
                                          <p:val>
                                            <p:strVal val="#ppt_x"/>
                                          </p:val>
                                        </p:tav>
                                        <p:tav tm="100000">
                                          <p:val>
                                            <p:strVal val="#ppt_x"/>
                                          </p:val>
                                        </p:tav>
                                      </p:tavLst>
                                    </p:anim>
                                    <p:anim calcmode="lin" valueType="num">
                                      <p:cBhvr>
                                        <p:cTn id="37" dur="700" fill="hold"/>
                                        <p:tgtEl>
                                          <p:spTgt spid="8"/>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22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p:cTn id="41" dur="700" fill="hold"/>
                                        <p:tgtEl>
                                          <p:spTgt spid="9"/>
                                        </p:tgtEl>
                                        <p:attrNameLst>
                                          <p:attrName>ppt_x</p:attrName>
                                        </p:attrNameLst>
                                      </p:cBhvr>
                                      <p:tavLst>
                                        <p:tav tm="0">
                                          <p:val>
                                            <p:strVal val="#ppt_x"/>
                                          </p:val>
                                        </p:tav>
                                        <p:tav tm="100000">
                                          <p:val>
                                            <p:strVal val="#ppt_x"/>
                                          </p:val>
                                        </p:tav>
                                      </p:tavLst>
                                    </p:anim>
                                    <p:anim calcmode="lin" valueType="num">
                                      <p:cBhvr>
                                        <p:cTn id="42" dur="700" fill="hold"/>
                                        <p:tgtEl>
                                          <p:spTgt spid="9"/>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22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700"/>
                                        <p:tgtEl>
                                          <p:spTgt spid="10"/>
                                        </p:tgtEl>
                                      </p:cBhvr>
                                    </p:animEffect>
                                    <p:anim calcmode="lin" valueType="num">
                                      <p:cBhvr>
                                        <p:cTn id="46" dur="700" fill="hold"/>
                                        <p:tgtEl>
                                          <p:spTgt spid="10"/>
                                        </p:tgtEl>
                                        <p:attrNameLst>
                                          <p:attrName>ppt_x</p:attrName>
                                        </p:attrNameLst>
                                      </p:cBhvr>
                                      <p:tavLst>
                                        <p:tav tm="0">
                                          <p:val>
                                            <p:strVal val="#ppt_x"/>
                                          </p:val>
                                        </p:tav>
                                        <p:tav tm="100000">
                                          <p:val>
                                            <p:strVal val="#ppt_x"/>
                                          </p:val>
                                        </p:tav>
                                      </p:tavLst>
                                    </p:anim>
                                    <p:anim calcmode="lin" valueType="num">
                                      <p:cBhvr>
                                        <p:cTn id="47" dur="700" fill="hold"/>
                                        <p:tgtEl>
                                          <p:spTgt spid="10"/>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22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700"/>
                                        <p:tgtEl>
                                          <p:spTgt spid="11"/>
                                        </p:tgtEl>
                                      </p:cBhvr>
                                    </p:animEffect>
                                    <p:anim calcmode="lin" valueType="num">
                                      <p:cBhvr>
                                        <p:cTn id="51" dur="700" fill="hold"/>
                                        <p:tgtEl>
                                          <p:spTgt spid="11"/>
                                        </p:tgtEl>
                                        <p:attrNameLst>
                                          <p:attrName>ppt_x</p:attrName>
                                        </p:attrNameLst>
                                      </p:cBhvr>
                                      <p:tavLst>
                                        <p:tav tm="0">
                                          <p:val>
                                            <p:strVal val="#ppt_x"/>
                                          </p:val>
                                        </p:tav>
                                        <p:tav tm="100000">
                                          <p:val>
                                            <p:strVal val="#ppt_x"/>
                                          </p:val>
                                        </p:tav>
                                      </p:tavLst>
                                    </p:anim>
                                    <p:anim calcmode="lin" valueType="num">
                                      <p:cBhvr>
                                        <p:cTn id="52" dur="700" fill="hold"/>
                                        <p:tgtEl>
                                          <p:spTgt spid="11"/>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22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700"/>
                                        <p:tgtEl>
                                          <p:spTgt spid="12"/>
                                        </p:tgtEl>
                                      </p:cBhvr>
                                    </p:animEffect>
                                    <p:anim calcmode="lin" valueType="num">
                                      <p:cBhvr>
                                        <p:cTn id="56" dur="700" fill="hold"/>
                                        <p:tgtEl>
                                          <p:spTgt spid="12"/>
                                        </p:tgtEl>
                                        <p:attrNameLst>
                                          <p:attrName>ppt_x</p:attrName>
                                        </p:attrNameLst>
                                      </p:cBhvr>
                                      <p:tavLst>
                                        <p:tav tm="0">
                                          <p:val>
                                            <p:strVal val="#ppt_x"/>
                                          </p:val>
                                        </p:tav>
                                        <p:tav tm="100000">
                                          <p:val>
                                            <p:strVal val="#ppt_x"/>
                                          </p:val>
                                        </p:tav>
                                      </p:tavLst>
                                    </p:anim>
                                    <p:anim calcmode="lin" valueType="num">
                                      <p:cBhvr>
                                        <p:cTn id="57" dur="700" fill="hold"/>
                                        <p:tgtEl>
                                          <p:spTgt spid="12"/>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22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700"/>
                                        <p:tgtEl>
                                          <p:spTgt spid="13"/>
                                        </p:tgtEl>
                                      </p:cBhvr>
                                    </p:animEffect>
                                    <p:anim calcmode="lin" valueType="num">
                                      <p:cBhvr>
                                        <p:cTn id="61" dur="700" fill="hold"/>
                                        <p:tgtEl>
                                          <p:spTgt spid="13"/>
                                        </p:tgtEl>
                                        <p:attrNameLst>
                                          <p:attrName>ppt_x</p:attrName>
                                        </p:attrNameLst>
                                      </p:cBhvr>
                                      <p:tavLst>
                                        <p:tav tm="0">
                                          <p:val>
                                            <p:strVal val="#ppt_x"/>
                                          </p:val>
                                        </p:tav>
                                        <p:tav tm="100000">
                                          <p:val>
                                            <p:strVal val="#ppt_x"/>
                                          </p:val>
                                        </p:tav>
                                      </p:tavLst>
                                    </p:anim>
                                    <p:anim calcmode="lin" valueType="num">
                                      <p:cBhvr>
                                        <p:cTn id="62" dur="700" fill="hold"/>
                                        <p:tgtEl>
                                          <p:spTgt spid="13"/>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22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p:cTn id="66" dur="700" fill="hold"/>
                                        <p:tgtEl>
                                          <p:spTgt spid="14"/>
                                        </p:tgtEl>
                                        <p:attrNameLst>
                                          <p:attrName>ppt_x</p:attrName>
                                        </p:attrNameLst>
                                      </p:cBhvr>
                                      <p:tavLst>
                                        <p:tav tm="0">
                                          <p:val>
                                            <p:strVal val="#ppt_x"/>
                                          </p:val>
                                        </p:tav>
                                        <p:tav tm="100000">
                                          <p:val>
                                            <p:strVal val="#ppt_x"/>
                                          </p:val>
                                        </p:tav>
                                      </p:tavLst>
                                    </p:anim>
                                    <p:anim calcmode="lin" valueType="num">
                                      <p:cBhvr>
                                        <p:cTn id="67" dur="700" fill="hold"/>
                                        <p:tgtEl>
                                          <p:spTgt spid="14"/>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22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700"/>
                                        <p:tgtEl>
                                          <p:spTgt spid="15"/>
                                        </p:tgtEl>
                                      </p:cBhvr>
                                    </p:animEffect>
                                    <p:anim calcmode="lin" valueType="num">
                                      <p:cBhvr>
                                        <p:cTn id="71" dur="700" fill="hold"/>
                                        <p:tgtEl>
                                          <p:spTgt spid="15"/>
                                        </p:tgtEl>
                                        <p:attrNameLst>
                                          <p:attrName>ppt_x</p:attrName>
                                        </p:attrNameLst>
                                      </p:cBhvr>
                                      <p:tavLst>
                                        <p:tav tm="0">
                                          <p:val>
                                            <p:strVal val="#ppt_x"/>
                                          </p:val>
                                        </p:tav>
                                        <p:tav tm="100000">
                                          <p:val>
                                            <p:strVal val="#ppt_x"/>
                                          </p:val>
                                        </p:tav>
                                      </p:tavLst>
                                    </p:anim>
                                    <p:anim calcmode="lin" valueType="num">
                                      <p:cBhvr>
                                        <p:cTn id="72" dur="700" fill="hold"/>
                                        <p:tgtEl>
                                          <p:spTgt spid="15"/>
                                        </p:tgtEl>
                                        <p:attrNameLst>
                                          <p:attrName>ppt_y</p:attrName>
                                        </p:attrNameLst>
                                      </p:cBhvr>
                                      <p:tavLst>
                                        <p:tav tm="0">
                                          <p:val>
                                            <p:strVal val="#ppt_y+.06"/>
                                          </p:val>
                                        </p:tav>
                                        <p:tav tm="100000">
                                          <p:val>
                                            <p:strVal val="#ppt_y"/>
                                          </p:val>
                                        </p:tav>
                                      </p:tavLst>
                                    </p:anim>
                                  </p:childTnLst>
                                </p:cTn>
                              </p:par>
                              <p:par>
                                <p:cTn id="73" presetID="42" presetClass="entr" presetSubtype="0" fill="hold" grpId="0" nodeType="withEffect">
                                  <p:stCondLst>
                                    <p:cond delay="220"/>
                                  </p:stCondLst>
                                  <p:childTnLst>
                                    <p:set>
                                      <p:cBhvr>
                                        <p:cTn id="74" dur="1" fill="hold">
                                          <p:stCondLst>
                                            <p:cond delay="0"/>
                                          </p:stCondLst>
                                        </p:cTn>
                                        <p:tgtEl>
                                          <p:spTgt spid="16"/>
                                        </p:tgtEl>
                                        <p:attrNameLst>
                                          <p:attrName>style.visibility</p:attrName>
                                        </p:attrNameLst>
                                      </p:cBhvr>
                                      <p:to>
                                        <p:strVal val="visible"/>
                                      </p:to>
                                    </p:set>
                                    <p:animEffect transition="in" filter="fade">
                                      <p:cBhvr>
                                        <p:cTn id="75" dur="700"/>
                                        <p:tgtEl>
                                          <p:spTgt spid="16"/>
                                        </p:tgtEl>
                                      </p:cBhvr>
                                    </p:animEffect>
                                    <p:anim calcmode="lin" valueType="num">
                                      <p:cBhvr>
                                        <p:cTn id="76" dur="700" fill="hold"/>
                                        <p:tgtEl>
                                          <p:spTgt spid="16"/>
                                        </p:tgtEl>
                                        <p:attrNameLst>
                                          <p:attrName>ppt_x</p:attrName>
                                        </p:attrNameLst>
                                      </p:cBhvr>
                                      <p:tavLst>
                                        <p:tav tm="0">
                                          <p:val>
                                            <p:strVal val="#ppt_x"/>
                                          </p:val>
                                        </p:tav>
                                        <p:tav tm="100000">
                                          <p:val>
                                            <p:strVal val="#ppt_x"/>
                                          </p:val>
                                        </p:tav>
                                      </p:tavLst>
                                    </p:anim>
                                    <p:anim calcmode="lin" valueType="num">
                                      <p:cBhvr>
                                        <p:cTn id="77" dur="700" fill="hold"/>
                                        <p:tgtEl>
                                          <p:spTgt spid="16"/>
                                        </p:tgtEl>
                                        <p:attrNameLst>
                                          <p:attrName>ppt_y</p:attrName>
                                        </p:attrNameLst>
                                      </p:cBhvr>
                                      <p:tavLst>
                                        <p:tav tm="0">
                                          <p:val>
                                            <p:strVal val="#ppt_y+.06"/>
                                          </p:val>
                                        </p:tav>
                                        <p:tav tm="100000">
                                          <p:val>
                                            <p:strVal val="#ppt_y"/>
                                          </p:val>
                                        </p:tav>
                                      </p:tavLst>
                                    </p:anim>
                                  </p:childTnLst>
                                </p:cTn>
                              </p:par>
                              <p:par>
                                <p:cTn id="78" presetID="42" presetClass="entr" presetSubtype="0" fill="hold" grpId="0" nodeType="withEffect">
                                  <p:stCondLst>
                                    <p:cond delay="220"/>
                                  </p:stCondLst>
                                  <p:childTnLst>
                                    <p:set>
                                      <p:cBhvr>
                                        <p:cTn id="79" dur="1" fill="hold">
                                          <p:stCondLst>
                                            <p:cond delay="0"/>
                                          </p:stCondLst>
                                        </p:cTn>
                                        <p:tgtEl>
                                          <p:spTgt spid="17"/>
                                        </p:tgtEl>
                                        <p:attrNameLst>
                                          <p:attrName>style.visibility</p:attrName>
                                        </p:attrNameLst>
                                      </p:cBhvr>
                                      <p:to>
                                        <p:strVal val="visible"/>
                                      </p:to>
                                    </p:set>
                                    <p:animEffect transition="in" filter="fade">
                                      <p:cBhvr>
                                        <p:cTn id="80" dur="700"/>
                                        <p:tgtEl>
                                          <p:spTgt spid="17"/>
                                        </p:tgtEl>
                                      </p:cBhvr>
                                    </p:animEffect>
                                    <p:anim calcmode="lin" valueType="num">
                                      <p:cBhvr>
                                        <p:cTn id="81" dur="700" fill="hold"/>
                                        <p:tgtEl>
                                          <p:spTgt spid="17"/>
                                        </p:tgtEl>
                                        <p:attrNameLst>
                                          <p:attrName>ppt_x</p:attrName>
                                        </p:attrNameLst>
                                      </p:cBhvr>
                                      <p:tavLst>
                                        <p:tav tm="0">
                                          <p:val>
                                            <p:strVal val="#ppt_x"/>
                                          </p:val>
                                        </p:tav>
                                        <p:tav tm="100000">
                                          <p:val>
                                            <p:strVal val="#ppt_x"/>
                                          </p:val>
                                        </p:tav>
                                      </p:tavLst>
                                    </p:anim>
                                    <p:anim calcmode="lin" valueType="num">
                                      <p:cBhvr>
                                        <p:cTn id="82" dur="700" fill="hold"/>
                                        <p:tgtEl>
                                          <p:spTgt spid="17"/>
                                        </p:tgtEl>
                                        <p:attrNameLst>
                                          <p:attrName>ppt_y</p:attrName>
                                        </p:attrNameLst>
                                      </p:cBhvr>
                                      <p:tavLst>
                                        <p:tav tm="0">
                                          <p:val>
                                            <p:strVal val="#ppt_y+.06"/>
                                          </p:val>
                                        </p:tav>
                                        <p:tav tm="100000">
                                          <p:val>
                                            <p:strVal val="#ppt_y"/>
                                          </p:val>
                                        </p:tav>
                                      </p:tavLst>
                                    </p:anim>
                                  </p:childTnLst>
                                </p:cTn>
                              </p:par>
                              <p:par>
                                <p:cTn id="83" presetID="42" presetClass="entr" presetSubtype="0" fill="hold" grpId="0" nodeType="withEffect">
                                  <p:stCondLst>
                                    <p:cond delay="440"/>
                                  </p:stCondLst>
                                  <p:childTnLst>
                                    <p:set>
                                      <p:cBhvr>
                                        <p:cTn id="84" dur="1" fill="hold">
                                          <p:stCondLst>
                                            <p:cond delay="0"/>
                                          </p:stCondLst>
                                        </p:cTn>
                                        <p:tgtEl>
                                          <p:spTgt spid="18"/>
                                        </p:tgtEl>
                                        <p:attrNameLst>
                                          <p:attrName>style.visibility</p:attrName>
                                        </p:attrNameLst>
                                      </p:cBhvr>
                                      <p:to>
                                        <p:strVal val="visible"/>
                                      </p:to>
                                    </p:set>
                                    <p:animEffect transition="in" filter="fade">
                                      <p:cBhvr>
                                        <p:cTn id="85" dur="700"/>
                                        <p:tgtEl>
                                          <p:spTgt spid="18"/>
                                        </p:tgtEl>
                                      </p:cBhvr>
                                    </p:animEffect>
                                    <p:anim calcmode="lin" valueType="num">
                                      <p:cBhvr>
                                        <p:cTn id="86" dur="700" fill="hold"/>
                                        <p:tgtEl>
                                          <p:spTgt spid="18"/>
                                        </p:tgtEl>
                                        <p:attrNameLst>
                                          <p:attrName>ppt_x</p:attrName>
                                        </p:attrNameLst>
                                      </p:cBhvr>
                                      <p:tavLst>
                                        <p:tav tm="0">
                                          <p:val>
                                            <p:strVal val="#ppt_x"/>
                                          </p:val>
                                        </p:tav>
                                        <p:tav tm="100000">
                                          <p:val>
                                            <p:strVal val="#ppt_x"/>
                                          </p:val>
                                        </p:tav>
                                      </p:tavLst>
                                    </p:anim>
                                    <p:anim calcmode="lin" valueType="num">
                                      <p:cBhvr>
                                        <p:cTn id="87" dur="700" fill="hold"/>
                                        <p:tgtEl>
                                          <p:spTgt spid="18"/>
                                        </p:tgtEl>
                                        <p:attrNameLst>
                                          <p:attrName>ppt_y</p:attrName>
                                        </p:attrNameLst>
                                      </p:cBhvr>
                                      <p:tavLst>
                                        <p:tav tm="0">
                                          <p:val>
                                            <p:strVal val="#ppt_y+.06"/>
                                          </p:val>
                                        </p:tav>
                                        <p:tav tm="100000">
                                          <p:val>
                                            <p:strVal val="#ppt_y"/>
                                          </p:val>
                                        </p:tav>
                                      </p:tavLst>
                                    </p:anim>
                                  </p:childTnLst>
                                </p:cTn>
                              </p:par>
                              <p:par>
                                <p:cTn id="88" presetID="42" presetClass="entr" presetSubtype="0" fill="hold" grpId="0" nodeType="withEffect">
                                  <p:stCondLst>
                                    <p:cond delay="440"/>
                                  </p:stCondLst>
                                  <p:childTnLst>
                                    <p:set>
                                      <p:cBhvr>
                                        <p:cTn id="89" dur="1" fill="hold">
                                          <p:stCondLst>
                                            <p:cond delay="0"/>
                                          </p:stCondLst>
                                        </p:cTn>
                                        <p:tgtEl>
                                          <p:spTgt spid="19"/>
                                        </p:tgtEl>
                                        <p:attrNameLst>
                                          <p:attrName>style.visibility</p:attrName>
                                        </p:attrNameLst>
                                      </p:cBhvr>
                                      <p:to>
                                        <p:strVal val="visible"/>
                                      </p:to>
                                    </p:set>
                                    <p:animEffect transition="in" filter="fade">
                                      <p:cBhvr>
                                        <p:cTn id="90" dur="700"/>
                                        <p:tgtEl>
                                          <p:spTgt spid="19"/>
                                        </p:tgtEl>
                                      </p:cBhvr>
                                    </p:animEffect>
                                    <p:anim calcmode="lin" valueType="num">
                                      <p:cBhvr>
                                        <p:cTn id="91" dur="700" fill="hold"/>
                                        <p:tgtEl>
                                          <p:spTgt spid="19"/>
                                        </p:tgtEl>
                                        <p:attrNameLst>
                                          <p:attrName>ppt_x</p:attrName>
                                        </p:attrNameLst>
                                      </p:cBhvr>
                                      <p:tavLst>
                                        <p:tav tm="0">
                                          <p:val>
                                            <p:strVal val="#ppt_x"/>
                                          </p:val>
                                        </p:tav>
                                        <p:tav tm="100000">
                                          <p:val>
                                            <p:strVal val="#ppt_x"/>
                                          </p:val>
                                        </p:tav>
                                      </p:tavLst>
                                    </p:anim>
                                    <p:anim calcmode="lin" valueType="num">
                                      <p:cBhvr>
                                        <p:cTn id="92" dur="700" fill="hold"/>
                                        <p:tgtEl>
                                          <p:spTgt spid="19"/>
                                        </p:tgtEl>
                                        <p:attrNameLst>
                                          <p:attrName>ppt_y</p:attrName>
                                        </p:attrNameLst>
                                      </p:cBhvr>
                                      <p:tavLst>
                                        <p:tav tm="0">
                                          <p:val>
                                            <p:strVal val="#ppt_y+.06"/>
                                          </p:val>
                                        </p:tav>
                                        <p:tav tm="100000">
                                          <p:val>
                                            <p:strVal val="#ppt_y"/>
                                          </p:val>
                                        </p:tav>
                                      </p:tavLst>
                                    </p:anim>
                                  </p:childTnLst>
                                </p:cTn>
                              </p:par>
                              <p:par>
                                <p:cTn id="93" presetID="42" presetClass="entr" presetSubtype="0" fill="hold" grpId="0" nodeType="withEffect">
                                  <p:stCondLst>
                                    <p:cond delay="440"/>
                                  </p:stCondLst>
                                  <p:childTnLst>
                                    <p:set>
                                      <p:cBhvr>
                                        <p:cTn id="94" dur="1" fill="hold">
                                          <p:stCondLst>
                                            <p:cond delay="0"/>
                                          </p:stCondLst>
                                        </p:cTn>
                                        <p:tgtEl>
                                          <p:spTgt spid="20"/>
                                        </p:tgtEl>
                                        <p:attrNameLst>
                                          <p:attrName>style.visibility</p:attrName>
                                        </p:attrNameLst>
                                      </p:cBhvr>
                                      <p:to>
                                        <p:strVal val="visible"/>
                                      </p:to>
                                    </p:set>
                                    <p:animEffect transition="in" filter="fade">
                                      <p:cBhvr>
                                        <p:cTn id="95" dur="700"/>
                                        <p:tgtEl>
                                          <p:spTgt spid="20"/>
                                        </p:tgtEl>
                                      </p:cBhvr>
                                    </p:animEffect>
                                    <p:anim calcmode="lin" valueType="num">
                                      <p:cBhvr>
                                        <p:cTn id="96" dur="700" fill="hold"/>
                                        <p:tgtEl>
                                          <p:spTgt spid="20"/>
                                        </p:tgtEl>
                                        <p:attrNameLst>
                                          <p:attrName>ppt_x</p:attrName>
                                        </p:attrNameLst>
                                      </p:cBhvr>
                                      <p:tavLst>
                                        <p:tav tm="0">
                                          <p:val>
                                            <p:strVal val="#ppt_x"/>
                                          </p:val>
                                        </p:tav>
                                        <p:tav tm="100000">
                                          <p:val>
                                            <p:strVal val="#ppt_x"/>
                                          </p:val>
                                        </p:tav>
                                      </p:tavLst>
                                    </p:anim>
                                    <p:anim calcmode="lin" valueType="num">
                                      <p:cBhvr>
                                        <p:cTn id="97" dur="700" fill="hold"/>
                                        <p:tgtEl>
                                          <p:spTgt spid="20"/>
                                        </p:tgtEl>
                                        <p:attrNameLst>
                                          <p:attrName>ppt_y</p:attrName>
                                        </p:attrNameLst>
                                      </p:cBhvr>
                                      <p:tavLst>
                                        <p:tav tm="0">
                                          <p:val>
                                            <p:strVal val="#ppt_y+.06"/>
                                          </p:val>
                                        </p:tav>
                                        <p:tav tm="100000">
                                          <p:val>
                                            <p:strVal val="#ppt_y"/>
                                          </p:val>
                                        </p:tav>
                                      </p:tavLst>
                                    </p:anim>
                                  </p:childTnLst>
                                </p:cTn>
                              </p:par>
                              <p:par>
                                <p:cTn id="98" presetID="42" presetClass="entr" presetSubtype="0" fill="hold" grpId="0" nodeType="withEffect">
                                  <p:stCondLst>
                                    <p:cond delay="440"/>
                                  </p:stCondLst>
                                  <p:childTnLst>
                                    <p:set>
                                      <p:cBhvr>
                                        <p:cTn id="99" dur="1" fill="hold">
                                          <p:stCondLst>
                                            <p:cond delay="0"/>
                                          </p:stCondLst>
                                        </p:cTn>
                                        <p:tgtEl>
                                          <p:spTgt spid="21"/>
                                        </p:tgtEl>
                                        <p:attrNameLst>
                                          <p:attrName>style.visibility</p:attrName>
                                        </p:attrNameLst>
                                      </p:cBhvr>
                                      <p:to>
                                        <p:strVal val="visible"/>
                                      </p:to>
                                    </p:set>
                                    <p:animEffect transition="in" filter="fade">
                                      <p:cBhvr>
                                        <p:cTn id="100" dur="700"/>
                                        <p:tgtEl>
                                          <p:spTgt spid="21"/>
                                        </p:tgtEl>
                                      </p:cBhvr>
                                    </p:animEffect>
                                    <p:anim calcmode="lin" valueType="num">
                                      <p:cBhvr>
                                        <p:cTn id="101" dur="700" fill="hold"/>
                                        <p:tgtEl>
                                          <p:spTgt spid="21"/>
                                        </p:tgtEl>
                                        <p:attrNameLst>
                                          <p:attrName>ppt_x</p:attrName>
                                        </p:attrNameLst>
                                      </p:cBhvr>
                                      <p:tavLst>
                                        <p:tav tm="0">
                                          <p:val>
                                            <p:strVal val="#ppt_x"/>
                                          </p:val>
                                        </p:tav>
                                        <p:tav tm="100000">
                                          <p:val>
                                            <p:strVal val="#ppt_x"/>
                                          </p:val>
                                        </p:tav>
                                      </p:tavLst>
                                    </p:anim>
                                    <p:anim calcmode="lin" valueType="num">
                                      <p:cBhvr>
                                        <p:cTn id="102" dur="700" fill="hold"/>
                                        <p:tgtEl>
                                          <p:spTgt spid="21"/>
                                        </p:tgtEl>
                                        <p:attrNameLst>
                                          <p:attrName>ppt_y</p:attrName>
                                        </p:attrNameLst>
                                      </p:cBhvr>
                                      <p:tavLst>
                                        <p:tav tm="0">
                                          <p:val>
                                            <p:strVal val="#ppt_y+.06"/>
                                          </p:val>
                                        </p:tav>
                                        <p:tav tm="100000">
                                          <p:val>
                                            <p:strVal val="#ppt_y"/>
                                          </p:val>
                                        </p:tav>
                                      </p:tavLst>
                                    </p:anim>
                                  </p:childTnLst>
                                </p:cTn>
                              </p:par>
                              <p:par>
                                <p:cTn id="103" presetID="42" presetClass="entr" presetSubtype="0" fill="hold" grpId="0" nodeType="withEffect">
                                  <p:stCondLst>
                                    <p:cond delay="440"/>
                                  </p:stCondLst>
                                  <p:childTnLst>
                                    <p:set>
                                      <p:cBhvr>
                                        <p:cTn id="104" dur="1" fill="hold">
                                          <p:stCondLst>
                                            <p:cond delay="0"/>
                                          </p:stCondLst>
                                        </p:cTn>
                                        <p:tgtEl>
                                          <p:spTgt spid="22"/>
                                        </p:tgtEl>
                                        <p:attrNameLst>
                                          <p:attrName>style.visibility</p:attrName>
                                        </p:attrNameLst>
                                      </p:cBhvr>
                                      <p:to>
                                        <p:strVal val="visible"/>
                                      </p:to>
                                    </p:set>
                                    <p:animEffect transition="in" filter="fade">
                                      <p:cBhvr>
                                        <p:cTn id="105" dur="700"/>
                                        <p:tgtEl>
                                          <p:spTgt spid="22"/>
                                        </p:tgtEl>
                                      </p:cBhvr>
                                    </p:animEffect>
                                    <p:anim calcmode="lin" valueType="num">
                                      <p:cBhvr>
                                        <p:cTn id="106" dur="700" fill="hold"/>
                                        <p:tgtEl>
                                          <p:spTgt spid="22"/>
                                        </p:tgtEl>
                                        <p:attrNameLst>
                                          <p:attrName>ppt_x</p:attrName>
                                        </p:attrNameLst>
                                      </p:cBhvr>
                                      <p:tavLst>
                                        <p:tav tm="0">
                                          <p:val>
                                            <p:strVal val="#ppt_x"/>
                                          </p:val>
                                        </p:tav>
                                        <p:tav tm="100000">
                                          <p:val>
                                            <p:strVal val="#ppt_x"/>
                                          </p:val>
                                        </p:tav>
                                      </p:tavLst>
                                    </p:anim>
                                    <p:anim calcmode="lin" valueType="num">
                                      <p:cBhvr>
                                        <p:cTn id="107" dur="700" fill="hold"/>
                                        <p:tgtEl>
                                          <p:spTgt spid="22"/>
                                        </p:tgtEl>
                                        <p:attrNameLst>
                                          <p:attrName>ppt_y</p:attrName>
                                        </p:attrNameLst>
                                      </p:cBhvr>
                                      <p:tavLst>
                                        <p:tav tm="0">
                                          <p:val>
                                            <p:strVal val="#ppt_y+.06"/>
                                          </p:val>
                                        </p:tav>
                                        <p:tav tm="100000">
                                          <p:val>
                                            <p:strVal val="#ppt_y"/>
                                          </p:val>
                                        </p:tav>
                                      </p:tavLst>
                                    </p:anim>
                                  </p:childTnLst>
                                </p:cTn>
                              </p:par>
                              <p:par>
                                <p:cTn id="108" presetID="42" presetClass="entr" presetSubtype="0" fill="hold" grpId="0" nodeType="withEffect">
                                  <p:stCondLst>
                                    <p:cond delay="440"/>
                                  </p:stCondLst>
                                  <p:childTnLst>
                                    <p:set>
                                      <p:cBhvr>
                                        <p:cTn id="109" dur="1" fill="hold">
                                          <p:stCondLst>
                                            <p:cond delay="0"/>
                                          </p:stCondLst>
                                        </p:cTn>
                                        <p:tgtEl>
                                          <p:spTgt spid="23"/>
                                        </p:tgtEl>
                                        <p:attrNameLst>
                                          <p:attrName>style.visibility</p:attrName>
                                        </p:attrNameLst>
                                      </p:cBhvr>
                                      <p:to>
                                        <p:strVal val="visible"/>
                                      </p:to>
                                    </p:set>
                                    <p:animEffect transition="in" filter="fade">
                                      <p:cBhvr>
                                        <p:cTn id="110" dur="700"/>
                                        <p:tgtEl>
                                          <p:spTgt spid="23"/>
                                        </p:tgtEl>
                                      </p:cBhvr>
                                    </p:animEffect>
                                    <p:anim calcmode="lin" valueType="num">
                                      <p:cBhvr>
                                        <p:cTn id="111" dur="700" fill="hold"/>
                                        <p:tgtEl>
                                          <p:spTgt spid="23"/>
                                        </p:tgtEl>
                                        <p:attrNameLst>
                                          <p:attrName>ppt_x</p:attrName>
                                        </p:attrNameLst>
                                      </p:cBhvr>
                                      <p:tavLst>
                                        <p:tav tm="0">
                                          <p:val>
                                            <p:strVal val="#ppt_x"/>
                                          </p:val>
                                        </p:tav>
                                        <p:tav tm="100000">
                                          <p:val>
                                            <p:strVal val="#ppt_x"/>
                                          </p:val>
                                        </p:tav>
                                      </p:tavLst>
                                    </p:anim>
                                    <p:anim calcmode="lin" valueType="num">
                                      <p:cBhvr>
                                        <p:cTn id="112" dur="700" fill="hold"/>
                                        <p:tgtEl>
                                          <p:spTgt spid="23"/>
                                        </p:tgtEl>
                                        <p:attrNameLst>
                                          <p:attrName>ppt_y</p:attrName>
                                        </p:attrNameLst>
                                      </p:cBhvr>
                                      <p:tavLst>
                                        <p:tav tm="0">
                                          <p:val>
                                            <p:strVal val="#ppt_y+.06"/>
                                          </p:val>
                                        </p:tav>
                                        <p:tav tm="100000">
                                          <p:val>
                                            <p:strVal val="#ppt_y"/>
                                          </p:val>
                                        </p:tav>
                                      </p:tavLst>
                                    </p:anim>
                                  </p:childTnLst>
                                </p:cTn>
                              </p:par>
                              <p:par>
                                <p:cTn id="113" presetID="42" presetClass="entr" presetSubtype="0" fill="hold" grpId="0" nodeType="withEffect">
                                  <p:stCondLst>
                                    <p:cond delay="440"/>
                                  </p:stCondLst>
                                  <p:childTnLst>
                                    <p:set>
                                      <p:cBhvr>
                                        <p:cTn id="114" dur="1" fill="hold">
                                          <p:stCondLst>
                                            <p:cond delay="0"/>
                                          </p:stCondLst>
                                        </p:cTn>
                                        <p:tgtEl>
                                          <p:spTgt spid="24"/>
                                        </p:tgtEl>
                                        <p:attrNameLst>
                                          <p:attrName>style.visibility</p:attrName>
                                        </p:attrNameLst>
                                      </p:cBhvr>
                                      <p:to>
                                        <p:strVal val="visible"/>
                                      </p:to>
                                    </p:set>
                                    <p:animEffect transition="in" filter="fade">
                                      <p:cBhvr>
                                        <p:cTn id="115" dur="700"/>
                                        <p:tgtEl>
                                          <p:spTgt spid="24"/>
                                        </p:tgtEl>
                                      </p:cBhvr>
                                    </p:animEffect>
                                    <p:anim calcmode="lin" valueType="num">
                                      <p:cBhvr>
                                        <p:cTn id="116" dur="700" fill="hold"/>
                                        <p:tgtEl>
                                          <p:spTgt spid="24"/>
                                        </p:tgtEl>
                                        <p:attrNameLst>
                                          <p:attrName>ppt_x</p:attrName>
                                        </p:attrNameLst>
                                      </p:cBhvr>
                                      <p:tavLst>
                                        <p:tav tm="0">
                                          <p:val>
                                            <p:strVal val="#ppt_x"/>
                                          </p:val>
                                        </p:tav>
                                        <p:tav tm="100000">
                                          <p:val>
                                            <p:strVal val="#ppt_x"/>
                                          </p:val>
                                        </p:tav>
                                      </p:tavLst>
                                    </p:anim>
                                    <p:anim calcmode="lin" valueType="num">
                                      <p:cBhvr>
                                        <p:cTn id="117" dur="700" fill="hold"/>
                                        <p:tgtEl>
                                          <p:spTgt spid="24"/>
                                        </p:tgtEl>
                                        <p:attrNameLst>
                                          <p:attrName>ppt_y</p:attrName>
                                        </p:attrNameLst>
                                      </p:cBhvr>
                                      <p:tavLst>
                                        <p:tav tm="0">
                                          <p:val>
                                            <p:strVal val="#ppt_y+.06"/>
                                          </p:val>
                                        </p:tav>
                                        <p:tav tm="100000">
                                          <p:val>
                                            <p:strVal val="#ppt_y"/>
                                          </p:val>
                                        </p:tav>
                                      </p:tavLst>
                                    </p:anim>
                                  </p:childTnLst>
                                </p:cTn>
                              </p:par>
                              <p:par>
                                <p:cTn id="118" presetID="42" presetClass="entr" presetSubtype="0" fill="hold" grpId="0" nodeType="withEffect">
                                  <p:stCondLst>
                                    <p:cond delay="440"/>
                                  </p:stCondLst>
                                  <p:childTnLst>
                                    <p:set>
                                      <p:cBhvr>
                                        <p:cTn id="119" dur="1" fill="hold">
                                          <p:stCondLst>
                                            <p:cond delay="0"/>
                                          </p:stCondLst>
                                        </p:cTn>
                                        <p:tgtEl>
                                          <p:spTgt spid="25"/>
                                        </p:tgtEl>
                                        <p:attrNameLst>
                                          <p:attrName>style.visibility</p:attrName>
                                        </p:attrNameLst>
                                      </p:cBhvr>
                                      <p:to>
                                        <p:strVal val="visible"/>
                                      </p:to>
                                    </p:set>
                                    <p:animEffect transition="in" filter="fade">
                                      <p:cBhvr>
                                        <p:cTn id="120" dur="700"/>
                                        <p:tgtEl>
                                          <p:spTgt spid="25"/>
                                        </p:tgtEl>
                                      </p:cBhvr>
                                    </p:animEffect>
                                    <p:anim calcmode="lin" valueType="num">
                                      <p:cBhvr>
                                        <p:cTn id="121" dur="700" fill="hold"/>
                                        <p:tgtEl>
                                          <p:spTgt spid="25"/>
                                        </p:tgtEl>
                                        <p:attrNameLst>
                                          <p:attrName>ppt_x</p:attrName>
                                        </p:attrNameLst>
                                      </p:cBhvr>
                                      <p:tavLst>
                                        <p:tav tm="0">
                                          <p:val>
                                            <p:strVal val="#ppt_x"/>
                                          </p:val>
                                        </p:tav>
                                        <p:tav tm="100000">
                                          <p:val>
                                            <p:strVal val="#ppt_x"/>
                                          </p:val>
                                        </p:tav>
                                      </p:tavLst>
                                    </p:anim>
                                    <p:anim calcmode="lin" valueType="num">
                                      <p:cBhvr>
                                        <p:cTn id="122" dur="700" fill="hold"/>
                                        <p:tgtEl>
                                          <p:spTgt spid="25"/>
                                        </p:tgtEl>
                                        <p:attrNameLst>
                                          <p:attrName>ppt_y</p:attrName>
                                        </p:attrNameLst>
                                      </p:cBhvr>
                                      <p:tavLst>
                                        <p:tav tm="0">
                                          <p:val>
                                            <p:strVal val="#ppt_y+.06"/>
                                          </p:val>
                                        </p:tav>
                                        <p:tav tm="100000">
                                          <p:val>
                                            <p:strVal val="#ppt_y"/>
                                          </p:val>
                                        </p:tav>
                                      </p:tavLst>
                                    </p:anim>
                                  </p:childTnLst>
                                </p:cTn>
                              </p:par>
                              <p:par>
                                <p:cTn id="123" presetID="42" presetClass="entr" presetSubtype="0" fill="hold" grpId="0" nodeType="withEffect">
                                  <p:stCondLst>
                                    <p:cond delay="440"/>
                                  </p:stCondLst>
                                  <p:childTnLst>
                                    <p:set>
                                      <p:cBhvr>
                                        <p:cTn id="124" dur="1" fill="hold">
                                          <p:stCondLst>
                                            <p:cond delay="0"/>
                                          </p:stCondLst>
                                        </p:cTn>
                                        <p:tgtEl>
                                          <p:spTgt spid="26"/>
                                        </p:tgtEl>
                                        <p:attrNameLst>
                                          <p:attrName>style.visibility</p:attrName>
                                        </p:attrNameLst>
                                      </p:cBhvr>
                                      <p:to>
                                        <p:strVal val="visible"/>
                                      </p:to>
                                    </p:set>
                                    <p:animEffect transition="in" filter="fade">
                                      <p:cBhvr>
                                        <p:cTn id="125" dur="700"/>
                                        <p:tgtEl>
                                          <p:spTgt spid="26"/>
                                        </p:tgtEl>
                                      </p:cBhvr>
                                    </p:animEffect>
                                    <p:anim calcmode="lin" valueType="num">
                                      <p:cBhvr>
                                        <p:cTn id="126" dur="700" fill="hold"/>
                                        <p:tgtEl>
                                          <p:spTgt spid="26"/>
                                        </p:tgtEl>
                                        <p:attrNameLst>
                                          <p:attrName>ppt_x</p:attrName>
                                        </p:attrNameLst>
                                      </p:cBhvr>
                                      <p:tavLst>
                                        <p:tav tm="0">
                                          <p:val>
                                            <p:strVal val="#ppt_x"/>
                                          </p:val>
                                        </p:tav>
                                        <p:tav tm="100000">
                                          <p:val>
                                            <p:strVal val="#ppt_x"/>
                                          </p:val>
                                        </p:tav>
                                      </p:tavLst>
                                    </p:anim>
                                    <p:anim calcmode="lin" valueType="num">
                                      <p:cBhvr>
                                        <p:cTn id="127" dur="700" fill="hold"/>
                                        <p:tgtEl>
                                          <p:spTgt spid="26"/>
                                        </p:tgtEl>
                                        <p:attrNameLst>
                                          <p:attrName>ppt_y</p:attrName>
                                        </p:attrNameLst>
                                      </p:cBhvr>
                                      <p:tavLst>
                                        <p:tav tm="0">
                                          <p:val>
                                            <p:strVal val="#ppt_y+.06"/>
                                          </p:val>
                                        </p:tav>
                                        <p:tav tm="100000">
                                          <p:val>
                                            <p:strVal val="#ppt_y"/>
                                          </p:val>
                                        </p:tav>
                                      </p:tavLst>
                                    </p:anim>
                                  </p:childTnLst>
                                </p:cTn>
                              </p:par>
                              <p:par>
                                <p:cTn id="128" presetID="42" presetClass="entr" presetSubtype="0" fill="hold" grpId="0" nodeType="withEffect">
                                  <p:stCondLst>
                                    <p:cond delay="440"/>
                                  </p:stCondLst>
                                  <p:childTnLst>
                                    <p:set>
                                      <p:cBhvr>
                                        <p:cTn id="129" dur="1" fill="hold">
                                          <p:stCondLst>
                                            <p:cond delay="0"/>
                                          </p:stCondLst>
                                        </p:cTn>
                                        <p:tgtEl>
                                          <p:spTgt spid="27"/>
                                        </p:tgtEl>
                                        <p:attrNameLst>
                                          <p:attrName>style.visibility</p:attrName>
                                        </p:attrNameLst>
                                      </p:cBhvr>
                                      <p:to>
                                        <p:strVal val="visible"/>
                                      </p:to>
                                    </p:set>
                                    <p:animEffect transition="in" filter="fade">
                                      <p:cBhvr>
                                        <p:cTn id="130" dur="700"/>
                                        <p:tgtEl>
                                          <p:spTgt spid="27"/>
                                        </p:tgtEl>
                                      </p:cBhvr>
                                    </p:animEffect>
                                    <p:anim calcmode="lin" valueType="num">
                                      <p:cBhvr>
                                        <p:cTn id="131" dur="700" fill="hold"/>
                                        <p:tgtEl>
                                          <p:spTgt spid="27"/>
                                        </p:tgtEl>
                                        <p:attrNameLst>
                                          <p:attrName>ppt_x</p:attrName>
                                        </p:attrNameLst>
                                      </p:cBhvr>
                                      <p:tavLst>
                                        <p:tav tm="0">
                                          <p:val>
                                            <p:strVal val="#ppt_x"/>
                                          </p:val>
                                        </p:tav>
                                        <p:tav tm="100000">
                                          <p:val>
                                            <p:strVal val="#ppt_x"/>
                                          </p:val>
                                        </p:tav>
                                      </p:tavLst>
                                    </p:anim>
                                    <p:anim calcmode="lin" valueType="num">
                                      <p:cBhvr>
                                        <p:cTn id="132" dur="700" fill="hold"/>
                                        <p:tgtEl>
                                          <p:spTgt spid="27"/>
                                        </p:tgtEl>
                                        <p:attrNameLst>
                                          <p:attrName>ppt_y</p:attrName>
                                        </p:attrNameLst>
                                      </p:cBhvr>
                                      <p:tavLst>
                                        <p:tav tm="0">
                                          <p:val>
                                            <p:strVal val="#ppt_y+.06"/>
                                          </p:val>
                                        </p:tav>
                                        <p:tav tm="100000">
                                          <p:val>
                                            <p:strVal val="#ppt_y"/>
                                          </p:val>
                                        </p:tav>
                                      </p:tavLst>
                                    </p:anim>
                                  </p:childTnLst>
                                </p:cTn>
                              </p:par>
                              <p:par>
                                <p:cTn id="133" presetID="42" presetClass="entr" presetSubtype="0" fill="hold" grpId="0" nodeType="withEffect">
                                  <p:stCondLst>
                                    <p:cond delay="440"/>
                                  </p:stCondLst>
                                  <p:childTnLst>
                                    <p:set>
                                      <p:cBhvr>
                                        <p:cTn id="134" dur="1" fill="hold">
                                          <p:stCondLst>
                                            <p:cond delay="0"/>
                                          </p:stCondLst>
                                        </p:cTn>
                                        <p:tgtEl>
                                          <p:spTgt spid="28"/>
                                        </p:tgtEl>
                                        <p:attrNameLst>
                                          <p:attrName>style.visibility</p:attrName>
                                        </p:attrNameLst>
                                      </p:cBhvr>
                                      <p:to>
                                        <p:strVal val="visible"/>
                                      </p:to>
                                    </p:set>
                                    <p:animEffect transition="in" filter="fade">
                                      <p:cBhvr>
                                        <p:cTn id="135" dur="700"/>
                                        <p:tgtEl>
                                          <p:spTgt spid="28"/>
                                        </p:tgtEl>
                                      </p:cBhvr>
                                    </p:animEffect>
                                    <p:anim calcmode="lin" valueType="num">
                                      <p:cBhvr>
                                        <p:cTn id="136" dur="700" fill="hold"/>
                                        <p:tgtEl>
                                          <p:spTgt spid="28"/>
                                        </p:tgtEl>
                                        <p:attrNameLst>
                                          <p:attrName>ppt_x</p:attrName>
                                        </p:attrNameLst>
                                      </p:cBhvr>
                                      <p:tavLst>
                                        <p:tav tm="0">
                                          <p:val>
                                            <p:strVal val="#ppt_x"/>
                                          </p:val>
                                        </p:tav>
                                        <p:tav tm="100000">
                                          <p:val>
                                            <p:strVal val="#ppt_x"/>
                                          </p:val>
                                        </p:tav>
                                      </p:tavLst>
                                    </p:anim>
                                    <p:anim calcmode="lin" valueType="num">
                                      <p:cBhvr>
                                        <p:cTn id="137" dur="700" fill="hold"/>
                                        <p:tgtEl>
                                          <p:spTgt spid="28"/>
                                        </p:tgtEl>
                                        <p:attrNameLst>
                                          <p:attrName>ppt_y</p:attrName>
                                        </p:attrNameLst>
                                      </p:cBhvr>
                                      <p:tavLst>
                                        <p:tav tm="0">
                                          <p:val>
                                            <p:strVal val="#ppt_y+.06"/>
                                          </p:val>
                                        </p:tav>
                                        <p:tav tm="100000">
                                          <p:val>
                                            <p:strVal val="#ppt_y"/>
                                          </p:val>
                                        </p:tav>
                                      </p:tavLst>
                                    </p:anim>
                                  </p:childTnLst>
                                </p:cTn>
                              </p:par>
                              <p:par>
                                <p:cTn id="138" presetID="42" presetClass="entr" presetSubtype="0" fill="hold" grpId="0" nodeType="withEffect">
                                  <p:stCondLst>
                                    <p:cond delay="440"/>
                                  </p:stCondLst>
                                  <p:childTnLst>
                                    <p:set>
                                      <p:cBhvr>
                                        <p:cTn id="139" dur="1" fill="hold">
                                          <p:stCondLst>
                                            <p:cond delay="0"/>
                                          </p:stCondLst>
                                        </p:cTn>
                                        <p:tgtEl>
                                          <p:spTgt spid="29"/>
                                        </p:tgtEl>
                                        <p:attrNameLst>
                                          <p:attrName>style.visibility</p:attrName>
                                        </p:attrNameLst>
                                      </p:cBhvr>
                                      <p:to>
                                        <p:strVal val="visible"/>
                                      </p:to>
                                    </p:set>
                                    <p:animEffect transition="in" filter="fade">
                                      <p:cBhvr>
                                        <p:cTn id="140" dur="700"/>
                                        <p:tgtEl>
                                          <p:spTgt spid="29"/>
                                        </p:tgtEl>
                                      </p:cBhvr>
                                    </p:animEffect>
                                    <p:anim calcmode="lin" valueType="num">
                                      <p:cBhvr>
                                        <p:cTn id="141" dur="700" fill="hold"/>
                                        <p:tgtEl>
                                          <p:spTgt spid="29"/>
                                        </p:tgtEl>
                                        <p:attrNameLst>
                                          <p:attrName>ppt_x</p:attrName>
                                        </p:attrNameLst>
                                      </p:cBhvr>
                                      <p:tavLst>
                                        <p:tav tm="0">
                                          <p:val>
                                            <p:strVal val="#ppt_x"/>
                                          </p:val>
                                        </p:tav>
                                        <p:tav tm="100000">
                                          <p:val>
                                            <p:strVal val="#ppt_x"/>
                                          </p:val>
                                        </p:tav>
                                      </p:tavLst>
                                    </p:anim>
                                    <p:anim calcmode="lin" valueType="num">
                                      <p:cBhvr>
                                        <p:cTn id="142" dur="700" fill="hold"/>
                                        <p:tgtEl>
                                          <p:spTgt spid="29"/>
                                        </p:tgtEl>
                                        <p:attrNameLst>
                                          <p:attrName>ppt_y</p:attrName>
                                        </p:attrNameLst>
                                      </p:cBhvr>
                                      <p:tavLst>
                                        <p:tav tm="0">
                                          <p:val>
                                            <p:strVal val="#ppt_y+.06"/>
                                          </p:val>
                                        </p:tav>
                                        <p:tav tm="100000">
                                          <p:val>
                                            <p:strVal val="#ppt_y"/>
                                          </p:val>
                                        </p:tav>
                                      </p:tavLst>
                                    </p:anim>
                                  </p:childTnLst>
                                </p:cTn>
                              </p:par>
                              <p:par>
                                <p:cTn id="143" presetID="42" presetClass="entr" presetSubtype="0" fill="hold" grpId="0" nodeType="withEffect">
                                  <p:stCondLst>
                                    <p:cond delay="440"/>
                                  </p:stCondLst>
                                  <p:childTnLst>
                                    <p:set>
                                      <p:cBhvr>
                                        <p:cTn id="144" dur="1" fill="hold">
                                          <p:stCondLst>
                                            <p:cond delay="0"/>
                                          </p:stCondLst>
                                        </p:cTn>
                                        <p:tgtEl>
                                          <p:spTgt spid="30"/>
                                        </p:tgtEl>
                                        <p:attrNameLst>
                                          <p:attrName>style.visibility</p:attrName>
                                        </p:attrNameLst>
                                      </p:cBhvr>
                                      <p:to>
                                        <p:strVal val="visible"/>
                                      </p:to>
                                    </p:set>
                                    <p:animEffect transition="in" filter="fade">
                                      <p:cBhvr>
                                        <p:cTn id="145" dur="700"/>
                                        <p:tgtEl>
                                          <p:spTgt spid="30"/>
                                        </p:tgtEl>
                                      </p:cBhvr>
                                    </p:animEffect>
                                    <p:anim calcmode="lin" valueType="num">
                                      <p:cBhvr>
                                        <p:cTn id="146" dur="700" fill="hold"/>
                                        <p:tgtEl>
                                          <p:spTgt spid="30"/>
                                        </p:tgtEl>
                                        <p:attrNameLst>
                                          <p:attrName>ppt_x</p:attrName>
                                        </p:attrNameLst>
                                      </p:cBhvr>
                                      <p:tavLst>
                                        <p:tav tm="0">
                                          <p:val>
                                            <p:strVal val="#ppt_x"/>
                                          </p:val>
                                        </p:tav>
                                        <p:tav tm="100000">
                                          <p:val>
                                            <p:strVal val="#ppt_x"/>
                                          </p:val>
                                        </p:tav>
                                      </p:tavLst>
                                    </p:anim>
                                    <p:anim calcmode="lin" valueType="num">
                                      <p:cBhvr>
                                        <p:cTn id="147" dur="700" fill="hold"/>
                                        <p:tgtEl>
                                          <p:spTgt spid="30"/>
                                        </p:tgtEl>
                                        <p:attrNameLst>
                                          <p:attrName>ppt_y</p:attrName>
                                        </p:attrNameLst>
                                      </p:cBhvr>
                                      <p:tavLst>
                                        <p:tav tm="0">
                                          <p:val>
                                            <p:strVal val="#ppt_y+.06"/>
                                          </p:val>
                                        </p:tav>
                                        <p:tav tm="100000">
                                          <p:val>
                                            <p:strVal val="#ppt_y"/>
                                          </p:val>
                                        </p:tav>
                                      </p:tavLst>
                                    </p:anim>
                                  </p:childTnLst>
                                </p:cTn>
                              </p:par>
                              <p:par>
                                <p:cTn id="148" presetID="42" presetClass="entr" presetSubtype="0" fill="hold" grpId="0" nodeType="withEffect">
                                  <p:stCondLst>
                                    <p:cond delay="440"/>
                                  </p:stCondLst>
                                  <p:childTnLst>
                                    <p:set>
                                      <p:cBhvr>
                                        <p:cTn id="149" dur="1" fill="hold">
                                          <p:stCondLst>
                                            <p:cond delay="0"/>
                                          </p:stCondLst>
                                        </p:cTn>
                                        <p:tgtEl>
                                          <p:spTgt spid="31"/>
                                        </p:tgtEl>
                                        <p:attrNameLst>
                                          <p:attrName>style.visibility</p:attrName>
                                        </p:attrNameLst>
                                      </p:cBhvr>
                                      <p:to>
                                        <p:strVal val="visible"/>
                                      </p:to>
                                    </p:set>
                                    <p:animEffect transition="in" filter="fade">
                                      <p:cBhvr>
                                        <p:cTn id="150" dur="700"/>
                                        <p:tgtEl>
                                          <p:spTgt spid="31"/>
                                        </p:tgtEl>
                                      </p:cBhvr>
                                    </p:animEffect>
                                    <p:anim calcmode="lin" valueType="num">
                                      <p:cBhvr>
                                        <p:cTn id="151" dur="700" fill="hold"/>
                                        <p:tgtEl>
                                          <p:spTgt spid="31"/>
                                        </p:tgtEl>
                                        <p:attrNameLst>
                                          <p:attrName>ppt_x</p:attrName>
                                        </p:attrNameLst>
                                      </p:cBhvr>
                                      <p:tavLst>
                                        <p:tav tm="0">
                                          <p:val>
                                            <p:strVal val="#ppt_x"/>
                                          </p:val>
                                        </p:tav>
                                        <p:tav tm="100000">
                                          <p:val>
                                            <p:strVal val="#ppt_x"/>
                                          </p:val>
                                        </p:tav>
                                      </p:tavLst>
                                    </p:anim>
                                    <p:anim calcmode="lin" valueType="num">
                                      <p:cBhvr>
                                        <p:cTn id="152" dur="700" fill="hold"/>
                                        <p:tgtEl>
                                          <p:spTgt spid="31"/>
                                        </p:tgtEl>
                                        <p:attrNameLst>
                                          <p:attrName>ppt_y</p:attrName>
                                        </p:attrNameLst>
                                      </p:cBhvr>
                                      <p:tavLst>
                                        <p:tav tm="0">
                                          <p:val>
                                            <p:strVal val="#ppt_y+.06"/>
                                          </p:val>
                                        </p:tav>
                                        <p:tav tm="100000">
                                          <p:val>
                                            <p:strVal val="#ppt_y"/>
                                          </p:val>
                                        </p:tav>
                                      </p:tavLst>
                                    </p:anim>
                                  </p:childTnLst>
                                </p:cTn>
                              </p:par>
                              <p:par>
                                <p:cTn id="153" presetID="42" presetClass="entr" presetSubtype="0" fill="hold" grpId="0" nodeType="withEffect">
                                  <p:stCondLst>
                                    <p:cond delay="660"/>
                                  </p:stCondLst>
                                  <p:childTnLst>
                                    <p:set>
                                      <p:cBhvr>
                                        <p:cTn id="154" dur="1" fill="hold">
                                          <p:stCondLst>
                                            <p:cond delay="0"/>
                                          </p:stCondLst>
                                        </p:cTn>
                                        <p:tgtEl>
                                          <p:spTgt spid="32"/>
                                        </p:tgtEl>
                                        <p:attrNameLst>
                                          <p:attrName>style.visibility</p:attrName>
                                        </p:attrNameLst>
                                      </p:cBhvr>
                                      <p:to>
                                        <p:strVal val="visible"/>
                                      </p:to>
                                    </p:set>
                                    <p:animEffect transition="in" filter="fade">
                                      <p:cBhvr>
                                        <p:cTn id="155" dur="700"/>
                                        <p:tgtEl>
                                          <p:spTgt spid="32"/>
                                        </p:tgtEl>
                                      </p:cBhvr>
                                    </p:animEffect>
                                    <p:anim calcmode="lin" valueType="num">
                                      <p:cBhvr>
                                        <p:cTn id="156" dur="700" fill="hold"/>
                                        <p:tgtEl>
                                          <p:spTgt spid="32"/>
                                        </p:tgtEl>
                                        <p:attrNameLst>
                                          <p:attrName>ppt_x</p:attrName>
                                        </p:attrNameLst>
                                      </p:cBhvr>
                                      <p:tavLst>
                                        <p:tav tm="0">
                                          <p:val>
                                            <p:strVal val="#ppt_x"/>
                                          </p:val>
                                        </p:tav>
                                        <p:tav tm="100000">
                                          <p:val>
                                            <p:strVal val="#ppt_x"/>
                                          </p:val>
                                        </p:tav>
                                      </p:tavLst>
                                    </p:anim>
                                    <p:anim calcmode="lin" valueType="num">
                                      <p:cBhvr>
                                        <p:cTn id="157" dur="700" fill="hold"/>
                                        <p:tgtEl>
                                          <p:spTgt spid="32"/>
                                        </p:tgtEl>
                                        <p:attrNameLst>
                                          <p:attrName>ppt_y</p:attrName>
                                        </p:attrNameLst>
                                      </p:cBhvr>
                                      <p:tavLst>
                                        <p:tav tm="0">
                                          <p:val>
                                            <p:strVal val="#ppt_y+.06"/>
                                          </p:val>
                                        </p:tav>
                                        <p:tav tm="100000">
                                          <p:val>
                                            <p:strVal val="#ppt_y"/>
                                          </p:val>
                                        </p:tav>
                                      </p:tavLst>
                                    </p:anim>
                                  </p:childTnLst>
                                </p:cTn>
                              </p:par>
                              <p:par>
                                <p:cTn id="158" presetID="42" presetClass="entr" presetSubtype="0" fill="hold" grpId="0" nodeType="withEffect">
                                  <p:stCondLst>
                                    <p:cond delay="660"/>
                                  </p:stCondLst>
                                  <p:childTnLst>
                                    <p:set>
                                      <p:cBhvr>
                                        <p:cTn id="159" dur="1" fill="hold">
                                          <p:stCondLst>
                                            <p:cond delay="0"/>
                                          </p:stCondLst>
                                        </p:cTn>
                                        <p:tgtEl>
                                          <p:spTgt spid="33"/>
                                        </p:tgtEl>
                                        <p:attrNameLst>
                                          <p:attrName>style.visibility</p:attrName>
                                        </p:attrNameLst>
                                      </p:cBhvr>
                                      <p:to>
                                        <p:strVal val="visible"/>
                                      </p:to>
                                    </p:set>
                                    <p:animEffect transition="in" filter="fade">
                                      <p:cBhvr>
                                        <p:cTn id="160" dur="700"/>
                                        <p:tgtEl>
                                          <p:spTgt spid="33"/>
                                        </p:tgtEl>
                                      </p:cBhvr>
                                    </p:animEffect>
                                    <p:anim calcmode="lin" valueType="num">
                                      <p:cBhvr>
                                        <p:cTn id="161" dur="700" fill="hold"/>
                                        <p:tgtEl>
                                          <p:spTgt spid="33"/>
                                        </p:tgtEl>
                                        <p:attrNameLst>
                                          <p:attrName>ppt_x</p:attrName>
                                        </p:attrNameLst>
                                      </p:cBhvr>
                                      <p:tavLst>
                                        <p:tav tm="0">
                                          <p:val>
                                            <p:strVal val="#ppt_x"/>
                                          </p:val>
                                        </p:tav>
                                        <p:tav tm="100000">
                                          <p:val>
                                            <p:strVal val="#ppt_x"/>
                                          </p:val>
                                        </p:tav>
                                      </p:tavLst>
                                    </p:anim>
                                    <p:anim calcmode="lin" valueType="num">
                                      <p:cBhvr>
                                        <p:cTn id="162" dur="700" fill="hold"/>
                                        <p:tgtEl>
                                          <p:spTgt spid="33"/>
                                        </p:tgtEl>
                                        <p:attrNameLst>
                                          <p:attrName>ppt_y</p:attrName>
                                        </p:attrNameLst>
                                      </p:cBhvr>
                                      <p:tavLst>
                                        <p:tav tm="0">
                                          <p:val>
                                            <p:strVal val="#ppt_y+.06"/>
                                          </p:val>
                                        </p:tav>
                                        <p:tav tm="100000">
                                          <p:val>
                                            <p:strVal val="#ppt_y"/>
                                          </p:val>
                                        </p:tav>
                                      </p:tavLst>
                                    </p:anim>
                                  </p:childTnLst>
                                </p:cTn>
                              </p:par>
                              <p:par>
                                <p:cTn id="163" presetID="42" presetClass="entr" presetSubtype="0" fill="hold" grpId="0" nodeType="withEffect">
                                  <p:stCondLst>
                                    <p:cond delay="660"/>
                                  </p:stCondLst>
                                  <p:childTnLst>
                                    <p:set>
                                      <p:cBhvr>
                                        <p:cTn id="164" dur="1" fill="hold">
                                          <p:stCondLst>
                                            <p:cond delay="0"/>
                                          </p:stCondLst>
                                        </p:cTn>
                                        <p:tgtEl>
                                          <p:spTgt spid="34"/>
                                        </p:tgtEl>
                                        <p:attrNameLst>
                                          <p:attrName>style.visibility</p:attrName>
                                        </p:attrNameLst>
                                      </p:cBhvr>
                                      <p:to>
                                        <p:strVal val="visible"/>
                                      </p:to>
                                    </p:set>
                                    <p:animEffect transition="in" filter="fade">
                                      <p:cBhvr>
                                        <p:cTn id="165" dur="700"/>
                                        <p:tgtEl>
                                          <p:spTgt spid="34"/>
                                        </p:tgtEl>
                                      </p:cBhvr>
                                    </p:animEffect>
                                    <p:anim calcmode="lin" valueType="num">
                                      <p:cBhvr>
                                        <p:cTn id="166" dur="700" fill="hold"/>
                                        <p:tgtEl>
                                          <p:spTgt spid="34"/>
                                        </p:tgtEl>
                                        <p:attrNameLst>
                                          <p:attrName>ppt_x</p:attrName>
                                        </p:attrNameLst>
                                      </p:cBhvr>
                                      <p:tavLst>
                                        <p:tav tm="0">
                                          <p:val>
                                            <p:strVal val="#ppt_x"/>
                                          </p:val>
                                        </p:tav>
                                        <p:tav tm="100000">
                                          <p:val>
                                            <p:strVal val="#ppt_x"/>
                                          </p:val>
                                        </p:tav>
                                      </p:tavLst>
                                    </p:anim>
                                    <p:anim calcmode="lin" valueType="num">
                                      <p:cBhvr>
                                        <p:cTn id="167" dur="700" fill="hold"/>
                                        <p:tgtEl>
                                          <p:spTgt spid="34"/>
                                        </p:tgtEl>
                                        <p:attrNameLst>
                                          <p:attrName>ppt_y</p:attrName>
                                        </p:attrNameLst>
                                      </p:cBhvr>
                                      <p:tavLst>
                                        <p:tav tm="0">
                                          <p:val>
                                            <p:strVal val="#ppt_y+.06"/>
                                          </p:val>
                                        </p:tav>
                                        <p:tav tm="100000">
                                          <p:val>
                                            <p:strVal val="#ppt_y"/>
                                          </p:val>
                                        </p:tav>
                                      </p:tavLst>
                                    </p:anim>
                                  </p:childTnLst>
                                </p:cTn>
                              </p:par>
                              <p:par>
                                <p:cTn id="168" presetID="42" presetClass="entr" presetSubtype="0" fill="hold" grpId="0" nodeType="withEffect">
                                  <p:stCondLst>
                                    <p:cond delay="660"/>
                                  </p:stCondLst>
                                  <p:childTnLst>
                                    <p:set>
                                      <p:cBhvr>
                                        <p:cTn id="169" dur="1" fill="hold">
                                          <p:stCondLst>
                                            <p:cond delay="0"/>
                                          </p:stCondLst>
                                        </p:cTn>
                                        <p:tgtEl>
                                          <p:spTgt spid="35"/>
                                        </p:tgtEl>
                                        <p:attrNameLst>
                                          <p:attrName>style.visibility</p:attrName>
                                        </p:attrNameLst>
                                      </p:cBhvr>
                                      <p:to>
                                        <p:strVal val="visible"/>
                                      </p:to>
                                    </p:set>
                                    <p:animEffect transition="in" filter="fade">
                                      <p:cBhvr>
                                        <p:cTn id="170" dur="700"/>
                                        <p:tgtEl>
                                          <p:spTgt spid="35"/>
                                        </p:tgtEl>
                                      </p:cBhvr>
                                    </p:animEffect>
                                    <p:anim calcmode="lin" valueType="num">
                                      <p:cBhvr>
                                        <p:cTn id="171" dur="700" fill="hold"/>
                                        <p:tgtEl>
                                          <p:spTgt spid="35"/>
                                        </p:tgtEl>
                                        <p:attrNameLst>
                                          <p:attrName>ppt_x</p:attrName>
                                        </p:attrNameLst>
                                      </p:cBhvr>
                                      <p:tavLst>
                                        <p:tav tm="0">
                                          <p:val>
                                            <p:strVal val="#ppt_x"/>
                                          </p:val>
                                        </p:tav>
                                        <p:tav tm="100000">
                                          <p:val>
                                            <p:strVal val="#ppt_x"/>
                                          </p:val>
                                        </p:tav>
                                      </p:tavLst>
                                    </p:anim>
                                    <p:anim calcmode="lin" valueType="num">
                                      <p:cBhvr>
                                        <p:cTn id="172" dur="700" fill="hold"/>
                                        <p:tgtEl>
                                          <p:spTgt spid="35"/>
                                        </p:tgtEl>
                                        <p:attrNameLst>
                                          <p:attrName>ppt_y</p:attrName>
                                        </p:attrNameLst>
                                      </p:cBhvr>
                                      <p:tavLst>
                                        <p:tav tm="0">
                                          <p:val>
                                            <p:strVal val="#ppt_y+.06"/>
                                          </p:val>
                                        </p:tav>
                                        <p:tav tm="100000">
                                          <p:val>
                                            <p:strVal val="#ppt_y"/>
                                          </p:val>
                                        </p:tav>
                                      </p:tavLst>
                                    </p:anim>
                                  </p:childTnLst>
                                </p:cTn>
                              </p:par>
                              <p:par>
                                <p:cTn id="173" presetID="42" presetClass="entr" presetSubtype="0" fill="hold" grpId="0" nodeType="withEffect">
                                  <p:stCondLst>
                                    <p:cond delay="660"/>
                                  </p:stCondLst>
                                  <p:childTnLst>
                                    <p:set>
                                      <p:cBhvr>
                                        <p:cTn id="174" dur="1" fill="hold">
                                          <p:stCondLst>
                                            <p:cond delay="0"/>
                                          </p:stCondLst>
                                        </p:cTn>
                                        <p:tgtEl>
                                          <p:spTgt spid="36"/>
                                        </p:tgtEl>
                                        <p:attrNameLst>
                                          <p:attrName>style.visibility</p:attrName>
                                        </p:attrNameLst>
                                      </p:cBhvr>
                                      <p:to>
                                        <p:strVal val="visible"/>
                                      </p:to>
                                    </p:set>
                                    <p:animEffect transition="in" filter="fade">
                                      <p:cBhvr>
                                        <p:cTn id="175" dur="700"/>
                                        <p:tgtEl>
                                          <p:spTgt spid="36"/>
                                        </p:tgtEl>
                                      </p:cBhvr>
                                    </p:animEffect>
                                    <p:anim calcmode="lin" valueType="num">
                                      <p:cBhvr>
                                        <p:cTn id="176" dur="700" fill="hold"/>
                                        <p:tgtEl>
                                          <p:spTgt spid="36"/>
                                        </p:tgtEl>
                                        <p:attrNameLst>
                                          <p:attrName>ppt_x</p:attrName>
                                        </p:attrNameLst>
                                      </p:cBhvr>
                                      <p:tavLst>
                                        <p:tav tm="0">
                                          <p:val>
                                            <p:strVal val="#ppt_x"/>
                                          </p:val>
                                        </p:tav>
                                        <p:tav tm="100000">
                                          <p:val>
                                            <p:strVal val="#ppt_x"/>
                                          </p:val>
                                        </p:tav>
                                      </p:tavLst>
                                    </p:anim>
                                    <p:anim calcmode="lin" valueType="num">
                                      <p:cBhvr>
                                        <p:cTn id="177" dur="700" fill="hold"/>
                                        <p:tgtEl>
                                          <p:spTgt spid="36"/>
                                        </p:tgtEl>
                                        <p:attrNameLst>
                                          <p:attrName>ppt_y</p:attrName>
                                        </p:attrNameLst>
                                      </p:cBhvr>
                                      <p:tavLst>
                                        <p:tav tm="0">
                                          <p:val>
                                            <p:strVal val="#ppt_y+.06"/>
                                          </p:val>
                                        </p:tav>
                                        <p:tav tm="100000">
                                          <p:val>
                                            <p:strVal val="#ppt_y"/>
                                          </p:val>
                                        </p:tav>
                                      </p:tavLst>
                                    </p:anim>
                                  </p:childTnLst>
                                </p:cTn>
                              </p:par>
                              <p:par>
                                <p:cTn id="178" presetID="42" presetClass="entr" presetSubtype="0" fill="hold" grpId="0" nodeType="withEffect">
                                  <p:stCondLst>
                                    <p:cond delay="660"/>
                                  </p:stCondLst>
                                  <p:childTnLst>
                                    <p:set>
                                      <p:cBhvr>
                                        <p:cTn id="179" dur="1" fill="hold">
                                          <p:stCondLst>
                                            <p:cond delay="0"/>
                                          </p:stCondLst>
                                        </p:cTn>
                                        <p:tgtEl>
                                          <p:spTgt spid="37"/>
                                        </p:tgtEl>
                                        <p:attrNameLst>
                                          <p:attrName>style.visibility</p:attrName>
                                        </p:attrNameLst>
                                      </p:cBhvr>
                                      <p:to>
                                        <p:strVal val="visible"/>
                                      </p:to>
                                    </p:set>
                                    <p:animEffect transition="in" filter="fade">
                                      <p:cBhvr>
                                        <p:cTn id="180" dur="700"/>
                                        <p:tgtEl>
                                          <p:spTgt spid="37"/>
                                        </p:tgtEl>
                                      </p:cBhvr>
                                    </p:animEffect>
                                    <p:anim calcmode="lin" valueType="num">
                                      <p:cBhvr>
                                        <p:cTn id="181" dur="700" fill="hold"/>
                                        <p:tgtEl>
                                          <p:spTgt spid="37"/>
                                        </p:tgtEl>
                                        <p:attrNameLst>
                                          <p:attrName>ppt_x</p:attrName>
                                        </p:attrNameLst>
                                      </p:cBhvr>
                                      <p:tavLst>
                                        <p:tav tm="0">
                                          <p:val>
                                            <p:strVal val="#ppt_x"/>
                                          </p:val>
                                        </p:tav>
                                        <p:tav tm="100000">
                                          <p:val>
                                            <p:strVal val="#ppt_x"/>
                                          </p:val>
                                        </p:tav>
                                      </p:tavLst>
                                    </p:anim>
                                    <p:anim calcmode="lin" valueType="num">
                                      <p:cBhvr>
                                        <p:cTn id="182" dur="700" fill="hold"/>
                                        <p:tgtEl>
                                          <p:spTgt spid="37"/>
                                        </p:tgtEl>
                                        <p:attrNameLst>
                                          <p:attrName>ppt_y</p:attrName>
                                        </p:attrNameLst>
                                      </p:cBhvr>
                                      <p:tavLst>
                                        <p:tav tm="0">
                                          <p:val>
                                            <p:strVal val="#ppt_y+.06"/>
                                          </p:val>
                                        </p:tav>
                                        <p:tav tm="100000">
                                          <p:val>
                                            <p:strVal val="#ppt_y"/>
                                          </p:val>
                                        </p:tav>
                                      </p:tavLst>
                                    </p:anim>
                                  </p:childTnLst>
                                </p:cTn>
                              </p:par>
                              <p:par>
                                <p:cTn id="183" presetID="42" presetClass="entr" presetSubtype="0" fill="hold" grpId="0" nodeType="withEffect">
                                  <p:stCondLst>
                                    <p:cond delay="660"/>
                                  </p:stCondLst>
                                  <p:childTnLst>
                                    <p:set>
                                      <p:cBhvr>
                                        <p:cTn id="184" dur="1" fill="hold">
                                          <p:stCondLst>
                                            <p:cond delay="0"/>
                                          </p:stCondLst>
                                        </p:cTn>
                                        <p:tgtEl>
                                          <p:spTgt spid="38"/>
                                        </p:tgtEl>
                                        <p:attrNameLst>
                                          <p:attrName>style.visibility</p:attrName>
                                        </p:attrNameLst>
                                      </p:cBhvr>
                                      <p:to>
                                        <p:strVal val="visible"/>
                                      </p:to>
                                    </p:set>
                                    <p:animEffect transition="in" filter="fade">
                                      <p:cBhvr>
                                        <p:cTn id="185" dur="700"/>
                                        <p:tgtEl>
                                          <p:spTgt spid="38"/>
                                        </p:tgtEl>
                                      </p:cBhvr>
                                    </p:animEffect>
                                    <p:anim calcmode="lin" valueType="num">
                                      <p:cBhvr>
                                        <p:cTn id="186" dur="700" fill="hold"/>
                                        <p:tgtEl>
                                          <p:spTgt spid="38"/>
                                        </p:tgtEl>
                                        <p:attrNameLst>
                                          <p:attrName>ppt_x</p:attrName>
                                        </p:attrNameLst>
                                      </p:cBhvr>
                                      <p:tavLst>
                                        <p:tav tm="0">
                                          <p:val>
                                            <p:strVal val="#ppt_x"/>
                                          </p:val>
                                        </p:tav>
                                        <p:tav tm="100000">
                                          <p:val>
                                            <p:strVal val="#ppt_x"/>
                                          </p:val>
                                        </p:tav>
                                      </p:tavLst>
                                    </p:anim>
                                    <p:anim calcmode="lin" valueType="num">
                                      <p:cBhvr>
                                        <p:cTn id="187" dur="700" fill="hold"/>
                                        <p:tgtEl>
                                          <p:spTgt spid="38"/>
                                        </p:tgtEl>
                                        <p:attrNameLst>
                                          <p:attrName>ppt_y</p:attrName>
                                        </p:attrNameLst>
                                      </p:cBhvr>
                                      <p:tavLst>
                                        <p:tav tm="0">
                                          <p:val>
                                            <p:strVal val="#ppt_y+.06"/>
                                          </p:val>
                                        </p:tav>
                                        <p:tav tm="100000">
                                          <p:val>
                                            <p:strVal val="#ppt_y"/>
                                          </p:val>
                                        </p:tav>
                                      </p:tavLst>
                                    </p:anim>
                                  </p:childTnLst>
                                </p:cTn>
                              </p:par>
                              <p:par>
                                <p:cTn id="188" presetID="42" presetClass="entr" presetSubtype="0" fill="hold" grpId="0" nodeType="withEffect">
                                  <p:stCondLst>
                                    <p:cond delay="660"/>
                                  </p:stCondLst>
                                  <p:childTnLst>
                                    <p:set>
                                      <p:cBhvr>
                                        <p:cTn id="189" dur="1" fill="hold">
                                          <p:stCondLst>
                                            <p:cond delay="0"/>
                                          </p:stCondLst>
                                        </p:cTn>
                                        <p:tgtEl>
                                          <p:spTgt spid="39"/>
                                        </p:tgtEl>
                                        <p:attrNameLst>
                                          <p:attrName>style.visibility</p:attrName>
                                        </p:attrNameLst>
                                      </p:cBhvr>
                                      <p:to>
                                        <p:strVal val="visible"/>
                                      </p:to>
                                    </p:set>
                                    <p:animEffect transition="in" filter="fade">
                                      <p:cBhvr>
                                        <p:cTn id="190" dur="700"/>
                                        <p:tgtEl>
                                          <p:spTgt spid="39"/>
                                        </p:tgtEl>
                                      </p:cBhvr>
                                    </p:animEffect>
                                    <p:anim calcmode="lin" valueType="num">
                                      <p:cBhvr>
                                        <p:cTn id="191" dur="700" fill="hold"/>
                                        <p:tgtEl>
                                          <p:spTgt spid="39"/>
                                        </p:tgtEl>
                                        <p:attrNameLst>
                                          <p:attrName>ppt_x</p:attrName>
                                        </p:attrNameLst>
                                      </p:cBhvr>
                                      <p:tavLst>
                                        <p:tav tm="0">
                                          <p:val>
                                            <p:strVal val="#ppt_x"/>
                                          </p:val>
                                        </p:tav>
                                        <p:tav tm="100000">
                                          <p:val>
                                            <p:strVal val="#ppt_x"/>
                                          </p:val>
                                        </p:tav>
                                      </p:tavLst>
                                    </p:anim>
                                    <p:anim calcmode="lin" valueType="num">
                                      <p:cBhvr>
                                        <p:cTn id="192" dur="700" fill="hold"/>
                                        <p:tgtEl>
                                          <p:spTgt spid="39"/>
                                        </p:tgtEl>
                                        <p:attrNameLst>
                                          <p:attrName>ppt_y</p:attrName>
                                        </p:attrNameLst>
                                      </p:cBhvr>
                                      <p:tavLst>
                                        <p:tav tm="0">
                                          <p:val>
                                            <p:strVal val="#ppt_y+.06"/>
                                          </p:val>
                                        </p:tav>
                                        <p:tav tm="100000">
                                          <p:val>
                                            <p:strVal val="#ppt_y"/>
                                          </p:val>
                                        </p:tav>
                                      </p:tavLst>
                                    </p:anim>
                                  </p:childTnLst>
                                </p:cTn>
                              </p:par>
                              <p:par>
                                <p:cTn id="193" presetID="42" presetClass="entr" presetSubtype="0" fill="hold" grpId="0" nodeType="withEffect">
                                  <p:stCondLst>
                                    <p:cond delay="660"/>
                                  </p:stCondLst>
                                  <p:childTnLst>
                                    <p:set>
                                      <p:cBhvr>
                                        <p:cTn id="194" dur="1" fill="hold">
                                          <p:stCondLst>
                                            <p:cond delay="0"/>
                                          </p:stCondLst>
                                        </p:cTn>
                                        <p:tgtEl>
                                          <p:spTgt spid="40"/>
                                        </p:tgtEl>
                                        <p:attrNameLst>
                                          <p:attrName>style.visibility</p:attrName>
                                        </p:attrNameLst>
                                      </p:cBhvr>
                                      <p:to>
                                        <p:strVal val="visible"/>
                                      </p:to>
                                    </p:set>
                                    <p:animEffect transition="in" filter="fade">
                                      <p:cBhvr>
                                        <p:cTn id="195" dur="700"/>
                                        <p:tgtEl>
                                          <p:spTgt spid="40"/>
                                        </p:tgtEl>
                                      </p:cBhvr>
                                    </p:animEffect>
                                    <p:anim calcmode="lin" valueType="num">
                                      <p:cBhvr>
                                        <p:cTn id="196" dur="700" fill="hold"/>
                                        <p:tgtEl>
                                          <p:spTgt spid="40"/>
                                        </p:tgtEl>
                                        <p:attrNameLst>
                                          <p:attrName>ppt_x</p:attrName>
                                        </p:attrNameLst>
                                      </p:cBhvr>
                                      <p:tavLst>
                                        <p:tav tm="0">
                                          <p:val>
                                            <p:strVal val="#ppt_x"/>
                                          </p:val>
                                        </p:tav>
                                        <p:tav tm="100000">
                                          <p:val>
                                            <p:strVal val="#ppt_x"/>
                                          </p:val>
                                        </p:tav>
                                      </p:tavLst>
                                    </p:anim>
                                    <p:anim calcmode="lin" valueType="num">
                                      <p:cBhvr>
                                        <p:cTn id="197" dur="700" fill="hold"/>
                                        <p:tgtEl>
                                          <p:spTgt spid="40"/>
                                        </p:tgtEl>
                                        <p:attrNameLst>
                                          <p:attrName>ppt_y</p:attrName>
                                        </p:attrNameLst>
                                      </p:cBhvr>
                                      <p:tavLst>
                                        <p:tav tm="0">
                                          <p:val>
                                            <p:strVal val="#ppt_y+.06"/>
                                          </p:val>
                                        </p:tav>
                                        <p:tav tm="100000">
                                          <p:val>
                                            <p:strVal val="#ppt_y"/>
                                          </p:val>
                                        </p:tav>
                                      </p:tavLst>
                                    </p:anim>
                                  </p:childTnLst>
                                </p:cTn>
                              </p:par>
                              <p:par>
                                <p:cTn id="198" presetID="42" presetClass="entr" presetSubtype="0" fill="hold" grpId="0" nodeType="withEffect">
                                  <p:stCondLst>
                                    <p:cond delay="660"/>
                                  </p:stCondLst>
                                  <p:childTnLst>
                                    <p:set>
                                      <p:cBhvr>
                                        <p:cTn id="199" dur="1" fill="hold">
                                          <p:stCondLst>
                                            <p:cond delay="0"/>
                                          </p:stCondLst>
                                        </p:cTn>
                                        <p:tgtEl>
                                          <p:spTgt spid="41"/>
                                        </p:tgtEl>
                                        <p:attrNameLst>
                                          <p:attrName>style.visibility</p:attrName>
                                        </p:attrNameLst>
                                      </p:cBhvr>
                                      <p:to>
                                        <p:strVal val="visible"/>
                                      </p:to>
                                    </p:set>
                                    <p:animEffect transition="in" filter="fade">
                                      <p:cBhvr>
                                        <p:cTn id="200" dur="700"/>
                                        <p:tgtEl>
                                          <p:spTgt spid="41"/>
                                        </p:tgtEl>
                                      </p:cBhvr>
                                    </p:animEffect>
                                    <p:anim calcmode="lin" valueType="num">
                                      <p:cBhvr>
                                        <p:cTn id="201" dur="700" fill="hold"/>
                                        <p:tgtEl>
                                          <p:spTgt spid="41"/>
                                        </p:tgtEl>
                                        <p:attrNameLst>
                                          <p:attrName>ppt_x</p:attrName>
                                        </p:attrNameLst>
                                      </p:cBhvr>
                                      <p:tavLst>
                                        <p:tav tm="0">
                                          <p:val>
                                            <p:strVal val="#ppt_x"/>
                                          </p:val>
                                        </p:tav>
                                        <p:tav tm="100000">
                                          <p:val>
                                            <p:strVal val="#ppt_x"/>
                                          </p:val>
                                        </p:tav>
                                      </p:tavLst>
                                    </p:anim>
                                    <p:anim calcmode="lin" valueType="num">
                                      <p:cBhvr>
                                        <p:cTn id="202" dur="700" fill="hold"/>
                                        <p:tgtEl>
                                          <p:spTgt spid="41"/>
                                        </p:tgtEl>
                                        <p:attrNameLst>
                                          <p:attrName>ppt_y</p:attrName>
                                        </p:attrNameLst>
                                      </p:cBhvr>
                                      <p:tavLst>
                                        <p:tav tm="0">
                                          <p:val>
                                            <p:strVal val="#ppt_y+.06"/>
                                          </p:val>
                                        </p:tav>
                                        <p:tav tm="100000">
                                          <p:val>
                                            <p:strVal val="#ppt_y"/>
                                          </p:val>
                                        </p:tav>
                                      </p:tavLst>
                                    </p:anim>
                                  </p:childTnLst>
                                </p:cTn>
                              </p:par>
                              <p:par>
                                <p:cTn id="203" presetID="42" presetClass="entr" presetSubtype="0" fill="hold" grpId="0" nodeType="withEffect">
                                  <p:stCondLst>
                                    <p:cond delay="660"/>
                                  </p:stCondLst>
                                  <p:childTnLst>
                                    <p:set>
                                      <p:cBhvr>
                                        <p:cTn id="204" dur="1" fill="hold">
                                          <p:stCondLst>
                                            <p:cond delay="0"/>
                                          </p:stCondLst>
                                        </p:cTn>
                                        <p:tgtEl>
                                          <p:spTgt spid="42"/>
                                        </p:tgtEl>
                                        <p:attrNameLst>
                                          <p:attrName>style.visibility</p:attrName>
                                        </p:attrNameLst>
                                      </p:cBhvr>
                                      <p:to>
                                        <p:strVal val="visible"/>
                                      </p:to>
                                    </p:set>
                                    <p:animEffect transition="in" filter="fade">
                                      <p:cBhvr>
                                        <p:cTn id="205" dur="700"/>
                                        <p:tgtEl>
                                          <p:spTgt spid="42"/>
                                        </p:tgtEl>
                                      </p:cBhvr>
                                    </p:animEffect>
                                    <p:anim calcmode="lin" valueType="num">
                                      <p:cBhvr>
                                        <p:cTn id="206" dur="700" fill="hold"/>
                                        <p:tgtEl>
                                          <p:spTgt spid="42"/>
                                        </p:tgtEl>
                                        <p:attrNameLst>
                                          <p:attrName>ppt_x</p:attrName>
                                        </p:attrNameLst>
                                      </p:cBhvr>
                                      <p:tavLst>
                                        <p:tav tm="0">
                                          <p:val>
                                            <p:strVal val="#ppt_x"/>
                                          </p:val>
                                        </p:tav>
                                        <p:tav tm="100000">
                                          <p:val>
                                            <p:strVal val="#ppt_x"/>
                                          </p:val>
                                        </p:tav>
                                      </p:tavLst>
                                    </p:anim>
                                    <p:anim calcmode="lin" valueType="num">
                                      <p:cBhvr>
                                        <p:cTn id="207" dur="700" fill="hold"/>
                                        <p:tgtEl>
                                          <p:spTgt spid="42"/>
                                        </p:tgtEl>
                                        <p:attrNameLst>
                                          <p:attrName>ppt_y</p:attrName>
                                        </p:attrNameLst>
                                      </p:cBhvr>
                                      <p:tavLst>
                                        <p:tav tm="0">
                                          <p:val>
                                            <p:strVal val="#ppt_y+.06"/>
                                          </p:val>
                                        </p:tav>
                                        <p:tav tm="100000">
                                          <p:val>
                                            <p:strVal val="#ppt_y"/>
                                          </p:val>
                                        </p:tav>
                                      </p:tavLst>
                                    </p:anim>
                                  </p:childTnLst>
                                </p:cTn>
                              </p:par>
                              <p:par>
                                <p:cTn id="208" presetID="42" presetClass="entr" presetSubtype="0" fill="hold" grpId="0" nodeType="withEffect">
                                  <p:stCondLst>
                                    <p:cond delay="660"/>
                                  </p:stCondLst>
                                  <p:childTnLst>
                                    <p:set>
                                      <p:cBhvr>
                                        <p:cTn id="209" dur="1" fill="hold">
                                          <p:stCondLst>
                                            <p:cond delay="0"/>
                                          </p:stCondLst>
                                        </p:cTn>
                                        <p:tgtEl>
                                          <p:spTgt spid="43"/>
                                        </p:tgtEl>
                                        <p:attrNameLst>
                                          <p:attrName>style.visibility</p:attrName>
                                        </p:attrNameLst>
                                      </p:cBhvr>
                                      <p:to>
                                        <p:strVal val="visible"/>
                                      </p:to>
                                    </p:set>
                                    <p:animEffect transition="in" filter="fade">
                                      <p:cBhvr>
                                        <p:cTn id="210" dur="700"/>
                                        <p:tgtEl>
                                          <p:spTgt spid="43"/>
                                        </p:tgtEl>
                                      </p:cBhvr>
                                    </p:animEffect>
                                    <p:anim calcmode="lin" valueType="num">
                                      <p:cBhvr>
                                        <p:cTn id="211" dur="700" fill="hold"/>
                                        <p:tgtEl>
                                          <p:spTgt spid="43"/>
                                        </p:tgtEl>
                                        <p:attrNameLst>
                                          <p:attrName>ppt_x</p:attrName>
                                        </p:attrNameLst>
                                      </p:cBhvr>
                                      <p:tavLst>
                                        <p:tav tm="0">
                                          <p:val>
                                            <p:strVal val="#ppt_x"/>
                                          </p:val>
                                        </p:tav>
                                        <p:tav tm="100000">
                                          <p:val>
                                            <p:strVal val="#ppt_x"/>
                                          </p:val>
                                        </p:tav>
                                      </p:tavLst>
                                    </p:anim>
                                    <p:anim calcmode="lin" valueType="num">
                                      <p:cBhvr>
                                        <p:cTn id="212" dur="700" fill="hold"/>
                                        <p:tgtEl>
                                          <p:spTgt spid="43"/>
                                        </p:tgtEl>
                                        <p:attrNameLst>
                                          <p:attrName>ppt_y</p:attrName>
                                        </p:attrNameLst>
                                      </p:cBhvr>
                                      <p:tavLst>
                                        <p:tav tm="0">
                                          <p:val>
                                            <p:strVal val="#ppt_y+.06"/>
                                          </p:val>
                                        </p:tav>
                                        <p:tav tm="100000">
                                          <p:val>
                                            <p:strVal val="#ppt_y"/>
                                          </p:val>
                                        </p:tav>
                                      </p:tavLst>
                                    </p:anim>
                                  </p:childTnLst>
                                </p:cTn>
                              </p:par>
                              <p:par>
                                <p:cTn id="213" presetID="42" presetClass="entr" presetSubtype="0" fill="hold" grpId="0" nodeType="withEffect">
                                  <p:stCondLst>
                                    <p:cond delay="660"/>
                                  </p:stCondLst>
                                  <p:childTnLst>
                                    <p:set>
                                      <p:cBhvr>
                                        <p:cTn id="214" dur="1" fill="hold">
                                          <p:stCondLst>
                                            <p:cond delay="0"/>
                                          </p:stCondLst>
                                        </p:cTn>
                                        <p:tgtEl>
                                          <p:spTgt spid="44"/>
                                        </p:tgtEl>
                                        <p:attrNameLst>
                                          <p:attrName>style.visibility</p:attrName>
                                        </p:attrNameLst>
                                      </p:cBhvr>
                                      <p:to>
                                        <p:strVal val="visible"/>
                                      </p:to>
                                    </p:set>
                                    <p:animEffect transition="in" filter="fade">
                                      <p:cBhvr>
                                        <p:cTn id="215" dur="700"/>
                                        <p:tgtEl>
                                          <p:spTgt spid="44"/>
                                        </p:tgtEl>
                                      </p:cBhvr>
                                    </p:animEffect>
                                    <p:anim calcmode="lin" valueType="num">
                                      <p:cBhvr>
                                        <p:cTn id="216" dur="700" fill="hold"/>
                                        <p:tgtEl>
                                          <p:spTgt spid="44"/>
                                        </p:tgtEl>
                                        <p:attrNameLst>
                                          <p:attrName>ppt_x</p:attrName>
                                        </p:attrNameLst>
                                      </p:cBhvr>
                                      <p:tavLst>
                                        <p:tav tm="0">
                                          <p:val>
                                            <p:strVal val="#ppt_x"/>
                                          </p:val>
                                        </p:tav>
                                        <p:tav tm="100000">
                                          <p:val>
                                            <p:strVal val="#ppt_x"/>
                                          </p:val>
                                        </p:tav>
                                      </p:tavLst>
                                    </p:anim>
                                    <p:anim calcmode="lin" valueType="num">
                                      <p:cBhvr>
                                        <p:cTn id="217" dur="700" fill="hold"/>
                                        <p:tgtEl>
                                          <p:spTgt spid="44"/>
                                        </p:tgtEl>
                                        <p:attrNameLst>
                                          <p:attrName>ppt_y</p:attrName>
                                        </p:attrNameLst>
                                      </p:cBhvr>
                                      <p:tavLst>
                                        <p:tav tm="0">
                                          <p:val>
                                            <p:strVal val="#ppt_y+.06"/>
                                          </p:val>
                                        </p:tav>
                                        <p:tav tm="100000">
                                          <p:val>
                                            <p:strVal val="#ppt_y"/>
                                          </p:val>
                                        </p:tav>
                                      </p:tavLst>
                                    </p:anim>
                                  </p:childTnLst>
                                </p:cTn>
                              </p:par>
                              <p:par>
                                <p:cTn id="218" presetID="42" presetClass="entr" presetSubtype="0" fill="hold" grpId="0" nodeType="withEffect">
                                  <p:stCondLst>
                                    <p:cond delay="660"/>
                                  </p:stCondLst>
                                  <p:childTnLst>
                                    <p:set>
                                      <p:cBhvr>
                                        <p:cTn id="219" dur="1" fill="hold">
                                          <p:stCondLst>
                                            <p:cond delay="0"/>
                                          </p:stCondLst>
                                        </p:cTn>
                                        <p:tgtEl>
                                          <p:spTgt spid="45"/>
                                        </p:tgtEl>
                                        <p:attrNameLst>
                                          <p:attrName>style.visibility</p:attrName>
                                        </p:attrNameLst>
                                      </p:cBhvr>
                                      <p:to>
                                        <p:strVal val="visible"/>
                                      </p:to>
                                    </p:set>
                                    <p:animEffect transition="in" filter="fade">
                                      <p:cBhvr>
                                        <p:cTn id="220" dur="700"/>
                                        <p:tgtEl>
                                          <p:spTgt spid="45"/>
                                        </p:tgtEl>
                                      </p:cBhvr>
                                    </p:animEffect>
                                    <p:anim calcmode="lin" valueType="num">
                                      <p:cBhvr>
                                        <p:cTn id="221" dur="700" fill="hold"/>
                                        <p:tgtEl>
                                          <p:spTgt spid="45"/>
                                        </p:tgtEl>
                                        <p:attrNameLst>
                                          <p:attrName>ppt_x</p:attrName>
                                        </p:attrNameLst>
                                      </p:cBhvr>
                                      <p:tavLst>
                                        <p:tav tm="0">
                                          <p:val>
                                            <p:strVal val="#ppt_x"/>
                                          </p:val>
                                        </p:tav>
                                        <p:tav tm="100000">
                                          <p:val>
                                            <p:strVal val="#ppt_x"/>
                                          </p:val>
                                        </p:tav>
                                      </p:tavLst>
                                    </p:anim>
                                    <p:anim calcmode="lin" valueType="num">
                                      <p:cBhvr>
                                        <p:cTn id="222" dur="700" fill="hold"/>
                                        <p:tgtEl>
                                          <p:spTgt spid="45"/>
                                        </p:tgtEl>
                                        <p:attrNameLst>
                                          <p:attrName>ppt_y</p:attrName>
                                        </p:attrNameLst>
                                      </p:cBhvr>
                                      <p:tavLst>
                                        <p:tav tm="0">
                                          <p:val>
                                            <p:strVal val="#ppt_y+.06"/>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10" grpId="0" animBg="1"/>
      <p:bldP spid="11" grpId="0" animBg="1"/>
      <p:bldP spid="13" grpId="0" animBg="1"/>
      <p:bldP spid="14" grpId="0" animBg="1"/>
      <p:bldP spid="16" grpId="0" animBg="1"/>
      <p:bldP spid="17" grpId="0" animBg="1"/>
      <p:bldP spid="18" grpId="0" animBg="1"/>
      <p:bldP spid="19" grpId="0" animBg="1"/>
      <p:bldP spid="20" grpId="0" animBg="1"/>
      <p:bldP spid="22" grpId="0" animBg="1"/>
      <p:bldP spid="24" grpId="0" animBg="1"/>
      <p:bldP spid="25" grpId="0" animBg="1"/>
      <p:bldP spid="27" grpId="0" animBg="1"/>
      <p:bldP spid="28" grpId="0" animBg="1"/>
      <p:bldP spid="30" grpId="0" animBg="1"/>
      <p:bldP spid="31" grpId="0" animBg="1"/>
      <p:bldP spid="32" grpId="0" animBg="1"/>
      <p:bldP spid="33" grpId="0" animBg="1"/>
      <p:bldP spid="34" grpId="0" animBg="1"/>
      <p:bldP spid="36" grpId="0" animBg="1"/>
      <p:bldP spid="38" grpId="0" animBg="1"/>
      <p:bldP spid="39" grpId="0" animBg="1"/>
      <p:bldP spid="41" grpId="0" animBg="1"/>
      <p:bldP spid="42" grpId="0" animBg="1"/>
      <p:bldP spid="44" grpId="0" animBg="1"/>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7A49C7"/>
                </a:solidFill>
                <a:latin typeface="Calibri" pitchFamily="34" charset="0"/>
                <a:ea typeface="Calibri" pitchFamily="34" charset="-122"/>
                <a:cs typeface="Calibri" pitchFamily="34" charset="-120"/>
              </a:rPr>
              <a:t>LESSONS LEARNED</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Challenges &amp; How I Handled Them</a:t>
            </a:r>
            <a:endParaRPr lang="en-US" sz="3600" dirty="0"/>
          </a:p>
        </p:txBody>
      </p:sp>
      <p:sp>
        <p:nvSpPr>
          <p:cNvPr id="4" name="A01_fade"/>
          <p:cNvSpPr txBox="1"/>
          <p:nvPr/>
        </p:nvSpPr>
        <p:spPr>
          <a:xfrm>
            <a:off x="548640" y="1508760"/>
            <a:ext cx="4754880" cy="274320"/>
          </a:xfrm>
          <a:prstGeom prst="rect">
            <a:avLst/>
          </a:prstGeom>
          <a:noFill/>
          <a:ln/>
        </p:spPr>
        <p:txBody>
          <a:bodyPr wrap="square" lIns="0" tIns="0" rIns="0" bIns="0" rtlCol="0" anchor="ctr"/>
          <a:lstStyle/>
          <a:p>
            <a:pPr indent="0" marL="0">
              <a:buNone/>
            </a:pPr>
            <a:r>
              <a:rPr lang="en-US" sz="1200" b="1" spc="300" kern="0" dirty="0">
                <a:solidFill>
                  <a:srgbClr val="7A49C7"/>
                </a:solidFill>
                <a:latin typeface="Calibri" pitchFamily="34" charset="0"/>
                <a:ea typeface="Calibri" pitchFamily="34" charset="-122"/>
                <a:cs typeface="Calibri" pitchFamily="34" charset="-120"/>
              </a:rPr>
              <a:t>THE CHALLENGE</a:t>
            </a:r>
            <a:endParaRPr lang="en-US" sz="1200" dirty="0"/>
          </a:p>
        </p:txBody>
      </p:sp>
      <p:sp>
        <p:nvSpPr>
          <p:cNvPr id="5" name="A01_fade"/>
          <p:cNvSpPr txBox="1"/>
          <p:nvPr/>
        </p:nvSpPr>
        <p:spPr>
          <a:xfrm>
            <a:off x="6702552" y="1508760"/>
            <a:ext cx="4940503" cy="274320"/>
          </a:xfrm>
          <a:prstGeom prst="rect">
            <a:avLst/>
          </a:prstGeom>
          <a:noFill/>
          <a:ln/>
        </p:spPr>
        <p:txBody>
          <a:bodyPr wrap="square" lIns="0" tIns="0" rIns="0" bIns="0" rtlCol="0" anchor="ctr"/>
          <a:lstStyle/>
          <a:p>
            <a:pPr indent="0" marL="0">
              <a:buNone/>
            </a:pPr>
            <a:r>
              <a:rPr lang="en-US" sz="1200" b="1" spc="300" kern="0" dirty="0">
                <a:solidFill>
                  <a:srgbClr val="1695B9"/>
                </a:solidFill>
                <a:latin typeface="Calibri" pitchFamily="34" charset="0"/>
                <a:ea typeface="Calibri" pitchFamily="34" charset="-122"/>
                <a:cs typeface="Calibri" pitchFamily="34" charset="-120"/>
              </a:rPr>
              <a:t>MY RESPONSE</a:t>
            </a:r>
            <a:endParaRPr lang="en-US" sz="1200" dirty="0"/>
          </a:p>
        </p:txBody>
      </p:sp>
      <p:sp>
        <p:nvSpPr>
          <p:cNvPr id="6" name="A02_float"/>
          <p:cNvSpPr/>
          <p:nvPr/>
        </p:nvSpPr>
        <p:spPr>
          <a:xfrm>
            <a:off x="548640" y="1874520"/>
            <a:ext cx="4754880" cy="1097280"/>
          </a:xfrm>
          <a:prstGeom prst="roundRect">
            <a:avLst>
              <a:gd name="adj" fmla="val 10000"/>
            </a:avLst>
          </a:prstGeom>
          <a:solidFill>
            <a:srgbClr val="F0EAFA"/>
          </a:solidFill>
          <a:ln/>
        </p:spPr>
      </p:sp>
      <p:pic>
        <p:nvPicPr>
          <p:cNvPr id="7" name="A02_float" descr="A new language and work culture">    </p:cNvPr>
          <p:cNvPicPr>
            <a:picLocks noChangeAspect="1"/>
          </p:cNvPicPr>
          <p:nvPr/>
        </p:nvPicPr>
        <p:blipFill>
          <a:blip r:embed="rId1"/>
          <a:stretch>
            <a:fillRect/>
          </a:stretch>
        </p:blipFill>
        <p:spPr>
          <a:xfrm>
            <a:off x="822960" y="2148840"/>
            <a:ext cx="548640" cy="548640"/>
          </a:xfrm>
          <a:prstGeom prst="rect">
            <a:avLst/>
          </a:prstGeom>
        </p:spPr>
      </p:pic>
      <p:sp>
        <p:nvSpPr>
          <p:cNvPr id="8" name="A02_float"/>
          <p:cNvSpPr txBox="1"/>
          <p:nvPr/>
        </p:nvSpPr>
        <p:spPr>
          <a:xfrm>
            <a:off x="1600200" y="1965960"/>
            <a:ext cx="3520440" cy="914400"/>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A new language and work culture</a:t>
            </a:r>
            <a:endParaRPr lang="en-US" sz="1700" dirty="0"/>
          </a:p>
        </p:txBody>
      </p:sp>
      <p:pic>
        <p:nvPicPr>
          <p:cNvPr id="9" name="A03_fade" descr="leads to">    </p:cNvPr>
          <p:cNvPicPr>
            <a:picLocks noChangeAspect="1"/>
          </p:cNvPicPr>
          <p:nvPr/>
        </p:nvPicPr>
        <p:blipFill>
          <a:blip r:embed="rId2"/>
          <a:stretch>
            <a:fillRect/>
          </a:stretch>
        </p:blipFill>
        <p:spPr>
          <a:xfrm>
            <a:off x="5641848" y="2103120"/>
            <a:ext cx="640080" cy="640080"/>
          </a:xfrm>
          <a:prstGeom prst="rect">
            <a:avLst/>
          </a:prstGeom>
        </p:spPr>
      </p:pic>
      <p:sp>
        <p:nvSpPr>
          <p:cNvPr id="10" name="A03_wipe"/>
          <p:cNvSpPr/>
          <p:nvPr/>
        </p:nvSpPr>
        <p:spPr>
          <a:xfrm>
            <a:off x="6702552" y="1874520"/>
            <a:ext cx="4940503" cy="1097280"/>
          </a:xfrm>
          <a:prstGeom prst="roundRect">
            <a:avLst>
              <a:gd name="adj" fmla="val 10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11" name="A03_wipe"/>
          <p:cNvSpPr txBox="1"/>
          <p:nvPr/>
        </p:nvSpPr>
        <p:spPr>
          <a:xfrm>
            <a:off x="7022592" y="1965960"/>
            <a:ext cx="4391863" cy="914400"/>
          </a:xfrm>
          <a:prstGeom prst="rect">
            <a:avLst/>
          </a:prstGeom>
          <a:noFill/>
          <a:ln/>
        </p:spPr>
        <p:txBody>
          <a:bodyPr wrap="square" lIns="0" tIns="0" rIns="0" bIns="0" rtlCol="0" anchor="ctr"/>
          <a:lstStyle/>
          <a:p>
            <a:pPr indent="0" marL="0">
              <a:buNone/>
            </a:pPr>
            <a:r>
              <a:rPr lang="en-US" sz="1500" dirty="0">
                <a:solidFill>
                  <a:srgbClr val="15203F"/>
                </a:solidFill>
                <a:latin typeface="Calibri" pitchFamily="34" charset="0"/>
                <a:ea typeface="Calibri" pitchFamily="34" charset="-122"/>
                <a:cs typeface="Calibri" pitchFamily="34" charset="-120"/>
              </a:rPr>
              <a:t>Listened carefully, asked questions and adapted to French workplace habits step by step.</a:t>
            </a:r>
            <a:endParaRPr lang="en-US" sz="1500" dirty="0"/>
          </a:p>
        </p:txBody>
      </p:sp>
      <p:sp>
        <p:nvSpPr>
          <p:cNvPr id="12" name="A04_float"/>
          <p:cNvSpPr/>
          <p:nvPr/>
        </p:nvSpPr>
        <p:spPr>
          <a:xfrm>
            <a:off x="548640" y="3218688"/>
            <a:ext cx="4754880" cy="1097280"/>
          </a:xfrm>
          <a:prstGeom prst="roundRect">
            <a:avLst>
              <a:gd name="adj" fmla="val 10000"/>
            </a:avLst>
          </a:prstGeom>
          <a:solidFill>
            <a:srgbClr val="F0EAFA"/>
          </a:solidFill>
          <a:ln/>
        </p:spPr>
      </p:sp>
      <p:pic>
        <p:nvPicPr>
          <p:cNvPr id="13" name="A04_float" descr="Large amounts of information">    </p:cNvPr>
          <p:cNvPicPr>
            <a:picLocks noChangeAspect="1"/>
          </p:cNvPicPr>
          <p:nvPr/>
        </p:nvPicPr>
        <p:blipFill>
          <a:blip r:embed="rId3"/>
          <a:stretch>
            <a:fillRect/>
          </a:stretch>
        </p:blipFill>
        <p:spPr>
          <a:xfrm>
            <a:off x="822960" y="3493008"/>
            <a:ext cx="548640" cy="548640"/>
          </a:xfrm>
          <a:prstGeom prst="rect">
            <a:avLst/>
          </a:prstGeom>
        </p:spPr>
      </p:pic>
      <p:sp>
        <p:nvSpPr>
          <p:cNvPr id="14" name="A04_float"/>
          <p:cNvSpPr txBox="1"/>
          <p:nvPr/>
        </p:nvSpPr>
        <p:spPr>
          <a:xfrm>
            <a:off x="1600200" y="3310128"/>
            <a:ext cx="3520440" cy="914400"/>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Large amounts of information</a:t>
            </a:r>
            <a:endParaRPr lang="en-US" sz="1700" dirty="0"/>
          </a:p>
        </p:txBody>
      </p:sp>
      <p:pic>
        <p:nvPicPr>
          <p:cNvPr id="15" name="A05_fade" descr="leads to">    </p:cNvPr>
          <p:cNvPicPr>
            <a:picLocks noChangeAspect="1"/>
          </p:cNvPicPr>
          <p:nvPr/>
        </p:nvPicPr>
        <p:blipFill>
          <a:blip r:embed="rId4"/>
          <a:stretch>
            <a:fillRect/>
          </a:stretch>
        </p:blipFill>
        <p:spPr>
          <a:xfrm>
            <a:off x="5641848" y="3447288"/>
            <a:ext cx="640080" cy="640080"/>
          </a:xfrm>
          <a:prstGeom prst="rect">
            <a:avLst/>
          </a:prstGeom>
        </p:spPr>
      </p:pic>
      <p:sp>
        <p:nvSpPr>
          <p:cNvPr id="16" name="A05_wipe"/>
          <p:cNvSpPr/>
          <p:nvPr/>
        </p:nvSpPr>
        <p:spPr>
          <a:xfrm>
            <a:off x="6702552" y="3218688"/>
            <a:ext cx="4940503" cy="1097280"/>
          </a:xfrm>
          <a:prstGeom prst="roundRect">
            <a:avLst>
              <a:gd name="adj" fmla="val 10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17" name="A05_wipe"/>
          <p:cNvSpPr txBox="1"/>
          <p:nvPr/>
        </p:nvSpPr>
        <p:spPr>
          <a:xfrm>
            <a:off x="7022592" y="3310128"/>
            <a:ext cx="4391863" cy="914400"/>
          </a:xfrm>
          <a:prstGeom prst="rect">
            <a:avLst/>
          </a:prstGeom>
          <a:noFill/>
          <a:ln/>
        </p:spPr>
        <p:txBody>
          <a:bodyPr wrap="square" lIns="0" tIns="0" rIns="0" bIns="0" rtlCol="0" anchor="ctr"/>
          <a:lstStyle/>
          <a:p>
            <a:pPr indent="0" marL="0">
              <a:buNone/>
            </a:pPr>
            <a:r>
              <a:rPr lang="en-US" sz="1500" dirty="0">
                <a:solidFill>
                  <a:srgbClr val="15203F"/>
                </a:solidFill>
                <a:latin typeface="Calibri" pitchFamily="34" charset="0"/>
                <a:ea typeface="Calibri" pitchFamily="34" charset="-122"/>
                <a:cs typeface="Calibri" pitchFamily="34" charset="-120"/>
              </a:rPr>
              <a:t>Built clear Excel tables and a consistent filing structure to keep everything organised.</a:t>
            </a:r>
            <a:endParaRPr lang="en-US" sz="1500" dirty="0"/>
          </a:p>
        </p:txBody>
      </p:sp>
      <p:sp>
        <p:nvSpPr>
          <p:cNvPr id="18" name="A06_float"/>
          <p:cNvSpPr/>
          <p:nvPr/>
        </p:nvSpPr>
        <p:spPr>
          <a:xfrm>
            <a:off x="548640" y="4562856"/>
            <a:ext cx="4754880" cy="1097280"/>
          </a:xfrm>
          <a:prstGeom prst="roundRect">
            <a:avLst>
              <a:gd name="adj" fmla="val 10000"/>
            </a:avLst>
          </a:prstGeom>
          <a:solidFill>
            <a:srgbClr val="F0EAFA"/>
          </a:solidFill>
          <a:ln/>
        </p:spPr>
      </p:sp>
      <p:pic>
        <p:nvPicPr>
          <p:cNvPr id="19" name="A06_float" descr="Many different daily tasks">    </p:cNvPr>
          <p:cNvPicPr>
            <a:picLocks noChangeAspect="1"/>
          </p:cNvPicPr>
          <p:nvPr/>
        </p:nvPicPr>
        <p:blipFill>
          <a:blip r:embed="rId5"/>
          <a:stretch>
            <a:fillRect/>
          </a:stretch>
        </p:blipFill>
        <p:spPr>
          <a:xfrm>
            <a:off x="822960" y="4837176"/>
            <a:ext cx="548640" cy="548640"/>
          </a:xfrm>
          <a:prstGeom prst="rect">
            <a:avLst/>
          </a:prstGeom>
        </p:spPr>
      </p:pic>
      <p:sp>
        <p:nvSpPr>
          <p:cNvPr id="20" name="A06_float"/>
          <p:cNvSpPr txBox="1"/>
          <p:nvPr/>
        </p:nvSpPr>
        <p:spPr>
          <a:xfrm>
            <a:off x="1600200" y="4654296"/>
            <a:ext cx="3520440" cy="914400"/>
          </a:xfrm>
          <a:prstGeom prst="rect">
            <a:avLst/>
          </a:prstGeom>
          <a:noFill/>
          <a:ln/>
        </p:spPr>
        <p:txBody>
          <a:bodyPr wrap="square" lIns="0" tIns="0" rIns="0" bIns="0" rtlCol="0" anchor="ctr"/>
          <a:lstStyle/>
          <a:p>
            <a:pPr indent="0" marL="0">
              <a:buNone/>
            </a:pPr>
            <a:r>
              <a:rPr lang="en-US" sz="1700" b="1" dirty="0">
                <a:solidFill>
                  <a:srgbClr val="15203F"/>
                </a:solidFill>
                <a:latin typeface="Calibri" pitchFamily="34" charset="0"/>
                <a:ea typeface="Calibri" pitchFamily="34" charset="-122"/>
                <a:cs typeface="Calibri" pitchFamily="34" charset="-120"/>
              </a:rPr>
              <a:t>Many different daily tasks</a:t>
            </a:r>
            <a:endParaRPr lang="en-US" sz="1700" dirty="0"/>
          </a:p>
        </p:txBody>
      </p:sp>
      <p:pic>
        <p:nvPicPr>
          <p:cNvPr id="21" name="A07_fade" descr="leads to">    </p:cNvPr>
          <p:cNvPicPr>
            <a:picLocks noChangeAspect="1"/>
          </p:cNvPicPr>
          <p:nvPr/>
        </p:nvPicPr>
        <p:blipFill>
          <a:blip r:embed="rId6"/>
          <a:stretch>
            <a:fillRect/>
          </a:stretch>
        </p:blipFill>
        <p:spPr>
          <a:xfrm>
            <a:off x="5641848" y="4791456"/>
            <a:ext cx="640080" cy="640080"/>
          </a:xfrm>
          <a:prstGeom prst="rect">
            <a:avLst/>
          </a:prstGeom>
        </p:spPr>
      </p:pic>
      <p:sp>
        <p:nvSpPr>
          <p:cNvPr id="22" name="A07_wipe"/>
          <p:cNvSpPr/>
          <p:nvPr/>
        </p:nvSpPr>
        <p:spPr>
          <a:xfrm>
            <a:off x="6702552" y="4562856"/>
            <a:ext cx="4940503" cy="1097280"/>
          </a:xfrm>
          <a:prstGeom prst="roundRect">
            <a:avLst>
              <a:gd name="adj" fmla="val 10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sp>
        <p:nvSpPr>
          <p:cNvPr id="23" name="A07_wipe"/>
          <p:cNvSpPr txBox="1"/>
          <p:nvPr/>
        </p:nvSpPr>
        <p:spPr>
          <a:xfrm>
            <a:off x="7022592" y="4654296"/>
            <a:ext cx="4391863" cy="914400"/>
          </a:xfrm>
          <a:prstGeom prst="rect">
            <a:avLst/>
          </a:prstGeom>
          <a:noFill/>
          <a:ln/>
        </p:spPr>
        <p:txBody>
          <a:bodyPr wrap="square" lIns="0" tIns="0" rIns="0" bIns="0" rtlCol="0" anchor="ctr"/>
          <a:lstStyle/>
          <a:p>
            <a:pPr indent="0" marL="0">
              <a:buNone/>
            </a:pPr>
            <a:r>
              <a:rPr lang="en-US" sz="1500" dirty="0">
                <a:solidFill>
                  <a:srgbClr val="15203F"/>
                </a:solidFill>
                <a:latin typeface="Calibri" pitchFamily="34" charset="0"/>
                <a:ea typeface="Calibri" pitchFamily="34" charset="-122"/>
                <a:cs typeface="Calibri" pitchFamily="34" charset="-120"/>
              </a:rPr>
              <a:t>Prioritised my work and kept tidy records so nothing was missed.</a:t>
            </a:r>
            <a:endParaRPr lang="en-US" sz="1500" dirty="0"/>
          </a:p>
        </p:txBody>
      </p:sp>
      <p:pic>
        <p:nvPicPr>
          <p:cNvPr id="24" name="Image 6" descr="KVK logo">    </p:cNvPr>
          <p:cNvPicPr>
            <a:picLocks noChangeAspect="1"/>
          </p:cNvPicPr>
          <p:nvPr/>
        </p:nvPicPr>
        <p:blipFill>
          <a:blip r:embed="rId7"/>
          <a:stretch>
            <a:fillRect/>
          </a:stretch>
        </p:blipFill>
        <p:spPr>
          <a:xfrm>
            <a:off x="548640" y="6382512"/>
            <a:ext cx="621792" cy="256032"/>
          </a:xfrm>
          <a:prstGeom prst="rect">
            <a:avLst/>
          </a:prstGeom>
        </p:spPr>
      </p:pic>
      <p:sp>
        <p:nvSpPr>
          <p:cNvPr id="25" name="Text 16"/>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6" name="Text 17"/>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09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10"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par>
                                <p:cTn id="16" presetID="10" presetClass="entr" presetSubtype="0" fill="hold" grpId="0" nodeType="withEffect">
                                  <p:stCondLst>
                                    <p:cond delay="220"/>
                                  </p:stCondLst>
                                  <p:childTnLst>
                                    <p:set>
                                      <p:cBhvr>
                                        <p:cTn id="17" dur="1" fill="hold">
                                          <p:stCondLst>
                                            <p:cond delay="0"/>
                                          </p:stCondLst>
                                        </p:cTn>
                                        <p:tgtEl>
                                          <p:spTgt spid="5"/>
                                        </p:tgtEl>
                                        <p:attrNameLst>
                                          <p:attrName>style.visibility</p:attrName>
                                        </p:attrNameLst>
                                      </p:cBhvr>
                                      <p:to>
                                        <p:strVal val="visible"/>
                                      </p:to>
                                    </p:set>
                                    <p:animEffect transition="in" filter="fade">
                                      <p:cBhvr>
                                        <p:cTn id="18" dur="600"/>
                                        <p:tgtEl>
                                          <p:spTgt spid="5"/>
                                        </p:tgtEl>
                                      </p:cBhvr>
                                    </p:animEffect>
                                  </p:childTnLst>
                                </p:cTn>
                              </p:par>
                              <p:par>
                                <p:cTn id="19" presetID="42" presetClass="entr" presetSubtype="0" fill="hold" grpId="0" nodeType="withEffect">
                                  <p:stCondLst>
                                    <p:cond delay="44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700"/>
                                        <p:tgtEl>
                                          <p:spTgt spid="6"/>
                                        </p:tgtEl>
                                      </p:cBhvr>
                                    </p:animEffect>
                                    <p:anim calcmode="lin" valueType="num">
                                      <p:cBhvr>
                                        <p:cTn id="22" dur="700" fill="hold"/>
                                        <p:tgtEl>
                                          <p:spTgt spid="6"/>
                                        </p:tgtEl>
                                        <p:attrNameLst>
                                          <p:attrName>ppt_x</p:attrName>
                                        </p:attrNameLst>
                                      </p:cBhvr>
                                      <p:tavLst>
                                        <p:tav tm="0">
                                          <p:val>
                                            <p:strVal val="#ppt_x"/>
                                          </p:val>
                                        </p:tav>
                                        <p:tav tm="100000">
                                          <p:val>
                                            <p:strVal val="#ppt_x"/>
                                          </p:val>
                                        </p:tav>
                                      </p:tavLst>
                                    </p:anim>
                                    <p:anim calcmode="lin" valueType="num">
                                      <p:cBhvr>
                                        <p:cTn id="23" dur="700" fill="hold"/>
                                        <p:tgtEl>
                                          <p:spTgt spid="6"/>
                                        </p:tgtEl>
                                        <p:attrNameLst>
                                          <p:attrName>ppt_y</p:attrName>
                                        </p:attrNameLst>
                                      </p:cBhvr>
                                      <p:tavLst>
                                        <p:tav tm="0">
                                          <p:val>
                                            <p:strVal val="#ppt_y+.06"/>
                                          </p:val>
                                        </p:tav>
                                        <p:tav tm="100000">
                                          <p:val>
                                            <p:strVal val="#ppt_y"/>
                                          </p:val>
                                        </p:tav>
                                      </p:tavLst>
                                    </p:anim>
                                  </p:childTnLst>
                                </p:cTn>
                              </p:par>
                              <p:par>
                                <p:cTn id="24" presetID="42" presetClass="entr" presetSubtype="0" fill="hold" grpId="0" nodeType="withEffect">
                                  <p:stCondLst>
                                    <p:cond delay="44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700"/>
                                        <p:tgtEl>
                                          <p:spTgt spid="7"/>
                                        </p:tgtEl>
                                      </p:cBhvr>
                                    </p:animEffect>
                                    <p:anim calcmode="lin" valueType="num">
                                      <p:cBhvr>
                                        <p:cTn id="27" dur="700" fill="hold"/>
                                        <p:tgtEl>
                                          <p:spTgt spid="7"/>
                                        </p:tgtEl>
                                        <p:attrNameLst>
                                          <p:attrName>ppt_x</p:attrName>
                                        </p:attrNameLst>
                                      </p:cBhvr>
                                      <p:tavLst>
                                        <p:tav tm="0">
                                          <p:val>
                                            <p:strVal val="#ppt_x"/>
                                          </p:val>
                                        </p:tav>
                                        <p:tav tm="100000">
                                          <p:val>
                                            <p:strVal val="#ppt_x"/>
                                          </p:val>
                                        </p:tav>
                                      </p:tavLst>
                                    </p:anim>
                                    <p:anim calcmode="lin" valueType="num">
                                      <p:cBhvr>
                                        <p:cTn id="28" dur="700" fill="hold"/>
                                        <p:tgtEl>
                                          <p:spTgt spid="7"/>
                                        </p:tgtEl>
                                        <p:attrNameLst>
                                          <p:attrName>ppt_y</p:attrName>
                                        </p:attrNameLst>
                                      </p:cBhvr>
                                      <p:tavLst>
                                        <p:tav tm="0">
                                          <p:val>
                                            <p:strVal val="#ppt_y+.06"/>
                                          </p:val>
                                        </p:tav>
                                        <p:tav tm="100000">
                                          <p:val>
                                            <p:strVal val="#ppt_y"/>
                                          </p:val>
                                        </p:tav>
                                      </p:tavLst>
                                    </p:anim>
                                  </p:childTnLst>
                                </p:cTn>
                              </p:par>
                              <p:par>
                                <p:cTn id="29" presetID="42" presetClass="entr" presetSubtype="0" fill="hold" grpId="0" nodeType="withEffect">
                                  <p:stCondLst>
                                    <p:cond delay="440"/>
                                  </p:stCondLst>
                                  <p:childTnLst>
                                    <p:set>
                                      <p:cBhvr>
                                        <p:cTn id="30" dur="1" fill="hold">
                                          <p:stCondLst>
                                            <p:cond delay="0"/>
                                          </p:stCondLst>
                                        </p:cTn>
                                        <p:tgtEl>
                                          <p:spTgt spid="8"/>
                                        </p:tgtEl>
                                        <p:attrNameLst>
                                          <p:attrName>style.visibility</p:attrName>
                                        </p:attrNameLst>
                                      </p:cBhvr>
                                      <p:to>
                                        <p:strVal val="visible"/>
                                      </p:to>
                                    </p:set>
                                    <p:animEffect transition="in" filter="fade">
                                      <p:cBhvr>
                                        <p:cTn id="31" dur="700"/>
                                        <p:tgtEl>
                                          <p:spTgt spid="8"/>
                                        </p:tgtEl>
                                      </p:cBhvr>
                                    </p:animEffect>
                                    <p:anim calcmode="lin" valueType="num">
                                      <p:cBhvr>
                                        <p:cTn id="32" dur="700" fill="hold"/>
                                        <p:tgtEl>
                                          <p:spTgt spid="8"/>
                                        </p:tgtEl>
                                        <p:attrNameLst>
                                          <p:attrName>ppt_x</p:attrName>
                                        </p:attrNameLst>
                                      </p:cBhvr>
                                      <p:tavLst>
                                        <p:tav tm="0">
                                          <p:val>
                                            <p:strVal val="#ppt_x"/>
                                          </p:val>
                                        </p:tav>
                                        <p:tav tm="100000">
                                          <p:val>
                                            <p:strVal val="#ppt_x"/>
                                          </p:val>
                                        </p:tav>
                                      </p:tavLst>
                                    </p:anim>
                                    <p:anim calcmode="lin" valueType="num">
                                      <p:cBhvr>
                                        <p:cTn id="33" dur="700" fill="hold"/>
                                        <p:tgtEl>
                                          <p:spTgt spid="8"/>
                                        </p:tgtEl>
                                        <p:attrNameLst>
                                          <p:attrName>ppt_y</p:attrName>
                                        </p:attrNameLst>
                                      </p:cBhvr>
                                      <p:tavLst>
                                        <p:tav tm="0">
                                          <p:val>
                                            <p:strVal val="#ppt_y+.06"/>
                                          </p:val>
                                        </p:tav>
                                        <p:tav tm="100000">
                                          <p:val>
                                            <p:strVal val="#ppt_y"/>
                                          </p:val>
                                        </p:tav>
                                      </p:tavLst>
                                    </p:anim>
                                  </p:childTnLst>
                                </p:cTn>
                              </p:par>
                              <p:par>
                                <p:cTn id="34" presetID="10" presetClass="entr" presetSubtype="0" fill="hold" grpId="0" nodeType="withEffect">
                                  <p:stCondLst>
                                    <p:cond delay="660"/>
                                  </p:stCondLst>
                                  <p:childTnLst>
                                    <p:set>
                                      <p:cBhvr>
                                        <p:cTn id="35" dur="1" fill="hold">
                                          <p:stCondLst>
                                            <p:cond delay="0"/>
                                          </p:stCondLst>
                                        </p:cTn>
                                        <p:tgtEl>
                                          <p:spTgt spid="9"/>
                                        </p:tgtEl>
                                        <p:attrNameLst>
                                          <p:attrName>style.visibility</p:attrName>
                                        </p:attrNameLst>
                                      </p:cBhvr>
                                      <p:to>
                                        <p:strVal val="visible"/>
                                      </p:to>
                                    </p:set>
                                    <p:animEffect transition="in" filter="fade">
                                      <p:cBhvr>
                                        <p:cTn id="36" dur="600"/>
                                        <p:tgtEl>
                                          <p:spTgt spid="9"/>
                                        </p:tgtEl>
                                      </p:cBhvr>
                                    </p:animEffect>
                                  </p:childTnLst>
                                </p:cTn>
                              </p:par>
                              <p:par>
                                <p:cTn id="37" presetID="22" presetClass="entr" presetSubtype="8" fill="hold" grpId="0" nodeType="withEffect">
                                  <p:stCondLst>
                                    <p:cond delay="660"/>
                                  </p:stCondLst>
                                  <p:childTnLst>
                                    <p:set>
                                      <p:cBhvr>
                                        <p:cTn id="38" dur="1" fill="hold">
                                          <p:stCondLst>
                                            <p:cond delay="0"/>
                                          </p:stCondLst>
                                        </p:cTn>
                                        <p:tgtEl>
                                          <p:spTgt spid="10"/>
                                        </p:tgtEl>
                                        <p:attrNameLst>
                                          <p:attrName>style.visibility</p:attrName>
                                        </p:attrNameLst>
                                      </p:cBhvr>
                                      <p:to>
                                        <p:strVal val="visible"/>
                                      </p:to>
                                    </p:set>
                                    <p:animEffect transition="in" filter="wipe(right)">
                                      <p:cBhvr>
                                        <p:cTn id="39" dur="700"/>
                                        <p:tgtEl>
                                          <p:spTgt spid="10"/>
                                        </p:tgtEl>
                                      </p:cBhvr>
                                    </p:animEffect>
                                  </p:childTnLst>
                                </p:cTn>
                              </p:par>
                              <p:par>
                                <p:cTn id="40" presetID="22" presetClass="entr" presetSubtype="8" fill="hold" grpId="0" nodeType="withEffect">
                                  <p:stCondLst>
                                    <p:cond delay="660"/>
                                  </p:stCondLst>
                                  <p:childTnLst>
                                    <p:set>
                                      <p:cBhvr>
                                        <p:cTn id="41" dur="1" fill="hold">
                                          <p:stCondLst>
                                            <p:cond delay="0"/>
                                          </p:stCondLst>
                                        </p:cTn>
                                        <p:tgtEl>
                                          <p:spTgt spid="11"/>
                                        </p:tgtEl>
                                        <p:attrNameLst>
                                          <p:attrName>style.visibility</p:attrName>
                                        </p:attrNameLst>
                                      </p:cBhvr>
                                      <p:to>
                                        <p:strVal val="visible"/>
                                      </p:to>
                                    </p:set>
                                    <p:animEffect transition="in" filter="wipe(right)">
                                      <p:cBhvr>
                                        <p:cTn id="42" dur="700"/>
                                        <p:tgtEl>
                                          <p:spTgt spid="11"/>
                                        </p:tgtEl>
                                      </p:cBhvr>
                                    </p:animEffect>
                                  </p:childTnLst>
                                </p:cTn>
                              </p:par>
                              <p:par>
                                <p:cTn id="43" presetID="42" presetClass="entr" presetSubtype="0" fill="hold" grpId="0" nodeType="withEffect">
                                  <p:stCondLst>
                                    <p:cond delay="88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700"/>
                                        <p:tgtEl>
                                          <p:spTgt spid="12"/>
                                        </p:tgtEl>
                                      </p:cBhvr>
                                    </p:animEffect>
                                    <p:anim calcmode="lin" valueType="num">
                                      <p:cBhvr>
                                        <p:cTn id="46" dur="700" fill="hold"/>
                                        <p:tgtEl>
                                          <p:spTgt spid="12"/>
                                        </p:tgtEl>
                                        <p:attrNameLst>
                                          <p:attrName>ppt_x</p:attrName>
                                        </p:attrNameLst>
                                      </p:cBhvr>
                                      <p:tavLst>
                                        <p:tav tm="0">
                                          <p:val>
                                            <p:strVal val="#ppt_x"/>
                                          </p:val>
                                        </p:tav>
                                        <p:tav tm="100000">
                                          <p:val>
                                            <p:strVal val="#ppt_x"/>
                                          </p:val>
                                        </p:tav>
                                      </p:tavLst>
                                    </p:anim>
                                    <p:anim calcmode="lin" valueType="num">
                                      <p:cBhvr>
                                        <p:cTn id="47" dur="700" fill="hold"/>
                                        <p:tgtEl>
                                          <p:spTgt spid="12"/>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88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700"/>
                                        <p:tgtEl>
                                          <p:spTgt spid="13"/>
                                        </p:tgtEl>
                                      </p:cBhvr>
                                    </p:animEffect>
                                    <p:anim calcmode="lin" valueType="num">
                                      <p:cBhvr>
                                        <p:cTn id="51" dur="700" fill="hold"/>
                                        <p:tgtEl>
                                          <p:spTgt spid="13"/>
                                        </p:tgtEl>
                                        <p:attrNameLst>
                                          <p:attrName>ppt_x</p:attrName>
                                        </p:attrNameLst>
                                      </p:cBhvr>
                                      <p:tavLst>
                                        <p:tav tm="0">
                                          <p:val>
                                            <p:strVal val="#ppt_x"/>
                                          </p:val>
                                        </p:tav>
                                        <p:tav tm="100000">
                                          <p:val>
                                            <p:strVal val="#ppt_x"/>
                                          </p:val>
                                        </p:tav>
                                      </p:tavLst>
                                    </p:anim>
                                    <p:anim calcmode="lin" valueType="num">
                                      <p:cBhvr>
                                        <p:cTn id="52" dur="700" fill="hold"/>
                                        <p:tgtEl>
                                          <p:spTgt spid="13"/>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880"/>
                                  </p:stCondLst>
                                  <p:childTnLst>
                                    <p:set>
                                      <p:cBhvr>
                                        <p:cTn id="54" dur="1" fill="hold">
                                          <p:stCondLst>
                                            <p:cond delay="0"/>
                                          </p:stCondLst>
                                        </p:cTn>
                                        <p:tgtEl>
                                          <p:spTgt spid="14"/>
                                        </p:tgtEl>
                                        <p:attrNameLst>
                                          <p:attrName>style.visibility</p:attrName>
                                        </p:attrNameLst>
                                      </p:cBhvr>
                                      <p:to>
                                        <p:strVal val="visible"/>
                                      </p:to>
                                    </p:set>
                                    <p:animEffect transition="in" filter="fade">
                                      <p:cBhvr>
                                        <p:cTn id="55" dur="700"/>
                                        <p:tgtEl>
                                          <p:spTgt spid="14"/>
                                        </p:tgtEl>
                                      </p:cBhvr>
                                    </p:animEffect>
                                    <p:anim calcmode="lin" valueType="num">
                                      <p:cBhvr>
                                        <p:cTn id="56" dur="700" fill="hold"/>
                                        <p:tgtEl>
                                          <p:spTgt spid="14"/>
                                        </p:tgtEl>
                                        <p:attrNameLst>
                                          <p:attrName>ppt_x</p:attrName>
                                        </p:attrNameLst>
                                      </p:cBhvr>
                                      <p:tavLst>
                                        <p:tav tm="0">
                                          <p:val>
                                            <p:strVal val="#ppt_x"/>
                                          </p:val>
                                        </p:tav>
                                        <p:tav tm="100000">
                                          <p:val>
                                            <p:strVal val="#ppt_x"/>
                                          </p:val>
                                        </p:tav>
                                      </p:tavLst>
                                    </p:anim>
                                    <p:anim calcmode="lin" valueType="num">
                                      <p:cBhvr>
                                        <p:cTn id="57" dur="700" fill="hold"/>
                                        <p:tgtEl>
                                          <p:spTgt spid="14"/>
                                        </p:tgtEl>
                                        <p:attrNameLst>
                                          <p:attrName>ppt_y</p:attrName>
                                        </p:attrNameLst>
                                      </p:cBhvr>
                                      <p:tavLst>
                                        <p:tav tm="0">
                                          <p:val>
                                            <p:strVal val="#ppt_y+.06"/>
                                          </p:val>
                                        </p:tav>
                                        <p:tav tm="100000">
                                          <p:val>
                                            <p:strVal val="#ppt_y"/>
                                          </p:val>
                                        </p:tav>
                                      </p:tavLst>
                                    </p:anim>
                                  </p:childTnLst>
                                </p:cTn>
                              </p:par>
                              <p:par>
                                <p:cTn id="58" presetID="10" presetClass="entr" presetSubtype="0" fill="hold" grpId="0" nodeType="withEffect">
                                  <p:stCondLst>
                                    <p:cond delay="11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childTnLst>
                                </p:cTn>
                              </p:par>
                              <p:par>
                                <p:cTn id="61" presetID="22" presetClass="entr" presetSubtype="8" fill="hold" grpId="0" nodeType="withEffect">
                                  <p:stCondLst>
                                    <p:cond delay="1100"/>
                                  </p:stCondLst>
                                  <p:childTnLst>
                                    <p:set>
                                      <p:cBhvr>
                                        <p:cTn id="62" dur="1" fill="hold">
                                          <p:stCondLst>
                                            <p:cond delay="0"/>
                                          </p:stCondLst>
                                        </p:cTn>
                                        <p:tgtEl>
                                          <p:spTgt spid="16"/>
                                        </p:tgtEl>
                                        <p:attrNameLst>
                                          <p:attrName>style.visibility</p:attrName>
                                        </p:attrNameLst>
                                      </p:cBhvr>
                                      <p:to>
                                        <p:strVal val="visible"/>
                                      </p:to>
                                    </p:set>
                                    <p:animEffect transition="in" filter="wipe(right)">
                                      <p:cBhvr>
                                        <p:cTn id="63" dur="700"/>
                                        <p:tgtEl>
                                          <p:spTgt spid="16"/>
                                        </p:tgtEl>
                                      </p:cBhvr>
                                    </p:animEffect>
                                  </p:childTnLst>
                                </p:cTn>
                              </p:par>
                              <p:par>
                                <p:cTn id="64" presetID="22" presetClass="entr" presetSubtype="8" fill="hold" grpId="0" nodeType="withEffect">
                                  <p:stCondLst>
                                    <p:cond delay="1100"/>
                                  </p:stCondLst>
                                  <p:childTnLst>
                                    <p:set>
                                      <p:cBhvr>
                                        <p:cTn id="65" dur="1" fill="hold">
                                          <p:stCondLst>
                                            <p:cond delay="0"/>
                                          </p:stCondLst>
                                        </p:cTn>
                                        <p:tgtEl>
                                          <p:spTgt spid="17"/>
                                        </p:tgtEl>
                                        <p:attrNameLst>
                                          <p:attrName>style.visibility</p:attrName>
                                        </p:attrNameLst>
                                      </p:cBhvr>
                                      <p:to>
                                        <p:strVal val="visible"/>
                                      </p:to>
                                    </p:set>
                                    <p:animEffect transition="in" filter="wipe(right)">
                                      <p:cBhvr>
                                        <p:cTn id="66" dur="700"/>
                                        <p:tgtEl>
                                          <p:spTgt spid="17"/>
                                        </p:tgtEl>
                                      </p:cBhvr>
                                    </p:animEffect>
                                  </p:childTnLst>
                                </p:cTn>
                              </p:par>
                              <p:par>
                                <p:cTn id="67" presetID="42" presetClass="entr" presetSubtype="0" fill="hold" grpId="0" nodeType="withEffect">
                                  <p:stCondLst>
                                    <p:cond delay="1320"/>
                                  </p:stCondLst>
                                  <p:childTnLst>
                                    <p:set>
                                      <p:cBhvr>
                                        <p:cTn id="68" dur="1" fill="hold">
                                          <p:stCondLst>
                                            <p:cond delay="0"/>
                                          </p:stCondLst>
                                        </p:cTn>
                                        <p:tgtEl>
                                          <p:spTgt spid="18"/>
                                        </p:tgtEl>
                                        <p:attrNameLst>
                                          <p:attrName>style.visibility</p:attrName>
                                        </p:attrNameLst>
                                      </p:cBhvr>
                                      <p:to>
                                        <p:strVal val="visible"/>
                                      </p:to>
                                    </p:set>
                                    <p:animEffect transition="in" filter="fade">
                                      <p:cBhvr>
                                        <p:cTn id="69" dur="700"/>
                                        <p:tgtEl>
                                          <p:spTgt spid="18"/>
                                        </p:tgtEl>
                                      </p:cBhvr>
                                    </p:animEffect>
                                    <p:anim calcmode="lin" valueType="num">
                                      <p:cBhvr>
                                        <p:cTn id="70" dur="700" fill="hold"/>
                                        <p:tgtEl>
                                          <p:spTgt spid="18"/>
                                        </p:tgtEl>
                                        <p:attrNameLst>
                                          <p:attrName>ppt_x</p:attrName>
                                        </p:attrNameLst>
                                      </p:cBhvr>
                                      <p:tavLst>
                                        <p:tav tm="0">
                                          <p:val>
                                            <p:strVal val="#ppt_x"/>
                                          </p:val>
                                        </p:tav>
                                        <p:tav tm="100000">
                                          <p:val>
                                            <p:strVal val="#ppt_x"/>
                                          </p:val>
                                        </p:tav>
                                      </p:tavLst>
                                    </p:anim>
                                    <p:anim calcmode="lin" valueType="num">
                                      <p:cBhvr>
                                        <p:cTn id="71" dur="700" fill="hold"/>
                                        <p:tgtEl>
                                          <p:spTgt spid="18"/>
                                        </p:tgtEl>
                                        <p:attrNameLst>
                                          <p:attrName>ppt_y</p:attrName>
                                        </p:attrNameLst>
                                      </p:cBhvr>
                                      <p:tavLst>
                                        <p:tav tm="0">
                                          <p:val>
                                            <p:strVal val="#ppt_y+.06"/>
                                          </p:val>
                                        </p:tav>
                                        <p:tav tm="100000">
                                          <p:val>
                                            <p:strVal val="#ppt_y"/>
                                          </p:val>
                                        </p:tav>
                                      </p:tavLst>
                                    </p:anim>
                                  </p:childTnLst>
                                </p:cTn>
                              </p:par>
                              <p:par>
                                <p:cTn id="72" presetID="42" presetClass="entr" presetSubtype="0" fill="hold" grpId="0" nodeType="withEffect">
                                  <p:stCondLst>
                                    <p:cond delay="132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700"/>
                                        <p:tgtEl>
                                          <p:spTgt spid="19"/>
                                        </p:tgtEl>
                                      </p:cBhvr>
                                    </p:animEffect>
                                    <p:anim calcmode="lin" valueType="num">
                                      <p:cBhvr>
                                        <p:cTn id="75" dur="700" fill="hold"/>
                                        <p:tgtEl>
                                          <p:spTgt spid="19"/>
                                        </p:tgtEl>
                                        <p:attrNameLst>
                                          <p:attrName>ppt_x</p:attrName>
                                        </p:attrNameLst>
                                      </p:cBhvr>
                                      <p:tavLst>
                                        <p:tav tm="0">
                                          <p:val>
                                            <p:strVal val="#ppt_x"/>
                                          </p:val>
                                        </p:tav>
                                        <p:tav tm="100000">
                                          <p:val>
                                            <p:strVal val="#ppt_x"/>
                                          </p:val>
                                        </p:tav>
                                      </p:tavLst>
                                    </p:anim>
                                    <p:anim calcmode="lin" valueType="num">
                                      <p:cBhvr>
                                        <p:cTn id="76" dur="700" fill="hold"/>
                                        <p:tgtEl>
                                          <p:spTgt spid="19"/>
                                        </p:tgtEl>
                                        <p:attrNameLst>
                                          <p:attrName>ppt_y</p:attrName>
                                        </p:attrNameLst>
                                      </p:cBhvr>
                                      <p:tavLst>
                                        <p:tav tm="0">
                                          <p:val>
                                            <p:strVal val="#ppt_y+.06"/>
                                          </p:val>
                                        </p:tav>
                                        <p:tav tm="100000">
                                          <p:val>
                                            <p:strVal val="#ppt_y"/>
                                          </p:val>
                                        </p:tav>
                                      </p:tavLst>
                                    </p:anim>
                                  </p:childTnLst>
                                </p:cTn>
                              </p:par>
                              <p:par>
                                <p:cTn id="77" presetID="42" presetClass="entr" presetSubtype="0" fill="hold" grpId="0" nodeType="withEffect">
                                  <p:stCondLst>
                                    <p:cond delay="1320"/>
                                  </p:stCondLst>
                                  <p:childTnLst>
                                    <p:set>
                                      <p:cBhvr>
                                        <p:cTn id="78" dur="1" fill="hold">
                                          <p:stCondLst>
                                            <p:cond delay="0"/>
                                          </p:stCondLst>
                                        </p:cTn>
                                        <p:tgtEl>
                                          <p:spTgt spid="20"/>
                                        </p:tgtEl>
                                        <p:attrNameLst>
                                          <p:attrName>style.visibility</p:attrName>
                                        </p:attrNameLst>
                                      </p:cBhvr>
                                      <p:to>
                                        <p:strVal val="visible"/>
                                      </p:to>
                                    </p:set>
                                    <p:animEffect transition="in" filter="fade">
                                      <p:cBhvr>
                                        <p:cTn id="79" dur="700"/>
                                        <p:tgtEl>
                                          <p:spTgt spid="20"/>
                                        </p:tgtEl>
                                      </p:cBhvr>
                                    </p:animEffect>
                                    <p:anim calcmode="lin" valueType="num">
                                      <p:cBhvr>
                                        <p:cTn id="80" dur="700" fill="hold"/>
                                        <p:tgtEl>
                                          <p:spTgt spid="20"/>
                                        </p:tgtEl>
                                        <p:attrNameLst>
                                          <p:attrName>ppt_x</p:attrName>
                                        </p:attrNameLst>
                                      </p:cBhvr>
                                      <p:tavLst>
                                        <p:tav tm="0">
                                          <p:val>
                                            <p:strVal val="#ppt_x"/>
                                          </p:val>
                                        </p:tav>
                                        <p:tav tm="100000">
                                          <p:val>
                                            <p:strVal val="#ppt_x"/>
                                          </p:val>
                                        </p:tav>
                                      </p:tavLst>
                                    </p:anim>
                                    <p:anim calcmode="lin" valueType="num">
                                      <p:cBhvr>
                                        <p:cTn id="81" dur="700" fill="hold"/>
                                        <p:tgtEl>
                                          <p:spTgt spid="20"/>
                                        </p:tgtEl>
                                        <p:attrNameLst>
                                          <p:attrName>ppt_y</p:attrName>
                                        </p:attrNameLst>
                                      </p:cBhvr>
                                      <p:tavLst>
                                        <p:tav tm="0">
                                          <p:val>
                                            <p:strVal val="#ppt_y+.06"/>
                                          </p:val>
                                        </p:tav>
                                        <p:tav tm="100000">
                                          <p:val>
                                            <p:strVal val="#ppt_y"/>
                                          </p:val>
                                        </p:tav>
                                      </p:tavLst>
                                    </p:anim>
                                  </p:childTnLst>
                                </p:cTn>
                              </p:par>
                              <p:par>
                                <p:cTn id="82" presetID="10" presetClass="entr" presetSubtype="0" fill="hold" grpId="0" nodeType="withEffect">
                                  <p:stCondLst>
                                    <p:cond delay="1540"/>
                                  </p:stCondLst>
                                  <p:childTnLst>
                                    <p:set>
                                      <p:cBhvr>
                                        <p:cTn id="83" dur="1" fill="hold">
                                          <p:stCondLst>
                                            <p:cond delay="0"/>
                                          </p:stCondLst>
                                        </p:cTn>
                                        <p:tgtEl>
                                          <p:spTgt spid="21"/>
                                        </p:tgtEl>
                                        <p:attrNameLst>
                                          <p:attrName>style.visibility</p:attrName>
                                        </p:attrNameLst>
                                      </p:cBhvr>
                                      <p:to>
                                        <p:strVal val="visible"/>
                                      </p:to>
                                    </p:set>
                                    <p:animEffect transition="in" filter="fade">
                                      <p:cBhvr>
                                        <p:cTn id="84" dur="600"/>
                                        <p:tgtEl>
                                          <p:spTgt spid="21"/>
                                        </p:tgtEl>
                                      </p:cBhvr>
                                    </p:animEffect>
                                  </p:childTnLst>
                                </p:cTn>
                              </p:par>
                              <p:par>
                                <p:cTn id="85" presetID="22" presetClass="entr" presetSubtype="8" fill="hold" grpId="0" nodeType="withEffect">
                                  <p:stCondLst>
                                    <p:cond delay="1540"/>
                                  </p:stCondLst>
                                  <p:childTnLst>
                                    <p:set>
                                      <p:cBhvr>
                                        <p:cTn id="86" dur="1" fill="hold">
                                          <p:stCondLst>
                                            <p:cond delay="0"/>
                                          </p:stCondLst>
                                        </p:cTn>
                                        <p:tgtEl>
                                          <p:spTgt spid="22"/>
                                        </p:tgtEl>
                                        <p:attrNameLst>
                                          <p:attrName>style.visibility</p:attrName>
                                        </p:attrNameLst>
                                      </p:cBhvr>
                                      <p:to>
                                        <p:strVal val="visible"/>
                                      </p:to>
                                    </p:set>
                                    <p:animEffect transition="in" filter="wipe(right)">
                                      <p:cBhvr>
                                        <p:cTn id="87" dur="700"/>
                                        <p:tgtEl>
                                          <p:spTgt spid="22"/>
                                        </p:tgtEl>
                                      </p:cBhvr>
                                    </p:animEffect>
                                  </p:childTnLst>
                                </p:cTn>
                              </p:par>
                              <p:par>
                                <p:cTn id="88" presetID="22" presetClass="entr" presetSubtype="8" fill="hold" grpId="0" nodeType="withEffect">
                                  <p:stCondLst>
                                    <p:cond delay="1540"/>
                                  </p:stCondLst>
                                  <p:childTnLst>
                                    <p:set>
                                      <p:cBhvr>
                                        <p:cTn id="89" dur="1" fill="hold">
                                          <p:stCondLst>
                                            <p:cond delay="0"/>
                                          </p:stCondLst>
                                        </p:cTn>
                                        <p:tgtEl>
                                          <p:spTgt spid="23"/>
                                        </p:tgtEl>
                                        <p:attrNameLst>
                                          <p:attrName>style.visibility</p:attrName>
                                        </p:attrNameLst>
                                      </p:cBhvr>
                                      <p:to>
                                        <p:strVal val="visible"/>
                                      </p:to>
                                    </p:set>
                                    <p:animEffect transition="in" filter="wipe(right)">
                                      <p:cBhvr>
                                        <p:cTn id="90" dur="7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8" grpId="0" animBg="1"/>
      <p:bldP spid="10" grpId="0" animBg="1"/>
      <p:bldP spid="11" grpId="0" animBg="1"/>
      <p:bldP spid="12" grpId="0" animBg="1"/>
      <p:bldP spid="14" grpId="0" animBg="1"/>
      <p:bldP spid="16" grpId="0" animBg="1"/>
      <p:bldP spid="17" grpId="0" animBg="1"/>
      <p:bldP spid="18" grpId="0" animBg="1"/>
      <p:bldP spid="20" grpId="0" animBg="1"/>
      <p:bldP spid="22" grpId="0" animBg="1"/>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1695B9"/>
                </a:solidFill>
                <a:latin typeface="Calibri" pitchFamily="34" charset="0"/>
                <a:ea typeface="Calibri" pitchFamily="34" charset="-122"/>
                <a:cs typeface="Calibri" pitchFamily="34" charset="-120"/>
              </a:rPr>
              <a:t>PERSONAL GROWTH</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My Erasmus Experience</a:t>
            </a:r>
            <a:endParaRPr lang="en-US" sz="3600" dirty="0"/>
          </a:p>
        </p:txBody>
      </p:sp>
      <p:sp>
        <p:nvSpPr>
          <p:cNvPr id="4" name="A01_zoom"/>
          <p:cNvSpPr/>
          <p:nvPr/>
        </p:nvSpPr>
        <p:spPr>
          <a:xfrm>
            <a:off x="548640" y="1783080"/>
            <a:ext cx="5410048" cy="1920240"/>
          </a:xfrm>
          <a:prstGeom prst="roundRect">
            <a:avLst>
              <a:gd name="adj" fmla="val 571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5" name="A01_zoom" descr="Cultural adaptation">    </p:cNvPr>
          <p:cNvPicPr>
            <a:picLocks noChangeAspect="1"/>
          </p:cNvPicPr>
          <p:nvPr/>
        </p:nvPicPr>
        <p:blipFill>
          <a:blip r:embed="rId1"/>
          <a:stretch>
            <a:fillRect/>
          </a:stretch>
        </p:blipFill>
        <p:spPr>
          <a:xfrm>
            <a:off x="914400" y="2286000"/>
            <a:ext cx="914400" cy="914400"/>
          </a:xfrm>
          <a:prstGeom prst="rect">
            <a:avLst/>
          </a:prstGeom>
        </p:spPr>
      </p:pic>
      <p:sp>
        <p:nvSpPr>
          <p:cNvPr id="6" name="A01_zoom"/>
          <p:cNvSpPr txBox="1"/>
          <p:nvPr/>
        </p:nvSpPr>
        <p:spPr>
          <a:xfrm>
            <a:off x="2148840" y="2148840"/>
            <a:ext cx="3489808" cy="45720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Cultural adaptation</a:t>
            </a:r>
            <a:endParaRPr lang="en-US" sz="2100" dirty="0"/>
          </a:p>
        </p:txBody>
      </p:sp>
      <p:sp>
        <p:nvSpPr>
          <p:cNvPr id="7" name="A01_zoom"/>
          <p:cNvSpPr txBox="1"/>
          <p:nvPr/>
        </p:nvSpPr>
        <p:spPr>
          <a:xfrm>
            <a:off x="2148840" y="2651760"/>
            <a:ext cx="3489808" cy="777240"/>
          </a:xfrm>
          <a:prstGeom prst="rect">
            <a:avLst/>
          </a:prstGeom>
          <a:noFill/>
          <a:ln/>
        </p:spPr>
        <p:txBody>
          <a:bodyPr wrap="square" lIns="0" tIns="0" rIns="0" bIns="0" rtlCol="0" anchor="t"/>
          <a:lstStyle/>
          <a:p>
            <a:pPr indent="0" marL="0">
              <a:buNone/>
            </a:pPr>
            <a:r>
              <a:rPr lang="en-US" sz="1500" dirty="0">
                <a:solidFill>
                  <a:srgbClr val="5A6682"/>
                </a:solidFill>
                <a:latin typeface="Calibri" pitchFamily="34" charset="0"/>
                <a:ea typeface="Calibri" pitchFamily="34" charset="-122"/>
                <a:cs typeface="Calibri" pitchFamily="34" charset="-120"/>
              </a:rPr>
              <a:t>Adjusting to French work habits, language and everyday life.</a:t>
            </a:r>
            <a:endParaRPr lang="en-US" sz="1500" dirty="0"/>
          </a:p>
        </p:txBody>
      </p:sp>
      <p:sp>
        <p:nvSpPr>
          <p:cNvPr id="8" name="A02_zoom"/>
          <p:cNvSpPr/>
          <p:nvPr/>
        </p:nvSpPr>
        <p:spPr>
          <a:xfrm>
            <a:off x="6233008" y="1783080"/>
            <a:ext cx="5410048" cy="1920240"/>
          </a:xfrm>
          <a:prstGeom prst="roundRect">
            <a:avLst>
              <a:gd name="adj" fmla="val 571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9" name="A02_zoom" descr="International experience">    </p:cNvPr>
          <p:cNvPicPr>
            <a:picLocks noChangeAspect="1"/>
          </p:cNvPicPr>
          <p:nvPr/>
        </p:nvPicPr>
        <p:blipFill>
          <a:blip r:embed="rId2"/>
          <a:stretch>
            <a:fillRect/>
          </a:stretch>
        </p:blipFill>
        <p:spPr>
          <a:xfrm>
            <a:off x="6598768" y="2286000"/>
            <a:ext cx="914400" cy="914400"/>
          </a:xfrm>
          <a:prstGeom prst="rect">
            <a:avLst/>
          </a:prstGeom>
        </p:spPr>
      </p:pic>
      <p:sp>
        <p:nvSpPr>
          <p:cNvPr id="10" name="A02_zoom"/>
          <p:cNvSpPr txBox="1"/>
          <p:nvPr/>
        </p:nvSpPr>
        <p:spPr>
          <a:xfrm>
            <a:off x="7833208" y="2148840"/>
            <a:ext cx="3489808" cy="45720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International experience</a:t>
            </a:r>
            <a:endParaRPr lang="en-US" sz="2100" dirty="0"/>
          </a:p>
        </p:txBody>
      </p:sp>
      <p:sp>
        <p:nvSpPr>
          <p:cNvPr id="11" name="A02_zoom"/>
          <p:cNvSpPr txBox="1"/>
          <p:nvPr/>
        </p:nvSpPr>
        <p:spPr>
          <a:xfrm>
            <a:off x="7833208" y="2651760"/>
            <a:ext cx="3489808" cy="777240"/>
          </a:xfrm>
          <a:prstGeom prst="rect">
            <a:avLst/>
          </a:prstGeom>
          <a:noFill/>
          <a:ln/>
        </p:spPr>
        <p:txBody>
          <a:bodyPr wrap="square" lIns="0" tIns="0" rIns="0" bIns="0" rtlCol="0" anchor="t"/>
          <a:lstStyle/>
          <a:p>
            <a:pPr indent="0" marL="0">
              <a:buNone/>
            </a:pPr>
            <a:r>
              <a:rPr lang="en-US" sz="1500" dirty="0">
                <a:solidFill>
                  <a:srgbClr val="5A6682"/>
                </a:solidFill>
                <a:latin typeface="Calibri" pitchFamily="34" charset="0"/>
                <a:ea typeface="Calibri" pitchFamily="34" charset="-122"/>
                <a:cs typeface="Calibri" pitchFamily="34" charset="-120"/>
              </a:rPr>
              <a:t>Collaborating with colleagues from different backgrounds and cultures.</a:t>
            </a:r>
            <a:endParaRPr lang="en-US" sz="1500" dirty="0"/>
          </a:p>
        </p:txBody>
      </p:sp>
      <p:sp>
        <p:nvSpPr>
          <p:cNvPr id="12" name="A03_zoom"/>
          <p:cNvSpPr/>
          <p:nvPr/>
        </p:nvSpPr>
        <p:spPr>
          <a:xfrm>
            <a:off x="548640" y="3977640"/>
            <a:ext cx="5410048" cy="1920240"/>
          </a:xfrm>
          <a:prstGeom prst="roundRect">
            <a:avLst>
              <a:gd name="adj" fmla="val 571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3" name="A03_zoom" descr="Independence">    </p:cNvPr>
          <p:cNvPicPr>
            <a:picLocks noChangeAspect="1"/>
          </p:cNvPicPr>
          <p:nvPr/>
        </p:nvPicPr>
        <p:blipFill>
          <a:blip r:embed="rId3"/>
          <a:stretch>
            <a:fillRect/>
          </a:stretch>
        </p:blipFill>
        <p:spPr>
          <a:xfrm>
            <a:off x="914400" y="4480560"/>
            <a:ext cx="914400" cy="914400"/>
          </a:xfrm>
          <a:prstGeom prst="rect">
            <a:avLst/>
          </a:prstGeom>
        </p:spPr>
      </p:pic>
      <p:sp>
        <p:nvSpPr>
          <p:cNvPr id="14" name="A03_zoom"/>
          <p:cNvSpPr txBox="1"/>
          <p:nvPr/>
        </p:nvSpPr>
        <p:spPr>
          <a:xfrm>
            <a:off x="2148840" y="4343400"/>
            <a:ext cx="3489808" cy="45720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Independence</a:t>
            </a:r>
            <a:endParaRPr lang="en-US" sz="2100" dirty="0"/>
          </a:p>
        </p:txBody>
      </p:sp>
      <p:sp>
        <p:nvSpPr>
          <p:cNvPr id="15" name="A03_zoom"/>
          <p:cNvSpPr txBox="1"/>
          <p:nvPr/>
        </p:nvSpPr>
        <p:spPr>
          <a:xfrm>
            <a:off x="2148840" y="4846320"/>
            <a:ext cx="3489808" cy="777240"/>
          </a:xfrm>
          <a:prstGeom prst="rect">
            <a:avLst/>
          </a:prstGeom>
          <a:noFill/>
          <a:ln/>
        </p:spPr>
        <p:txBody>
          <a:bodyPr wrap="square" lIns="0" tIns="0" rIns="0" bIns="0" rtlCol="0" anchor="t"/>
          <a:lstStyle/>
          <a:p>
            <a:pPr indent="0" marL="0">
              <a:buNone/>
            </a:pPr>
            <a:r>
              <a:rPr lang="en-US" sz="1500" dirty="0">
                <a:solidFill>
                  <a:srgbClr val="5A6682"/>
                </a:solidFill>
                <a:latin typeface="Calibri" pitchFamily="34" charset="0"/>
                <a:ea typeface="Calibri" pitchFamily="34" charset="-122"/>
                <a:cs typeface="Calibri" pitchFamily="34" charset="-120"/>
              </a:rPr>
              <a:t>Managing daily life abroad on my own built confidence and responsibility.</a:t>
            </a:r>
            <a:endParaRPr lang="en-US" sz="1500" dirty="0"/>
          </a:p>
        </p:txBody>
      </p:sp>
      <p:sp>
        <p:nvSpPr>
          <p:cNvPr id="16" name="A04_zoom"/>
          <p:cNvSpPr/>
          <p:nvPr/>
        </p:nvSpPr>
        <p:spPr>
          <a:xfrm>
            <a:off x="6233008" y="3977640"/>
            <a:ext cx="5410048" cy="1920240"/>
          </a:xfrm>
          <a:prstGeom prst="roundRect">
            <a:avLst>
              <a:gd name="adj" fmla="val 5714"/>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7" name="A04_zoom" descr="Future benefits">    </p:cNvPr>
          <p:cNvPicPr>
            <a:picLocks noChangeAspect="1"/>
          </p:cNvPicPr>
          <p:nvPr/>
        </p:nvPicPr>
        <p:blipFill>
          <a:blip r:embed="rId4"/>
          <a:stretch>
            <a:fillRect/>
          </a:stretch>
        </p:blipFill>
        <p:spPr>
          <a:xfrm>
            <a:off x="6598768" y="4480560"/>
            <a:ext cx="914400" cy="914400"/>
          </a:xfrm>
          <a:prstGeom prst="rect">
            <a:avLst/>
          </a:prstGeom>
        </p:spPr>
      </p:pic>
      <p:sp>
        <p:nvSpPr>
          <p:cNvPr id="18" name="A04_zoom"/>
          <p:cNvSpPr txBox="1"/>
          <p:nvPr/>
        </p:nvSpPr>
        <p:spPr>
          <a:xfrm>
            <a:off x="7833208" y="4343400"/>
            <a:ext cx="3489808" cy="457200"/>
          </a:xfrm>
          <a:prstGeom prst="rect">
            <a:avLst/>
          </a:prstGeom>
          <a:noFill/>
          <a:ln/>
        </p:spPr>
        <p:txBody>
          <a:bodyPr wrap="square" lIns="0" tIns="0" rIns="0" bIns="0" rtlCol="0" anchor="ctr"/>
          <a:lstStyle/>
          <a:p>
            <a:pPr indent="0" marL="0">
              <a:buNone/>
            </a:pPr>
            <a:r>
              <a:rPr lang="en-US" sz="2100" b="1" dirty="0">
                <a:solidFill>
                  <a:srgbClr val="15203F"/>
                </a:solidFill>
                <a:latin typeface="Calibri" pitchFamily="34" charset="0"/>
                <a:ea typeface="Calibri" pitchFamily="34" charset="-122"/>
                <a:cs typeface="Calibri" pitchFamily="34" charset="-120"/>
              </a:rPr>
              <a:t>Future benefits</a:t>
            </a:r>
            <a:endParaRPr lang="en-US" sz="2100" dirty="0"/>
          </a:p>
        </p:txBody>
      </p:sp>
      <p:sp>
        <p:nvSpPr>
          <p:cNvPr id="19" name="A04_zoom"/>
          <p:cNvSpPr txBox="1"/>
          <p:nvPr/>
        </p:nvSpPr>
        <p:spPr>
          <a:xfrm>
            <a:off x="7833208" y="4846320"/>
            <a:ext cx="3489808" cy="777240"/>
          </a:xfrm>
          <a:prstGeom prst="rect">
            <a:avLst/>
          </a:prstGeom>
          <a:noFill/>
          <a:ln/>
        </p:spPr>
        <p:txBody>
          <a:bodyPr wrap="square" lIns="0" tIns="0" rIns="0" bIns="0" rtlCol="0" anchor="t"/>
          <a:lstStyle/>
          <a:p>
            <a:pPr indent="0" marL="0">
              <a:buNone/>
            </a:pPr>
            <a:r>
              <a:rPr lang="en-US" sz="1500" dirty="0">
                <a:solidFill>
                  <a:srgbClr val="5A6682"/>
                </a:solidFill>
                <a:latin typeface="Calibri" pitchFamily="34" charset="0"/>
                <a:ea typeface="Calibri" pitchFamily="34" charset="-122"/>
                <a:cs typeface="Calibri" pitchFamily="34" charset="-120"/>
              </a:rPr>
              <a:t>A stronger CV and real readiness for a European career.</a:t>
            </a:r>
            <a:endParaRPr lang="en-US" sz="1500" dirty="0"/>
          </a:p>
        </p:txBody>
      </p:sp>
      <p:pic>
        <p:nvPicPr>
          <p:cNvPr id="20" name="Image 4" descr="KVK logo">    </p:cNvPr>
          <p:cNvPicPr>
            <a:picLocks noChangeAspect="1"/>
          </p:cNvPicPr>
          <p:nvPr/>
        </p:nvPicPr>
        <p:blipFill>
          <a:blip r:embed="rId5"/>
          <a:stretch>
            <a:fillRect/>
          </a:stretch>
        </p:blipFill>
        <p:spPr>
          <a:xfrm>
            <a:off x="548640" y="6382512"/>
            <a:ext cx="621792" cy="256032"/>
          </a:xfrm>
          <a:prstGeom prst="rect">
            <a:avLst/>
          </a:prstGeom>
        </p:spPr>
      </p:pic>
      <p:sp>
        <p:nvSpPr>
          <p:cNvPr id="21" name="Text 14"/>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2" name="Text 15"/>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10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53" presetClass="entr" presetSubtype="16"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 calcmode="lin" valueType="num">
                                      <p:cBhvr>
                                        <p:cTn id="15" dur="500" fill="hold"/>
                                        <p:tgtEl>
                                          <p:spTgt spid="4"/>
                                        </p:tgtEl>
                                        <p:attrNameLst>
                                          <p:attrName>ppt_w</p:attrName>
                                        </p:attrNameLst>
                                      </p:cBhvr>
                                      <p:tavLst>
                                        <p:tav tm="0">
                                          <p:val>
                                            <p:fltVal val="0"/>
                                          </p:val>
                                        </p:tav>
                                        <p:tav tm="100000">
                                          <p:val>
                                            <p:strVal val="#ppt_w"/>
                                          </p:val>
                                        </p:tav>
                                      </p:tavLst>
                                    </p:anim>
                                    <p:anim calcmode="lin" valueType="num">
                                      <p:cBhvr>
                                        <p:cTn id="16" dur="500" fill="hold"/>
                                        <p:tgtEl>
                                          <p:spTgt spid="4"/>
                                        </p:tgtEl>
                                        <p:attrNameLst>
                                          <p:attrName>ppt_h</p:attrName>
                                        </p:attrNameLst>
                                      </p:cBhvr>
                                      <p:tavLst>
                                        <p:tav tm="0">
                                          <p:val>
                                            <p:fltVal val="0"/>
                                          </p:val>
                                        </p:tav>
                                        <p:tav tm="100000">
                                          <p:val>
                                            <p:strVal val="#ppt_h"/>
                                          </p:val>
                                        </p:tav>
                                      </p:tavLst>
                                    </p:anim>
                                    <p:animEffect transition="in" filter="fade">
                                      <p:cBhvr>
                                        <p:cTn id="17" dur="500"/>
                                        <p:tgtEl>
                                          <p:spTgt spid="4"/>
                                        </p:tgtEl>
                                      </p:cBhvr>
                                    </p:animEffect>
                                  </p:childTnLst>
                                </p:cTn>
                              </p:par>
                              <p:par>
                                <p:cTn id="18" presetID="53" presetClass="entr" presetSubtype="16" fill="hold" grpId="0" nodeType="withEffect">
                                  <p:stCondLst>
                                    <p:cond delay="220"/>
                                  </p:stCondLst>
                                  <p:childTnLst>
                                    <p:set>
                                      <p:cBhvr>
                                        <p:cTn id="19" dur="1" fill="hold">
                                          <p:stCondLst>
                                            <p:cond delay="0"/>
                                          </p:stCondLst>
                                        </p:cTn>
                                        <p:tgtEl>
                                          <p:spTgt spid="5"/>
                                        </p:tgtEl>
                                        <p:attrNameLst>
                                          <p:attrName>style.visibility</p:attrName>
                                        </p:attrNameLst>
                                      </p:cBhvr>
                                      <p:to>
                                        <p:strVal val="visible"/>
                                      </p:to>
                                    </p:set>
                                    <p:anim calcmode="lin" valueType="num">
                                      <p:cBhvr>
                                        <p:cTn id="20" dur="500" fill="hold"/>
                                        <p:tgtEl>
                                          <p:spTgt spid="5"/>
                                        </p:tgtEl>
                                        <p:attrNameLst>
                                          <p:attrName>ppt_w</p:attrName>
                                        </p:attrNameLst>
                                      </p:cBhvr>
                                      <p:tavLst>
                                        <p:tav tm="0">
                                          <p:val>
                                            <p:fltVal val="0"/>
                                          </p:val>
                                        </p:tav>
                                        <p:tav tm="100000">
                                          <p:val>
                                            <p:strVal val="#ppt_w"/>
                                          </p:val>
                                        </p:tav>
                                      </p:tavLst>
                                    </p:anim>
                                    <p:anim calcmode="lin" valueType="num">
                                      <p:cBhvr>
                                        <p:cTn id="21" dur="500" fill="hold"/>
                                        <p:tgtEl>
                                          <p:spTgt spid="5"/>
                                        </p:tgtEl>
                                        <p:attrNameLst>
                                          <p:attrName>ppt_h</p:attrName>
                                        </p:attrNameLst>
                                      </p:cBhvr>
                                      <p:tavLst>
                                        <p:tav tm="0">
                                          <p:val>
                                            <p:fltVal val="0"/>
                                          </p:val>
                                        </p:tav>
                                        <p:tav tm="100000">
                                          <p:val>
                                            <p:strVal val="#ppt_h"/>
                                          </p:val>
                                        </p:tav>
                                      </p:tavLst>
                                    </p:anim>
                                    <p:animEffect transition="in" filter="fade">
                                      <p:cBhvr>
                                        <p:cTn id="22" dur="500"/>
                                        <p:tgtEl>
                                          <p:spTgt spid="5"/>
                                        </p:tgtEl>
                                      </p:cBhvr>
                                    </p:animEffect>
                                  </p:childTnLst>
                                </p:cTn>
                              </p:par>
                              <p:par>
                                <p:cTn id="23" presetID="53" presetClass="entr" presetSubtype="16" fill="hold" grpId="0" nodeType="withEffect">
                                  <p:stCondLst>
                                    <p:cond delay="220"/>
                                  </p:stCondLst>
                                  <p:childTnLst>
                                    <p:set>
                                      <p:cBhvr>
                                        <p:cTn id="24" dur="1" fill="hold">
                                          <p:stCondLst>
                                            <p:cond delay="0"/>
                                          </p:stCondLst>
                                        </p:cTn>
                                        <p:tgtEl>
                                          <p:spTgt spid="6"/>
                                        </p:tgtEl>
                                        <p:attrNameLst>
                                          <p:attrName>style.visibility</p:attrName>
                                        </p:attrNameLst>
                                      </p:cBhvr>
                                      <p:to>
                                        <p:strVal val="visible"/>
                                      </p:to>
                                    </p:set>
                                    <p:anim calcmode="lin" valueType="num">
                                      <p:cBhvr>
                                        <p:cTn id="25" dur="500" fill="hold"/>
                                        <p:tgtEl>
                                          <p:spTgt spid="6"/>
                                        </p:tgtEl>
                                        <p:attrNameLst>
                                          <p:attrName>ppt_w</p:attrName>
                                        </p:attrNameLst>
                                      </p:cBhvr>
                                      <p:tavLst>
                                        <p:tav tm="0">
                                          <p:val>
                                            <p:fltVal val="0"/>
                                          </p:val>
                                        </p:tav>
                                        <p:tav tm="100000">
                                          <p:val>
                                            <p:strVal val="#ppt_w"/>
                                          </p:val>
                                        </p:tav>
                                      </p:tavLst>
                                    </p:anim>
                                    <p:anim calcmode="lin" valueType="num">
                                      <p:cBhvr>
                                        <p:cTn id="26" dur="500" fill="hold"/>
                                        <p:tgtEl>
                                          <p:spTgt spid="6"/>
                                        </p:tgtEl>
                                        <p:attrNameLst>
                                          <p:attrName>ppt_h</p:attrName>
                                        </p:attrNameLst>
                                      </p:cBhvr>
                                      <p:tavLst>
                                        <p:tav tm="0">
                                          <p:val>
                                            <p:fltVal val="0"/>
                                          </p:val>
                                        </p:tav>
                                        <p:tav tm="100000">
                                          <p:val>
                                            <p:strVal val="#ppt_h"/>
                                          </p:val>
                                        </p:tav>
                                      </p:tavLst>
                                    </p:anim>
                                    <p:animEffect transition="in" filter="fade">
                                      <p:cBhvr>
                                        <p:cTn id="27" dur="500"/>
                                        <p:tgtEl>
                                          <p:spTgt spid="6"/>
                                        </p:tgtEl>
                                      </p:cBhvr>
                                    </p:animEffect>
                                  </p:childTnLst>
                                </p:cTn>
                              </p:par>
                              <p:par>
                                <p:cTn id="28" presetID="53" presetClass="entr" presetSubtype="16" fill="hold" grpId="0" nodeType="withEffect">
                                  <p:stCondLst>
                                    <p:cond delay="22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Effect transition="in" filter="fade">
                                      <p:cBhvr>
                                        <p:cTn id="32" dur="500"/>
                                        <p:tgtEl>
                                          <p:spTgt spid="7"/>
                                        </p:tgtEl>
                                      </p:cBhvr>
                                    </p:animEffect>
                                  </p:childTnLst>
                                </p:cTn>
                              </p:par>
                              <p:par>
                                <p:cTn id="33" presetID="53" presetClass="entr" presetSubtype="16" fill="hold" grpId="0" nodeType="withEffect">
                                  <p:stCondLst>
                                    <p:cond delay="440"/>
                                  </p:stCondLst>
                                  <p:childTnLst>
                                    <p:set>
                                      <p:cBhvr>
                                        <p:cTn id="34" dur="1" fill="hold">
                                          <p:stCondLst>
                                            <p:cond delay="0"/>
                                          </p:stCondLst>
                                        </p:cTn>
                                        <p:tgtEl>
                                          <p:spTgt spid="8"/>
                                        </p:tgtEl>
                                        <p:attrNameLst>
                                          <p:attrName>style.visibility</p:attrName>
                                        </p:attrNameLst>
                                      </p:cBhvr>
                                      <p:to>
                                        <p:strVal val="visible"/>
                                      </p:to>
                                    </p:set>
                                    <p:anim calcmode="lin" valueType="num">
                                      <p:cBhvr>
                                        <p:cTn id="35" dur="500" fill="hold"/>
                                        <p:tgtEl>
                                          <p:spTgt spid="8"/>
                                        </p:tgtEl>
                                        <p:attrNameLst>
                                          <p:attrName>ppt_w</p:attrName>
                                        </p:attrNameLst>
                                      </p:cBhvr>
                                      <p:tavLst>
                                        <p:tav tm="0">
                                          <p:val>
                                            <p:fltVal val="0"/>
                                          </p:val>
                                        </p:tav>
                                        <p:tav tm="100000">
                                          <p:val>
                                            <p:strVal val="#ppt_w"/>
                                          </p:val>
                                        </p:tav>
                                      </p:tavLst>
                                    </p:anim>
                                    <p:anim calcmode="lin" valueType="num">
                                      <p:cBhvr>
                                        <p:cTn id="36" dur="500" fill="hold"/>
                                        <p:tgtEl>
                                          <p:spTgt spid="8"/>
                                        </p:tgtEl>
                                        <p:attrNameLst>
                                          <p:attrName>ppt_h</p:attrName>
                                        </p:attrNameLst>
                                      </p:cBhvr>
                                      <p:tavLst>
                                        <p:tav tm="0">
                                          <p:val>
                                            <p:fltVal val="0"/>
                                          </p:val>
                                        </p:tav>
                                        <p:tav tm="100000">
                                          <p:val>
                                            <p:strVal val="#ppt_h"/>
                                          </p:val>
                                        </p:tav>
                                      </p:tavLst>
                                    </p:anim>
                                    <p:animEffect transition="in" filter="fade">
                                      <p:cBhvr>
                                        <p:cTn id="37" dur="500"/>
                                        <p:tgtEl>
                                          <p:spTgt spid="8"/>
                                        </p:tgtEl>
                                      </p:cBhvr>
                                    </p:animEffect>
                                  </p:childTnLst>
                                </p:cTn>
                              </p:par>
                              <p:par>
                                <p:cTn id="38" presetID="53" presetClass="entr" presetSubtype="16" fill="hold" grpId="0" nodeType="withEffect">
                                  <p:stCondLst>
                                    <p:cond delay="44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animEffect transition="in" filter="fade">
                                      <p:cBhvr>
                                        <p:cTn id="42" dur="500"/>
                                        <p:tgtEl>
                                          <p:spTgt spid="9"/>
                                        </p:tgtEl>
                                      </p:cBhvr>
                                    </p:animEffect>
                                  </p:childTnLst>
                                </p:cTn>
                              </p:par>
                              <p:par>
                                <p:cTn id="43" presetID="53" presetClass="entr" presetSubtype="16" fill="hold" grpId="0" nodeType="withEffect">
                                  <p:stCondLst>
                                    <p:cond delay="440"/>
                                  </p:stCondLst>
                                  <p:childTnLst>
                                    <p:set>
                                      <p:cBhvr>
                                        <p:cTn id="44" dur="1" fill="hold">
                                          <p:stCondLst>
                                            <p:cond delay="0"/>
                                          </p:stCondLst>
                                        </p:cTn>
                                        <p:tgtEl>
                                          <p:spTgt spid="10"/>
                                        </p:tgtEl>
                                        <p:attrNameLst>
                                          <p:attrName>style.visibility</p:attrName>
                                        </p:attrNameLst>
                                      </p:cBhvr>
                                      <p:to>
                                        <p:strVal val="visible"/>
                                      </p:to>
                                    </p:set>
                                    <p:anim calcmode="lin" valueType="num">
                                      <p:cBhvr>
                                        <p:cTn id="45" dur="500" fill="hold"/>
                                        <p:tgtEl>
                                          <p:spTgt spid="10"/>
                                        </p:tgtEl>
                                        <p:attrNameLst>
                                          <p:attrName>ppt_w</p:attrName>
                                        </p:attrNameLst>
                                      </p:cBhvr>
                                      <p:tavLst>
                                        <p:tav tm="0">
                                          <p:val>
                                            <p:fltVal val="0"/>
                                          </p:val>
                                        </p:tav>
                                        <p:tav tm="100000">
                                          <p:val>
                                            <p:strVal val="#ppt_w"/>
                                          </p:val>
                                        </p:tav>
                                      </p:tavLst>
                                    </p:anim>
                                    <p:anim calcmode="lin" valueType="num">
                                      <p:cBhvr>
                                        <p:cTn id="46" dur="500" fill="hold"/>
                                        <p:tgtEl>
                                          <p:spTgt spid="10"/>
                                        </p:tgtEl>
                                        <p:attrNameLst>
                                          <p:attrName>ppt_h</p:attrName>
                                        </p:attrNameLst>
                                      </p:cBhvr>
                                      <p:tavLst>
                                        <p:tav tm="0">
                                          <p:val>
                                            <p:fltVal val="0"/>
                                          </p:val>
                                        </p:tav>
                                        <p:tav tm="100000">
                                          <p:val>
                                            <p:strVal val="#ppt_h"/>
                                          </p:val>
                                        </p:tav>
                                      </p:tavLst>
                                    </p:anim>
                                    <p:animEffect transition="in" filter="fade">
                                      <p:cBhvr>
                                        <p:cTn id="47" dur="500"/>
                                        <p:tgtEl>
                                          <p:spTgt spid="10"/>
                                        </p:tgtEl>
                                      </p:cBhvr>
                                    </p:animEffect>
                                  </p:childTnLst>
                                </p:cTn>
                              </p:par>
                              <p:par>
                                <p:cTn id="48" presetID="53" presetClass="entr" presetSubtype="16" fill="hold" grpId="0" nodeType="withEffect">
                                  <p:stCondLst>
                                    <p:cond delay="440"/>
                                  </p:stCondLst>
                                  <p:childTnLst>
                                    <p:set>
                                      <p:cBhvr>
                                        <p:cTn id="49" dur="1" fill="hold">
                                          <p:stCondLst>
                                            <p:cond delay="0"/>
                                          </p:stCondLst>
                                        </p:cTn>
                                        <p:tgtEl>
                                          <p:spTgt spid="11"/>
                                        </p:tgtEl>
                                        <p:attrNameLst>
                                          <p:attrName>style.visibility</p:attrName>
                                        </p:attrNameLst>
                                      </p:cBhvr>
                                      <p:to>
                                        <p:strVal val="visible"/>
                                      </p:to>
                                    </p:set>
                                    <p:anim calcmode="lin" valueType="num">
                                      <p:cBhvr>
                                        <p:cTn id="50" dur="500" fill="hold"/>
                                        <p:tgtEl>
                                          <p:spTgt spid="11"/>
                                        </p:tgtEl>
                                        <p:attrNameLst>
                                          <p:attrName>ppt_w</p:attrName>
                                        </p:attrNameLst>
                                      </p:cBhvr>
                                      <p:tavLst>
                                        <p:tav tm="0">
                                          <p:val>
                                            <p:fltVal val="0"/>
                                          </p:val>
                                        </p:tav>
                                        <p:tav tm="100000">
                                          <p:val>
                                            <p:strVal val="#ppt_w"/>
                                          </p:val>
                                        </p:tav>
                                      </p:tavLst>
                                    </p:anim>
                                    <p:anim calcmode="lin" valueType="num">
                                      <p:cBhvr>
                                        <p:cTn id="51" dur="500" fill="hold"/>
                                        <p:tgtEl>
                                          <p:spTgt spid="11"/>
                                        </p:tgtEl>
                                        <p:attrNameLst>
                                          <p:attrName>ppt_h</p:attrName>
                                        </p:attrNameLst>
                                      </p:cBhvr>
                                      <p:tavLst>
                                        <p:tav tm="0">
                                          <p:val>
                                            <p:fltVal val="0"/>
                                          </p:val>
                                        </p:tav>
                                        <p:tav tm="100000">
                                          <p:val>
                                            <p:strVal val="#ppt_h"/>
                                          </p:val>
                                        </p:tav>
                                      </p:tavLst>
                                    </p:anim>
                                    <p:animEffect transition="in" filter="fade">
                                      <p:cBhvr>
                                        <p:cTn id="52" dur="500"/>
                                        <p:tgtEl>
                                          <p:spTgt spid="11"/>
                                        </p:tgtEl>
                                      </p:cBhvr>
                                    </p:animEffect>
                                  </p:childTnLst>
                                </p:cTn>
                              </p:par>
                              <p:par>
                                <p:cTn id="53" presetID="53" presetClass="entr" presetSubtype="16" fill="hold" grpId="0" nodeType="withEffect">
                                  <p:stCondLst>
                                    <p:cond delay="660"/>
                                  </p:stCondLst>
                                  <p:childTnLst>
                                    <p:set>
                                      <p:cBhvr>
                                        <p:cTn id="54" dur="1" fill="hold">
                                          <p:stCondLst>
                                            <p:cond delay="0"/>
                                          </p:stCondLst>
                                        </p:cTn>
                                        <p:tgtEl>
                                          <p:spTgt spid="12"/>
                                        </p:tgtEl>
                                        <p:attrNameLst>
                                          <p:attrName>style.visibility</p:attrName>
                                        </p:attrNameLst>
                                      </p:cBhvr>
                                      <p:to>
                                        <p:strVal val="visible"/>
                                      </p:to>
                                    </p:set>
                                    <p:anim calcmode="lin" valueType="num">
                                      <p:cBhvr>
                                        <p:cTn id="55" dur="500" fill="hold"/>
                                        <p:tgtEl>
                                          <p:spTgt spid="12"/>
                                        </p:tgtEl>
                                        <p:attrNameLst>
                                          <p:attrName>ppt_w</p:attrName>
                                        </p:attrNameLst>
                                      </p:cBhvr>
                                      <p:tavLst>
                                        <p:tav tm="0">
                                          <p:val>
                                            <p:fltVal val="0"/>
                                          </p:val>
                                        </p:tav>
                                        <p:tav tm="100000">
                                          <p:val>
                                            <p:strVal val="#ppt_w"/>
                                          </p:val>
                                        </p:tav>
                                      </p:tavLst>
                                    </p:anim>
                                    <p:anim calcmode="lin" valueType="num">
                                      <p:cBhvr>
                                        <p:cTn id="56" dur="500" fill="hold"/>
                                        <p:tgtEl>
                                          <p:spTgt spid="12"/>
                                        </p:tgtEl>
                                        <p:attrNameLst>
                                          <p:attrName>ppt_h</p:attrName>
                                        </p:attrNameLst>
                                      </p:cBhvr>
                                      <p:tavLst>
                                        <p:tav tm="0">
                                          <p:val>
                                            <p:fltVal val="0"/>
                                          </p:val>
                                        </p:tav>
                                        <p:tav tm="100000">
                                          <p:val>
                                            <p:strVal val="#ppt_h"/>
                                          </p:val>
                                        </p:tav>
                                      </p:tavLst>
                                    </p:anim>
                                    <p:animEffect transition="in" filter="fade">
                                      <p:cBhvr>
                                        <p:cTn id="57" dur="500"/>
                                        <p:tgtEl>
                                          <p:spTgt spid="12"/>
                                        </p:tgtEl>
                                      </p:cBhvr>
                                    </p:animEffect>
                                  </p:childTnLst>
                                </p:cTn>
                              </p:par>
                              <p:par>
                                <p:cTn id="58" presetID="53" presetClass="entr" presetSubtype="16" fill="hold" grpId="0" nodeType="withEffect">
                                  <p:stCondLst>
                                    <p:cond delay="660"/>
                                  </p:stCondLst>
                                  <p:childTnLst>
                                    <p:set>
                                      <p:cBhvr>
                                        <p:cTn id="59" dur="1" fill="hold">
                                          <p:stCondLst>
                                            <p:cond delay="0"/>
                                          </p:stCondLst>
                                        </p:cTn>
                                        <p:tgtEl>
                                          <p:spTgt spid="13"/>
                                        </p:tgtEl>
                                        <p:attrNameLst>
                                          <p:attrName>style.visibility</p:attrName>
                                        </p:attrNameLst>
                                      </p:cBhvr>
                                      <p:to>
                                        <p:strVal val="visible"/>
                                      </p:to>
                                    </p:set>
                                    <p:anim calcmode="lin" valueType="num">
                                      <p:cBhvr>
                                        <p:cTn id="60" dur="500" fill="hold"/>
                                        <p:tgtEl>
                                          <p:spTgt spid="13"/>
                                        </p:tgtEl>
                                        <p:attrNameLst>
                                          <p:attrName>ppt_w</p:attrName>
                                        </p:attrNameLst>
                                      </p:cBhvr>
                                      <p:tavLst>
                                        <p:tav tm="0">
                                          <p:val>
                                            <p:fltVal val="0"/>
                                          </p:val>
                                        </p:tav>
                                        <p:tav tm="100000">
                                          <p:val>
                                            <p:strVal val="#ppt_w"/>
                                          </p:val>
                                        </p:tav>
                                      </p:tavLst>
                                    </p:anim>
                                    <p:anim calcmode="lin" valueType="num">
                                      <p:cBhvr>
                                        <p:cTn id="61" dur="500" fill="hold"/>
                                        <p:tgtEl>
                                          <p:spTgt spid="13"/>
                                        </p:tgtEl>
                                        <p:attrNameLst>
                                          <p:attrName>ppt_h</p:attrName>
                                        </p:attrNameLst>
                                      </p:cBhvr>
                                      <p:tavLst>
                                        <p:tav tm="0">
                                          <p:val>
                                            <p:fltVal val="0"/>
                                          </p:val>
                                        </p:tav>
                                        <p:tav tm="100000">
                                          <p:val>
                                            <p:strVal val="#ppt_h"/>
                                          </p:val>
                                        </p:tav>
                                      </p:tavLst>
                                    </p:anim>
                                    <p:animEffect transition="in" filter="fade">
                                      <p:cBhvr>
                                        <p:cTn id="62" dur="500"/>
                                        <p:tgtEl>
                                          <p:spTgt spid="13"/>
                                        </p:tgtEl>
                                      </p:cBhvr>
                                    </p:animEffect>
                                  </p:childTnLst>
                                </p:cTn>
                              </p:par>
                              <p:par>
                                <p:cTn id="63" presetID="53" presetClass="entr" presetSubtype="16" fill="hold" grpId="0" nodeType="withEffect">
                                  <p:stCondLst>
                                    <p:cond delay="660"/>
                                  </p:stCondLst>
                                  <p:childTnLst>
                                    <p:set>
                                      <p:cBhvr>
                                        <p:cTn id="64" dur="1" fill="hold">
                                          <p:stCondLst>
                                            <p:cond delay="0"/>
                                          </p:stCondLst>
                                        </p:cTn>
                                        <p:tgtEl>
                                          <p:spTgt spid="14"/>
                                        </p:tgtEl>
                                        <p:attrNameLst>
                                          <p:attrName>style.visibility</p:attrName>
                                        </p:attrNameLst>
                                      </p:cBhvr>
                                      <p:to>
                                        <p:strVal val="visible"/>
                                      </p:to>
                                    </p:set>
                                    <p:anim calcmode="lin" valueType="num">
                                      <p:cBhvr>
                                        <p:cTn id="65" dur="500" fill="hold"/>
                                        <p:tgtEl>
                                          <p:spTgt spid="14"/>
                                        </p:tgtEl>
                                        <p:attrNameLst>
                                          <p:attrName>ppt_w</p:attrName>
                                        </p:attrNameLst>
                                      </p:cBhvr>
                                      <p:tavLst>
                                        <p:tav tm="0">
                                          <p:val>
                                            <p:fltVal val="0"/>
                                          </p:val>
                                        </p:tav>
                                        <p:tav tm="100000">
                                          <p:val>
                                            <p:strVal val="#ppt_w"/>
                                          </p:val>
                                        </p:tav>
                                      </p:tavLst>
                                    </p:anim>
                                    <p:anim calcmode="lin" valueType="num">
                                      <p:cBhvr>
                                        <p:cTn id="66" dur="500" fill="hold"/>
                                        <p:tgtEl>
                                          <p:spTgt spid="14"/>
                                        </p:tgtEl>
                                        <p:attrNameLst>
                                          <p:attrName>ppt_h</p:attrName>
                                        </p:attrNameLst>
                                      </p:cBhvr>
                                      <p:tavLst>
                                        <p:tav tm="0">
                                          <p:val>
                                            <p:fltVal val="0"/>
                                          </p:val>
                                        </p:tav>
                                        <p:tav tm="100000">
                                          <p:val>
                                            <p:strVal val="#ppt_h"/>
                                          </p:val>
                                        </p:tav>
                                      </p:tavLst>
                                    </p:anim>
                                    <p:animEffect transition="in" filter="fade">
                                      <p:cBhvr>
                                        <p:cTn id="67" dur="500"/>
                                        <p:tgtEl>
                                          <p:spTgt spid="14"/>
                                        </p:tgtEl>
                                      </p:cBhvr>
                                    </p:animEffect>
                                  </p:childTnLst>
                                </p:cTn>
                              </p:par>
                              <p:par>
                                <p:cTn id="68" presetID="53" presetClass="entr" presetSubtype="16" fill="hold" grpId="0" nodeType="withEffect">
                                  <p:stCondLst>
                                    <p:cond delay="660"/>
                                  </p:stCondLst>
                                  <p:childTnLst>
                                    <p:set>
                                      <p:cBhvr>
                                        <p:cTn id="69" dur="1" fill="hold">
                                          <p:stCondLst>
                                            <p:cond delay="0"/>
                                          </p:stCondLst>
                                        </p:cTn>
                                        <p:tgtEl>
                                          <p:spTgt spid="15"/>
                                        </p:tgtEl>
                                        <p:attrNameLst>
                                          <p:attrName>style.visibility</p:attrName>
                                        </p:attrNameLst>
                                      </p:cBhvr>
                                      <p:to>
                                        <p:strVal val="visible"/>
                                      </p:to>
                                    </p:set>
                                    <p:anim calcmode="lin" valueType="num">
                                      <p:cBhvr>
                                        <p:cTn id="70" dur="500" fill="hold"/>
                                        <p:tgtEl>
                                          <p:spTgt spid="15"/>
                                        </p:tgtEl>
                                        <p:attrNameLst>
                                          <p:attrName>ppt_w</p:attrName>
                                        </p:attrNameLst>
                                      </p:cBhvr>
                                      <p:tavLst>
                                        <p:tav tm="0">
                                          <p:val>
                                            <p:fltVal val="0"/>
                                          </p:val>
                                        </p:tav>
                                        <p:tav tm="100000">
                                          <p:val>
                                            <p:strVal val="#ppt_w"/>
                                          </p:val>
                                        </p:tav>
                                      </p:tavLst>
                                    </p:anim>
                                    <p:anim calcmode="lin" valueType="num">
                                      <p:cBhvr>
                                        <p:cTn id="71" dur="500" fill="hold"/>
                                        <p:tgtEl>
                                          <p:spTgt spid="15"/>
                                        </p:tgtEl>
                                        <p:attrNameLst>
                                          <p:attrName>ppt_h</p:attrName>
                                        </p:attrNameLst>
                                      </p:cBhvr>
                                      <p:tavLst>
                                        <p:tav tm="0">
                                          <p:val>
                                            <p:fltVal val="0"/>
                                          </p:val>
                                        </p:tav>
                                        <p:tav tm="100000">
                                          <p:val>
                                            <p:strVal val="#ppt_h"/>
                                          </p:val>
                                        </p:tav>
                                      </p:tavLst>
                                    </p:anim>
                                    <p:animEffect transition="in" filter="fade">
                                      <p:cBhvr>
                                        <p:cTn id="72" dur="500"/>
                                        <p:tgtEl>
                                          <p:spTgt spid="15"/>
                                        </p:tgtEl>
                                      </p:cBhvr>
                                    </p:animEffect>
                                  </p:childTnLst>
                                </p:cTn>
                              </p:par>
                              <p:par>
                                <p:cTn id="73" presetID="53" presetClass="entr" presetSubtype="16" fill="hold" grpId="0" nodeType="withEffect">
                                  <p:stCondLst>
                                    <p:cond delay="880"/>
                                  </p:stCondLst>
                                  <p:childTnLst>
                                    <p:set>
                                      <p:cBhvr>
                                        <p:cTn id="74" dur="1" fill="hold">
                                          <p:stCondLst>
                                            <p:cond delay="0"/>
                                          </p:stCondLst>
                                        </p:cTn>
                                        <p:tgtEl>
                                          <p:spTgt spid="16"/>
                                        </p:tgtEl>
                                        <p:attrNameLst>
                                          <p:attrName>style.visibility</p:attrName>
                                        </p:attrNameLst>
                                      </p:cBhvr>
                                      <p:to>
                                        <p:strVal val="visible"/>
                                      </p:to>
                                    </p:set>
                                    <p:anim calcmode="lin" valueType="num">
                                      <p:cBhvr>
                                        <p:cTn id="75" dur="500" fill="hold"/>
                                        <p:tgtEl>
                                          <p:spTgt spid="16"/>
                                        </p:tgtEl>
                                        <p:attrNameLst>
                                          <p:attrName>ppt_w</p:attrName>
                                        </p:attrNameLst>
                                      </p:cBhvr>
                                      <p:tavLst>
                                        <p:tav tm="0">
                                          <p:val>
                                            <p:fltVal val="0"/>
                                          </p:val>
                                        </p:tav>
                                        <p:tav tm="100000">
                                          <p:val>
                                            <p:strVal val="#ppt_w"/>
                                          </p:val>
                                        </p:tav>
                                      </p:tavLst>
                                    </p:anim>
                                    <p:anim calcmode="lin" valueType="num">
                                      <p:cBhvr>
                                        <p:cTn id="76" dur="500" fill="hold"/>
                                        <p:tgtEl>
                                          <p:spTgt spid="16"/>
                                        </p:tgtEl>
                                        <p:attrNameLst>
                                          <p:attrName>ppt_h</p:attrName>
                                        </p:attrNameLst>
                                      </p:cBhvr>
                                      <p:tavLst>
                                        <p:tav tm="0">
                                          <p:val>
                                            <p:fltVal val="0"/>
                                          </p:val>
                                        </p:tav>
                                        <p:tav tm="100000">
                                          <p:val>
                                            <p:strVal val="#ppt_h"/>
                                          </p:val>
                                        </p:tav>
                                      </p:tavLst>
                                    </p:anim>
                                    <p:animEffect transition="in" filter="fade">
                                      <p:cBhvr>
                                        <p:cTn id="77" dur="500"/>
                                        <p:tgtEl>
                                          <p:spTgt spid="16"/>
                                        </p:tgtEl>
                                      </p:cBhvr>
                                    </p:animEffect>
                                  </p:childTnLst>
                                </p:cTn>
                              </p:par>
                              <p:par>
                                <p:cTn id="78" presetID="53" presetClass="entr" presetSubtype="16" fill="hold" grpId="0" nodeType="withEffect">
                                  <p:stCondLst>
                                    <p:cond delay="880"/>
                                  </p:stCondLst>
                                  <p:childTnLst>
                                    <p:set>
                                      <p:cBhvr>
                                        <p:cTn id="79" dur="1" fill="hold">
                                          <p:stCondLst>
                                            <p:cond delay="0"/>
                                          </p:stCondLst>
                                        </p:cTn>
                                        <p:tgtEl>
                                          <p:spTgt spid="17"/>
                                        </p:tgtEl>
                                        <p:attrNameLst>
                                          <p:attrName>style.visibility</p:attrName>
                                        </p:attrNameLst>
                                      </p:cBhvr>
                                      <p:to>
                                        <p:strVal val="visible"/>
                                      </p:to>
                                    </p:set>
                                    <p:anim calcmode="lin" valueType="num">
                                      <p:cBhvr>
                                        <p:cTn id="80" dur="500" fill="hold"/>
                                        <p:tgtEl>
                                          <p:spTgt spid="17"/>
                                        </p:tgtEl>
                                        <p:attrNameLst>
                                          <p:attrName>ppt_w</p:attrName>
                                        </p:attrNameLst>
                                      </p:cBhvr>
                                      <p:tavLst>
                                        <p:tav tm="0">
                                          <p:val>
                                            <p:fltVal val="0"/>
                                          </p:val>
                                        </p:tav>
                                        <p:tav tm="100000">
                                          <p:val>
                                            <p:strVal val="#ppt_w"/>
                                          </p:val>
                                        </p:tav>
                                      </p:tavLst>
                                    </p:anim>
                                    <p:anim calcmode="lin" valueType="num">
                                      <p:cBhvr>
                                        <p:cTn id="81" dur="500" fill="hold"/>
                                        <p:tgtEl>
                                          <p:spTgt spid="17"/>
                                        </p:tgtEl>
                                        <p:attrNameLst>
                                          <p:attrName>ppt_h</p:attrName>
                                        </p:attrNameLst>
                                      </p:cBhvr>
                                      <p:tavLst>
                                        <p:tav tm="0">
                                          <p:val>
                                            <p:fltVal val="0"/>
                                          </p:val>
                                        </p:tav>
                                        <p:tav tm="100000">
                                          <p:val>
                                            <p:strVal val="#ppt_h"/>
                                          </p:val>
                                        </p:tav>
                                      </p:tavLst>
                                    </p:anim>
                                    <p:animEffect transition="in" filter="fade">
                                      <p:cBhvr>
                                        <p:cTn id="82" dur="500"/>
                                        <p:tgtEl>
                                          <p:spTgt spid="17"/>
                                        </p:tgtEl>
                                      </p:cBhvr>
                                    </p:animEffect>
                                  </p:childTnLst>
                                </p:cTn>
                              </p:par>
                              <p:par>
                                <p:cTn id="83" presetID="53" presetClass="entr" presetSubtype="16" fill="hold" grpId="0" nodeType="withEffect">
                                  <p:stCondLst>
                                    <p:cond delay="880"/>
                                  </p:stCondLst>
                                  <p:childTnLst>
                                    <p:set>
                                      <p:cBhvr>
                                        <p:cTn id="84" dur="1" fill="hold">
                                          <p:stCondLst>
                                            <p:cond delay="0"/>
                                          </p:stCondLst>
                                        </p:cTn>
                                        <p:tgtEl>
                                          <p:spTgt spid="18"/>
                                        </p:tgtEl>
                                        <p:attrNameLst>
                                          <p:attrName>style.visibility</p:attrName>
                                        </p:attrNameLst>
                                      </p:cBhvr>
                                      <p:to>
                                        <p:strVal val="visible"/>
                                      </p:to>
                                    </p:set>
                                    <p:anim calcmode="lin" valueType="num">
                                      <p:cBhvr>
                                        <p:cTn id="85" dur="500" fill="hold"/>
                                        <p:tgtEl>
                                          <p:spTgt spid="18"/>
                                        </p:tgtEl>
                                        <p:attrNameLst>
                                          <p:attrName>ppt_w</p:attrName>
                                        </p:attrNameLst>
                                      </p:cBhvr>
                                      <p:tavLst>
                                        <p:tav tm="0">
                                          <p:val>
                                            <p:fltVal val="0"/>
                                          </p:val>
                                        </p:tav>
                                        <p:tav tm="100000">
                                          <p:val>
                                            <p:strVal val="#ppt_w"/>
                                          </p:val>
                                        </p:tav>
                                      </p:tavLst>
                                    </p:anim>
                                    <p:anim calcmode="lin" valueType="num">
                                      <p:cBhvr>
                                        <p:cTn id="86" dur="500" fill="hold"/>
                                        <p:tgtEl>
                                          <p:spTgt spid="18"/>
                                        </p:tgtEl>
                                        <p:attrNameLst>
                                          <p:attrName>ppt_h</p:attrName>
                                        </p:attrNameLst>
                                      </p:cBhvr>
                                      <p:tavLst>
                                        <p:tav tm="0">
                                          <p:val>
                                            <p:fltVal val="0"/>
                                          </p:val>
                                        </p:tav>
                                        <p:tav tm="100000">
                                          <p:val>
                                            <p:strVal val="#ppt_h"/>
                                          </p:val>
                                        </p:tav>
                                      </p:tavLst>
                                    </p:anim>
                                    <p:animEffect transition="in" filter="fade">
                                      <p:cBhvr>
                                        <p:cTn id="87" dur="500"/>
                                        <p:tgtEl>
                                          <p:spTgt spid="18"/>
                                        </p:tgtEl>
                                      </p:cBhvr>
                                    </p:animEffect>
                                  </p:childTnLst>
                                </p:cTn>
                              </p:par>
                              <p:par>
                                <p:cTn id="88" presetID="53" presetClass="entr" presetSubtype="16" fill="hold" grpId="0" nodeType="withEffect">
                                  <p:stCondLst>
                                    <p:cond delay="880"/>
                                  </p:stCondLst>
                                  <p:childTnLst>
                                    <p:set>
                                      <p:cBhvr>
                                        <p:cTn id="89" dur="1" fill="hold">
                                          <p:stCondLst>
                                            <p:cond delay="0"/>
                                          </p:stCondLst>
                                        </p:cTn>
                                        <p:tgtEl>
                                          <p:spTgt spid="19"/>
                                        </p:tgtEl>
                                        <p:attrNameLst>
                                          <p:attrName>style.visibility</p:attrName>
                                        </p:attrNameLst>
                                      </p:cBhvr>
                                      <p:to>
                                        <p:strVal val="visible"/>
                                      </p:to>
                                    </p:set>
                                    <p:anim calcmode="lin" valueType="num">
                                      <p:cBhvr>
                                        <p:cTn id="90" dur="500" fill="hold"/>
                                        <p:tgtEl>
                                          <p:spTgt spid="19"/>
                                        </p:tgtEl>
                                        <p:attrNameLst>
                                          <p:attrName>ppt_w</p:attrName>
                                        </p:attrNameLst>
                                      </p:cBhvr>
                                      <p:tavLst>
                                        <p:tav tm="0">
                                          <p:val>
                                            <p:fltVal val="0"/>
                                          </p:val>
                                        </p:tav>
                                        <p:tav tm="100000">
                                          <p:val>
                                            <p:strVal val="#ppt_w"/>
                                          </p:val>
                                        </p:tav>
                                      </p:tavLst>
                                    </p:anim>
                                    <p:anim calcmode="lin" valueType="num">
                                      <p:cBhvr>
                                        <p:cTn id="91" dur="500" fill="hold"/>
                                        <p:tgtEl>
                                          <p:spTgt spid="19"/>
                                        </p:tgtEl>
                                        <p:attrNameLst>
                                          <p:attrName>ppt_h</p:attrName>
                                        </p:attrNameLst>
                                      </p:cBhvr>
                                      <p:tavLst>
                                        <p:tav tm="0">
                                          <p:val>
                                            <p:fltVal val="0"/>
                                          </p:val>
                                        </p:tav>
                                        <p:tav tm="100000">
                                          <p:val>
                                            <p:strVal val="#ppt_h"/>
                                          </p:val>
                                        </p:tav>
                                      </p:tavLst>
                                    </p:anim>
                                    <p:animEffect transition="in" filter="fade">
                                      <p:cBhvr>
                                        <p:cTn id="9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5FA"/>
        </a:solidFill>
      </p:bgPr>
    </p:bg>
    <p:spTree>
      <p:nvGrpSpPr>
        <p:cNvPr id="1" name=""/>
        <p:cNvGrpSpPr/>
        <p:nvPr/>
      </p:nvGrpSpPr>
      <p:grpSpPr>
        <a:xfrm>
          <a:off x="0" y="0"/>
          <a:ext cx="0" cy="0"/>
          <a:chOff x="0" y="0"/>
          <a:chExt cx="0" cy="0"/>
        </a:xfrm>
      </p:grpSpPr>
      <p:sp>
        <p:nvSpPr>
          <p:cNvPr id="2" name="A00_fade"/>
          <p:cNvSpPr txBox="1"/>
          <p:nvPr/>
        </p:nvSpPr>
        <p:spPr>
          <a:xfrm>
            <a:off x="548640" y="411480"/>
            <a:ext cx="8229600" cy="274320"/>
          </a:xfrm>
          <a:prstGeom prst="rect">
            <a:avLst/>
          </a:prstGeom>
          <a:noFill/>
          <a:ln/>
        </p:spPr>
        <p:txBody>
          <a:bodyPr wrap="square" lIns="0" tIns="0" rIns="0" bIns="0" rtlCol="0" anchor="ctr"/>
          <a:lstStyle/>
          <a:p>
            <a:pPr indent="0" marL="0">
              <a:buNone/>
            </a:pPr>
            <a:r>
              <a:rPr lang="en-US" sz="1200" b="1" spc="400" kern="0" dirty="0">
                <a:solidFill>
                  <a:srgbClr val="7A49C7"/>
                </a:solidFill>
                <a:latin typeface="Calibri" pitchFamily="34" charset="0"/>
                <a:ea typeface="Calibri" pitchFamily="34" charset="-122"/>
                <a:cs typeface="Calibri" pitchFamily="34" charset="-120"/>
              </a:rPr>
              <a:t>CONCLUSION</a:t>
            </a:r>
            <a:endParaRPr lang="en-US" sz="1200" dirty="0"/>
          </a:p>
        </p:txBody>
      </p:sp>
      <p:sp>
        <p:nvSpPr>
          <p:cNvPr id="3" name="A00_float"/>
          <p:cNvSpPr txBox="1"/>
          <p:nvPr/>
        </p:nvSpPr>
        <p:spPr>
          <a:xfrm>
            <a:off x="548640" y="685800"/>
            <a:ext cx="11094415" cy="731520"/>
          </a:xfrm>
          <a:prstGeom prst="rect">
            <a:avLst/>
          </a:prstGeom>
          <a:noFill/>
          <a:ln/>
        </p:spPr>
        <p:txBody>
          <a:bodyPr wrap="square" lIns="0" tIns="0" rIns="0" bIns="0" rtlCol="0" anchor="ctr"/>
          <a:lstStyle/>
          <a:p>
            <a:pPr indent="0" marL="0">
              <a:buNone/>
            </a:pPr>
            <a:r>
              <a:rPr lang="en-US" sz="3600" b="1" dirty="0">
                <a:solidFill>
                  <a:srgbClr val="15203F"/>
                </a:solidFill>
                <a:latin typeface="Cambria" pitchFamily="34" charset="0"/>
                <a:ea typeface="Cambria" pitchFamily="34" charset="-122"/>
                <a:cs typeface="Cambria" pitchFamily="34" charset="-120"/>
              </a:rPr>
              <a:t>Key Takeaways</a:t>
            </a:r>
            <a:endParaRPr lang="en-US" sz="3600" dirty="0"/>
          </a:p>
        </p:txBody>
      </p:sp>
      <p:sp>
        <p:nvSpPr>
          <p:cNvPr id="4" name="A01_float"/>
          <p:cNvSpPr/>
          <p:nvPr/>
        </p:nvSpPr>
        <p:spPr>
          <a:xfrm>
            <a:off x="548640" y="1691640"/>
            <a:ext cx="3515258" cy="2743200"/>
          </a:xfrm>
          <a:prstGeom prst="roundRect">
            <a:avLst>
              <a:gd name="adj" fmla="val 4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5" name="A01_float" descr="Real office experience">    </p:cNvPr>
          <p:cNvPicPr>
            <a:picLocks noChangeAspect="1"/>
          </p:cNvPicPr>
          <p:nvPr/>
        </p:nvPicPr>
        <p:blipFill>
          <a:blip r:embed="rId1"/>
          <a:stretch>
            <a:fillRect/>
          </a:stretch>
        </p:blipFill>
        <p:spPr>
          <a:xfrm>
            <a:off x="1849069" y="2011680"/>
            <a:ext cx="914400" cy="914400"/>
          </a:xfrm>
          <a:prstGeom prst="rect">
            <a:avLst/>
          </a:prstGeom>
        </p:spPr>
      </p:pic>
      <p:sp>
        <p:nvSpPr>
          <p:cNvPr id="6" name="A01_float"/>
          <p:cNvSpPr txBox="1"/>
          <p:nvPr/>
        </p:nvSpPr>
        <p:spPr>
          <a:xfrm>
            <a:off x="822960" y="3108960"/>
            <a:ext cx="2966618" cy="411480"/>
          </a:xfrm>
          <a:prstGeom prst="rect">
            <a:avLst/>
          </a:prstGeom>
          <a:noFill/>
          <a:ln/>
        </p:spPr>
        <p:txBody>
          <a:bodyPr wrap="square" lIns="0" tIns="0" rIns="0" bIns="0" rtlCol="0" anchor="ctr"/>
          <a:lstStyle/>
          <a:p>
            <a:pPr algn="ctr" indent="0" marL="0">
              <a:buNone/>
            </a:pPr>
            <a:r>
              <a:rPr lang="en-US" sz="2000" b="1" dirty="0">
                <a:solidFill>
                  <a:srgbClr val="15203F"/>
                </a:solidFill>
                <a:latin typeface="Calibri" pitchFamily="34" charset="0"/>
                <a:ea typeface="Calibri" pitchFamily="34" charset="-122"/>
                <a:cs typeface="Calibri" pitchFamily="34" charset="-120"/>
              </a:rPr>
              <a:t>Real office experience</a:t>
            </a:r>
            <a:endParaRPr lang="en-US" sz="2000" dirty="0"/>
          </a:p>
        </p:txBody>
      </p:sp>
      <p:sp>
        <p:nvSpPr>
          <p:cNvPr id="7" name="A01_float"/>
          <p:cNvSpPr txBox="1"/>
          <p:nvPr/>
        </p:nvSpPr>
        <p:spPr>
          <a:xfrm>
            <a:off x="868680" y="3566160"/>
            <a:ext cx="2875178" cy="685800"/>
          </a:xfrm>
          <a:prstGeom prst="rect">
            <a:avLst/>
          </a:prstGeom>
          <a:noFill/>
          <a:ln/>
        </p:spPr>
        <p:txBody>
          <a:bodyPr wrap="square" lIns="0" tIns="0" rIns="0" bIns="0" rtlCol="0" anchor="t"/>
          <a:lstStyle/>
          <a:p>
            <a:pPr algn="ctr" indent="0" marL="0">
              <a:buNone/>
            </a:pPr>
            <a:r>
              <a:rPr lang="en-US" sz="1400" dirty="0">
                <a:solidFill>
                  <a:srgbClr val="5A6682"/>
                </a:solidFill>
                <a:latin typeface="Calibri" pitchFamily="34" charset="0"/>
                <a:ea typeface="Calibri" pitchFamily="34" charset="-122"/>
                <a:cs typeface="Calibri" pitchFamily="34" charset="-120"/>
              </a:rPr>
              <a:t>Genuine daily responsibilities inside a French company.</a:t>
            </a:r>
            <a:endParaRPr lang="en-US" sz="1400" dirty="0"/>
          </a:p>
        </p:txBody>
      </p:sp>
      <p:sp>
        <p:nvSpPr>
          <p:cNvPr id="8" name="A02_float"/>
          <p:cNvSpPr/>
          <p:nvPr/>
        </p:nvSpPr>
        <p:spPr>
          <a:xfrm>
            <a:off x="4338218" y="1691640"/>
            <a:ext cx="3515258" cy="2743200"/>
          </a:xfrm>
          <a:prstGeom prst="roundRect">
            <a:avLst>
              <a:gd name="adj" fmla="val 4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9" name="A02_float" descr="Strong digital skills">    </p:cNvPr>
          <p:cNvPicPr>
            <a:picLocks noChangeAspect="1"/>
          </p:cNvPicPr>
          <p:nvPr/>
        </p:nvPicPr>
        <p:blipFill>
          <a:blip r:embed="rId2"/>
          <a:stretch>
            <a:fillRect/>
          </a:stretch>
        </p:blipFill>
        <p:spPr>
          <a:xfrm>
            <a:off x="5638648" y="2011680"/>
            <a:ext cx="914400" cy="914400"/>
          </a:xfrm>
          <a:prstGeom prst="rect">
            <a:avLst/>
          </a:prstGeom>
        </p:spPr>
      </p:pic>
      <p:sp>
        <p:nvSpPr>
          <p:cNvPr id="10" name="A02_float"/>
          <p:cNvSpPr txBox="1"/>
          <p:nvPr/>
        </p:nvSpPr>
        <p:spPr>
          <a:xfrm>
            <a:off x="4612538" y="3108960"/>
            <a:ext cx="2966618" cy="411480"/>
          </a:xfrm>
          <a:prstGeom prst="rect">
            <a:avLst/>
          </a:prstGeom>
          <a:noFill/>
          <a:ln/>
        </p:spPr>
        <p:txBody>
          <a:bodyPr wrap="square" lIns="0" tIns="0" rIns="0" bIns="0" rtlCol="0" anchor="ctr"/>
          <a:lstStyle/>
          <a:p>
            <a:pPr algn="ctr" indent="0" marL="0">
              <a:buNone/>
            </a:pPr>
            <a:r>
              <a:rPr lang="en-US" sz="2000" b="1" dirty="0">
                <a:solidFill>
                  <a:srgbClr val="15203F"/>
                </a:solidFill>
                <a:latin typeface="Calibri" pitchFamily="34" charset="0"/>
                <a:ea typeface="Calibri" pitchFamily="34" charset="-122"/>
                <a:cs typeface="Calibri" pitchFamily="34" charset="-120"/>
              </a:rPr>
              <a:t>Strong digital skills</a:t>
            </a:r>
            <a:endParaRPr lang="en-US" sz="2000" dirty="0"/>
          </a:p>
        </p:txBody>
      </p:sp>
      <p:sp>
        <p:nvSpPr>
          <p:cNvPr id="11" name="A02_float"/>
          <p:cNvSpPr txBox="1"/>
          <p:nvPr/>
        </p:nvSpPr>
        <p:spPr>
          <a:xfrm>
            <a:off x="4658258" y="3566160"/>
            <a:ext cx="2875178" cy="685800"/>
          </a:xfrm>
          <a:prstGeom prst="rect">
            <a:avLst/>
          </a:prstGeom>
          <a:noFill/>
          <a:ln/>
        </p:spPr>
        <p:txBody>
          <a:bodyPr wrap="square" lIns="0" tIns="0" rIns="0" bIns="0" rtlCol="0" anchor="t"/>
          <a:lstStyle/>
          <a:p>
            <a:pPr algn="ctr" indent="0" marL="0">
              <a:buNone/>
            </a:pPr>
            <a:r>
              <a:rPr lang="en-US" sz="1400" dirty="0">
                <a:solidFill>
                  <a:srgbClr val="5A6682"/>
                </a:solidFill>
                <a:latin typeface="Calibri" pitchFamily="34" charset="0"/>
                <a:ea typeface="Calibri" pitchFamily="34" charset="-122"/>
                <a:cs typeface="Calibri" pitchFamily="34" charset="-120"/>
              </a:rPr>
              <a:t>Confident, efficient use of Word and Excel for real business needs.</a:t>
            </a:r>
            <a:endParaRPr lang="en-US" sz="1400" dirty="0"/>
          </a:p>
        </p:txBody>
      </p:sp>
      <p:sp>
        <p:nvSpPr>
          <p:cNvPr id="12" name="A03_float"/>
          <p:cNvSpPr/>
          <p:nvPr/>
        </p:nvSpPr>
        <p:spPr>
          <a:xfrm>
            <a:off x="8127797" y="1691640"/>
            <a:ext cx="3515258" cy="2743200"/>
          </a:xfrm>
          <a:prstGeom prst="roundRect">
            <a:avLst>
              <a:gd name="adj" fmla="val 4000"/>
            </a:avLst>
          </a:prstGeom>
          <a:solidFill>
            <a:srgbClr val="FFFFFF"/>
          </a:solidFill>
          <a:ln w="9525">
            <a:solidFill>
              <a:srgbClr val="DDE3EF"/>
            </a:solidFill>
            <a:prstDash val="solid"/>
          </a:ln>
          <a:effectLst>
            <a:outerShdw sx="100000" sy="100000" kx="0" ky="0" algn="bl" rotWithShape="0" blurRad="127000" dist="38100" dir="5400000">
              <a:srgbClr val="1B2A55">
                <a:alpha val="12000"/>
              </a:srgbClr>
            </a:outerShdw>
          </a:effectLst>
        </p:spPr>
      </p:sp>
      <p:pic>
        <p:nvPicPr>
          <p:cNvPr id="13" name="A03_float" descr="International confidence">    </p:cNvPr>
          <p:cNvPicPr>
            <a:picLocks noChangeAspect="1"/>
          </p:cNvPicPr>
          <p:nvPr/>
        </p:nvPicPr>
        <p:blipFill>
          <a:blip r:embed="rId3"/>
          <a:stretch>
            <a:fillRect/>
          </a:stretch>
        </p:blipFill>
        <p:spPr>
          <a:xfrm>
            <a:off x="9428226" y="2011680"/>
            <a:ext cx="914400" cy="914400"/>
          </a:xfrm>
          <a:prstGeom prst="rect">
            <a:avLst/>
          </a:prstGeom>
        </p:spPr>
      </p:pic>
      <p:sp>
        <p:nvSpPr>
          <p:cNvPr id="14" name="A03_float"/>
          <p:cNvSpPr txBox="1"/>
          <p:nvPr/>
        </p:nvSpPr>
        <p:spPr>
          <a:xfrm>
            <a:off x="8402117" y="3108960"/>
            <a:ext cx="2966618" cy="411480"/>
          </a:xfrm>
          <a:prstGeom prst="rect">
            <a:avLst/>
          </a:prstGeom>
          <a:noFill/>
          <a:ln/>
        </p:spPr>
        <p:txBody>
          <a:bodyPr wrap="square" lIns="0" tIns="0" rIns="0" bIns="0" rtlCol="0" anchor="ctr"/>
          <a:lstStyle/>
          <a:p>
            <a:pPr algn="ctr" indent="0" marL="0">
              <a:buNone/>
            </a:pPr>
            <a:r>
              <a:rPr lang="en-US" sz="2000" b="1" dirty="0">
                <a:solidFill>
                  <a:srgbClr val="15203F"/>
                </a:solidFill>
                <a:latin typeface="Calibri" pitchFamily="34" charset="0"/>
                <a:ea typeface="Calibri" pitchFamily="34" charset="-122"/>
                <a:cs typeface="Calibri" pitchFamily="34" charset="-120"/>
              </a:rPr>
              <a:t>International confidence</a:t>
            </a:r>
            <a:endParaRPr lang="en-US" sz="2000" dirty="0"/>
          </a:p>
        </p:txBody>
      </p:sp>
      <p:sp>
        <p:nvSpPr>
          <p:cNvPr id="15" name="A03_float"/>
          <p:cNvSpPr txBox="1"/>
          <p:nvPr/>
        </p:nvSpPr>
        <p:spPr>
          <a:xfrm>
            <a:off x="8447837" y="3566160"/>
            <a:ext cx="2875178" cy="685800"/>
          </a:xfrm>
          <a:prstGeom prst="rect">
            <a:avLst/>
          </a:prstGeom>
          <a:noFill/>
          <a:ln/>
        </p:spPr>
        <p:txBody>
          <a:bodyPr wrap="square" lIns="0" tIns="0" rIns="0" bIns="0" rtlCol="0" anchor="t"/>
          <a:lstStyle/>
          <a:p>
            <a:pPr algn="ctr" indent="0" marL="0">
              <a:buNone/>
            </a:pPr>
            <a:r>
              <a:rPr lang="en-US" sz="1400" dirty="0">
                <a:solidFill>
                  <a:srgbClr val="5A6682"/>
                </a:solidFill>
                <a:latin typeface="Calibri" pitchFamily="34" charset="0"/>
                <a:ea typeface="Calibri" pitchFamily="34" charset="-122"/>
                <a:cs typeface="Calibri" pitchFamily="34" charset="-120"/>
              </a:rPr>
              <a:t>Ready to live and work in an international environment.</a:t>
            </a:r>
            <a:endParaRPr lang="en-US" sz="1400" dirty="0"/>
          </a:p>
        </p:txBody>
      </p:sp>
      <p:sp>
        <p:nvSpPr>
          <p:cNvPr id="16" name="A04_wipe"/>
          <p:cNvSpPr/>
          <p:nvPr/>
        </p:nvSpPr>
        <p:spPr>
          <a:xfrm>
            <a:off x="548640" y="4754880"/>
            <a:ext cx="11094415" cy="1143000"/>
          </a:xfrm>
          <a:prstGeom prst="roundRect">
            <a:avLst>
              <a:gd name="adj" fmla="val 9600"/>
            </a:avLst>
          </a:prstGeom>
          <a:solidFill>
            <a:srgbClr val="0E1E4A"/>
          </a:solidFill>
          <a:ln/>
        </p:spPr>
      </p:sp>
      <p:pic>
        <p:nvPicPr>
          <p:cNvPr id="17" name="A04_wipe" descr="Thanks">    </p:cNvPr>
          <p:cNvPicPr>
            <a:picLocks noChangeAspect="1"/>
          </p:cNvPicPr>
          <p:nvPr/>
        </p:nvPicPr>
        <p:blipFill>
          <a:blip r:embed="rId4"/>
          <a:stretch>
            <a:fillRect/>
          </a:stretch>
        </p:blipFill>
        <p:spPr>
          <a:xfrm>
            <a:off x="868680" y="5029200"/>
            <a:ext cx="594360" cy="594360"/>
          </a:xfrm>
          <a:prstGeom prst="rect">
            <a:avLst/>
          </a:prstGeom>
        </p:spPr>
      </p:pic>
      <p:sp>
        <p:nvSpPr>
          <p:cNvPr id="18" name="A04_wipe"/>
          <p:cNvSpPr txBox="1"/>
          <p:nvPr/>
        </p:nvSpPr>
        <p:spPr>
          <a:xfrm>
            <a:off x="1737360" y="4846320"/>
            <a:ext cx="9601200" cy="960120"/>
          </a:xfrm>
          <a:prstGeom prst="rect">
            <a:avLst/>
          </a:prstGeom>
          <a:noFill/>
          <a:ln/>
        </p:spPr>
        <p:txBody>
          <a:bodyPr wrap="square" lIns="0" tIns="0" rIns="0" bIns="0" rtlCol="0" anchor="ctr"/>
          <a:lstStyle/>
          <a:p>
            <a:pPr indent="0" marL="0">
              <a:buNone/>
            </a:pPr>
            <a:r>
              <a:rPr lang="en-US" sz="1600" b="1" dirty="0">
                <a:solidFill>
                  <a:srgbClr val="5CC6E6"/>
                </a:solidFill>
                <a:latin typeface="Calibri" pitchFamily="34" charset="0"/>
                <a:ea typeface="Calibri" pitchFamily="34" charset="-122"/>
                <a:cs typeface="Calibri" pitchFamily="34" charset="-120"/>
              </a:rPr>
              <a:t>Acknowledgements  </a:t>
            </a:r>
            <a:pPr indent="0" marL="0">
              <a:buNone/>
            </a:pPr>
            <a:r>
              <a:rPr lang="en-US" sz="1600" dirty="0">
                <a:solidFill>
                  <a:srgbClr val="FFFFFF"/>
                </a:solidFill>
                <a:latin typeface="Calibri" pitchFamily="34" charset="0"/>
                <a:ea typeface="Calibri" pitchFamily="34" charset="-122"/>
                <a:cs typeface="Calibri" pitchFamily="34" charset="-120"/>
              </a:rPr>
              <a:t>I sincerely thank KVK, KHELA and the Erasmus+ programme for this opportunity, and my colleagues in France for their support and trust.</a:t>
            </a:r>
            <a:endParaRPr lang="en-US" sz="1600" dirty="0"/>
          </a:p>
        </p:txBody>
      </p:sp>
      <p:pic>
        <p:nvPicPr>
          <p:cNvPr id="19" name="Image 4" descr="KVK logo">    </p:cNvPr>
          <p:cNvPicPr>
            <a:picLocks noChangeAspect="1"/>
          </p:cNvPicPr>
          <p:nvPr/>
        </p:nvPicPr>
        <p:blipFill>
          <a:blip r:embed="rId5"/>
          <a:stretch>
            <a:fillRect/>
          </a:stretch>
        </p:blipFill>
        <p:spPr>
          <a:xfrm>
            <a:off x="548640" y="6382512"/>
            <a:ext cx="621792" cy="256032"/>
          </a:xfrm>
          <a:prstGeom prst="rect">
            <a:avLst/>
          </a:prstGeom>
        </p:spPr>
      </p:pic>
      <p:sp>
        <p:nvSpPr>
          <p:cNvPr id="20" name="Text 13"/>
          <p:cNvSpPr txBox="1"/>
          <p:nvPr/>
        </p:nvSpPr>
        <p:spPr>
          <a:xfrm>
            <a:off x="3200400" y="6382512"/>
            <a:ext cx="5788152" cy="256032"/>
          </a:xfrm>
          <a:prstGeom prst="rect">
            <a:avLst/>
          </a:prstGeom>
          <a:noFill/>
          <a:ln/>
        </p:spPr>
        <p:txBody>
          <a:bodyPr wrap="square" lIns="0" tIns="0" rIns="0" bIns="0" rtlCol="0" anchor="ctr"/>
          <a:lstStyle/>
          <a:p>
            <a:pPr algn="ctr" indent="0" marL="0">
              <a:buNone/>
            </a:pPr>
            <a:r>
              <a:rPr lang="en-US" sz="1000" dirty="0">
                <a:solidFill>
                  <a:srgbClr val="5A6682"/>
                </a:solidFill>
                <a:latin typeface="Calibri" pitchFamily="34" charset="0"/>
                <a:ea typeface="Calibri" pitchFamily="34" charset="-122"/>
                <a:cs typeface="Calibri" pitchFamily="34" charset="-120"/>
              </a:rPr>
              <a:t>Haithem Cheniti  ·  Erasmus+ Internship Defence</a:t>
            </a:r>
            <a:endParaRPr lang="en-US" sz="1000" dirty="0"/>
          </a:p>
        </p:txBody>
      </p:sp>
      <p:sp>
        <p:nvSpPr>
          <p:cNvPr id="21" name="Text 14"/>
          <p:cNvSpPr txBox="1"/>
          <p:nvPr/>
        </p:nvSpPr>
        <p:spPr>
          <a:xfrm>
            <a:off x="10545775" y="6382512"/>
            <a:ext cx="1097280" cy="256032"/>
          </a:xfrm>
          <a:prstGeom prst="rect">
            <a:avLst/>
          </a:prstGeom>
          <a:noFill/>
          <a:ln/>
        </p:spPr>
        <p:txBody>
          <a:bodyPr wrap="square" lIns="0" tIns="0" rIns="0" bIns="0" rtlCol="0" anchor="ctr"/>
          <a:lstStyle/>
          <a:p>
            <a:pPr algn="r" indent="0" marL="0">
              <a:buNone/>
            </a:pPr>
            <a:r>
              <a:rPr lang="en-US" sz="1000" b="1" dirty="0">
                <a:solidFill>
                  <a:srgbClr val="1695B9"/>
                </a:solidFill>
                <a:latin typeface="Calibri" pitchFamily="34" charset="0"/>
                <a:ea typeface="Calibri" pitchFamily="34" charset="-122"/>
                <a:cs typeface="Calibri" pitchFamily="34" charset="-120"/>
              </a:rPr>
              <a:t>11 / 12</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600"/>
                                        <p:tgtEl>
                                          <p:spTgt spid="2"/>
                                        </p:tgtEl>
                                      </p:cBhvr>
                                    </p:animEffect>
                                  </p:childTnLst>
                                </p:cTn>
                              </p:par>
                              <p:par>
                                <p:cTn id="8" presetID="42"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700"/>
                                        <p:tgtEl>
                                          <p:spTgt spid="3"/>
                                        </p:tgtEl>
                                      </p:cBhvr>
                                    </p:animEffect>
                                    <p:anim calcmode="lin" valueType="num">
                                      <p:cBhvr>
                                        <p:cTn id="11" dur="700" fill="hold"/>
                                        <p:tgtEl>
                                          <p:spTgt spid="3"/>
                                        </p:tgtEl>
                                        <p:attrNameLst>
                                          <p:attrName>ppt_x</p:attrName>
                                        </p:attrNameLst>
                                      </p:cBhvr>
                                      <p:tavLst>
                                        <p:tav tm="0">
                                          <p:val>
                                            <p:strVal val="#ppt_x"/>
                                          </p:val>
                                        </p:tav>
                                        <p:tav tm="100000">
                                          <p:val>
                                            <p:strVal val="#ppt_x"/>
                                          </p:val>
                                        </p:tav>
                                      </p:tavLst>
                                    </p:anim>
                                    <p:anim calcmode="lin" valueType="num">
                                      <p:cBhvr>
                                        <p:cTn id="12" dur="700" fill="hold"/>
                                        <p:tgtEl>
                                          <p:spTgt spid="3"/>
                                        </p:tgtEl>
                                        <p:attrNameLst>
                                          <p:attrName>ppt_y</p:attrName>
                                        </p:attrNameLst>
                                      </p:cBhvr>
                                      <p:tavLst>
                                        <p:tav tm="0">
                                          <p:val>
                                            <p:strVal val="#ppt_y+.06"/>
                                          </p:val>
                                        </p:tav>
                                        <p:tav tm="100000">
                                          <p:val>
                                            <p:strVal val="#ppt_y"/>
                                          </p:val>
                                        </p:tav>
                                      </p:tavLst>
                                    </p:anim>
                                  </p:childTnLst>
                                </p:cTn>
                              </p:par>
                              <p:par>
                                <p:cTn id="13" presetID="42" presetClass="entr" presetSubtype="0" fill="hold" grpId="0" nodeType="withEffect">
                                  <p:stCondLst>
                                    <p:cond delay="22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700"/>
                                        <p:tgtEl>
                                          <p:spTgt spid="4"/>
                                        </p:tgtEl>
                                      </p:cBhvr>
                                    </p:animEffect>
                                    <p:anim calcmode="lin" valueType="num">
                                      <p:cBhvr>
                                        <p:cTn id="16" dur="700" fill="hold"/>
                                        <p:tgtEl>
                                          <p:spTgt spid="4"/>
                                        </p:tgtEl>
                                        <p:attrNameLst>
                                          <p:attrName>ppt_x</p:attrName>
                                        </p:attrNameLst>
                                      </p:cBhvr>
                                      <p:tavLst>
                                        <p:tav tm="0">
                                          <p:val>
                                            <p:strVal val="#ppt_x"/>
                                          </p:val>
                                        </p:tav>
                                        <p:tav tm="100000">
                                          <p:val>
                                            <p:strVal val="#ppt_x"/>
                                          </p:val>
                                        </p:tav>
                                      </p:tavLst>
                                    </p:anim>
                                    <p:anim calcmode="lin" valueType="num">
                                      <p:cBhvr>
                                        <p:cTn id="17" dur="700" fill="hold"/>
                                        <p:tgtEl>
                                          <p:spTgt spid="4"/>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22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700"/>
                                        <p:tgtEl>
                                          <p:spTgt spid="5"/>
                                        </p:tgtEl>
                                      </p:cBhvr>
                                    </p:animEffect>
                                    <p:anim calcmode="lin" valueType="num">
                                      <p:cBhvr>
                                        <p:cTn id="21" dur="700" fill="hold"/>
                                        <p:tgtEl>
                                          <p:spTgt spid="5"/>
                                        </p:tgtEl>
                                        <p:attrNameLst>
                                          <p:attrName>ppt_x</p:attrName>
                                        </p:attrNameLst>
                                      </p:cBhvr>
                                      <p:tavLst>
                                        <p:tav tm="0">
                                          <p:val>
                                            <p:strVal val="#ppt_x"/>
                                          </p:val>
                                        </p:tav>
                                        <p:tav tm="100000">
                                          <p:val>
                                            <p:strVal val="#ppt_x"/>
                                          </p:val>
                                        </p:tav>
                                      </p:tavLst>
                                    </p:anim>
                                    <p:anim calcmode="lin" valueType="num">
                                      <p:cBhvr>
                                        <p:cTn id="22" dur="700" fill="hold"/>
                                        <p:tgtEl>
                                          <p:spTgt spid="5"/>
                                        </p:tgtEl>
                                        <p:attrNameLst>
                                          <p:attrName>ppt_y</p:attrName>
                                        </p:attrNameLst>
                                      </p:cBhvr>
                                      <p:tavLst>
                                        <p:tav tm="0">
                                          <p:val>
                                            <p:strVal val="#ppt_y+.06"/>
                                          </p:val>
                                        </p:tav>
                                        <p:tav tm="100000">
                                          <p:val>
                                            <p:strVal val="#ppt_y"/>
                                          </p:val>
                                        </p:tav>
                                      </p:tavLst>
                                    </p:anim>
                                  </p:childTnLst>
                                </p:cTn>
                              </p:par>
                              <p:par>
                                <p:cTn id="23" presetID="42" presetClass="entr" presetSubtype="0" fill="hold" grpId="0" nodeType="withEffect">
                                  <p:stCondLst>
                                    <p:cond delay="22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700"/>
                                        <p:tgtEl>
                                          <p:spTgt spid="6"/>
                                        </p:tgtEl>
                                      </p:cBhvr>
                                    </p:animEffect>
                                    <p:anim calcmode="lin" valueType="num">
                                      <p:cBhvr>
                                        <p:cTn id="26" dur="700" fill="hold"/>
                                        <p:tgtEl>
                                          <p:spTgt spid="6"/>
                                        </p:tgtEl>
                                        <p:attrNameLst>
                                          <p:attrName>ppt_x</p:attrName>
                                        </p:attrNameLst>
                                      </p:cBhvr>
                                      <p:tavLst>
                                        <p:tav tm="0">
                                          <p:val>
                                            <p:strVal val="#ppt_x"/>
                                          </p:val>
                                        </p:tav>
                                        <p:tav tm="100000">
                                          <p:val>
                                            <p:strVal val="#ppt_x"/>
                                          </p:val>
                                        </p:tav>
                                      </p:tavLst>
                                    </p:anim>
                                    <p:anim calcmode="lin" valueType="num">
                                      <p:cBhvr>
                                        <p:cTn id="27" dur="700" fill="hold"/>
                                        <p:tgtEl>
                                          <p:spTgt spid="6"/>
                                        </p:tgtEl>
                                        <p:attrNameLst>
                                          <p:attrName>ppt_y</p:attrName>
                                        </p:attrNameLst>
                                      </p:cBhvr>
                                      <p:tavLst>
                                        <p:tav tm="0">
                                          <p:val>
                                            <p:strVal val="#ppt_y+.06"/>
                                          </p:val>
                                        </p:tav>
                                        <p:tav tm="100000">
                                          <p:val>
                                            <p:strVal val="#ppt_y"/>
                                          </p:val>
                                        </p:tav>
                                      </p:tavLst>
                                    </p:anim>
                                  </p:childTnLst>
                                </p:cTn>
                              </p:par>
                              <p:par>
                                <p:cTn id="28" presetID="42" presetClass="entr" presetSubtype="0" fill="hold" grpId="0" nodeType="withEffect">
                                  <p:stCondLst>
                                    <p:cond delay="22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700"/>
                                        <p:tgtEl>
                                          <p:spTgt spid="7"/>
                                        </p:tgtEl>
                                      </p:cBhvr>
                                    </p:animEffect>
                                    <p:anim calcmode="lin" valueType="num">
                                      <p:cBhvr>
                                        <p:cTn id="31" dur="700" fill="hold"/>
                                        <p:tgtEl>
                                          <p:spTgt spid="7"/>
                                        </p:tgtEl>
                                        <p:attrNameLst>
                                          <p:attrName>ppt_x</p:attrName>
                                        </p:attrNameLst>
                                      </p:cBhvr>
                                      <p:tavLst>
                                        <p:tav tm="0">
                                          <p:val>
                                            <p:strVal val="#ppt_x"/>
                                          </p:val>
                                        </p:tav>
                                        <p:tav tm="100000">
                                          <p:val>
                                            <p:strVal val="#ppt_x"/>
                                          </p:val>
                                        </p:tav>
                                      </p:tavLst>
                                    </p:anim>
                                    <p:anim calcmode="lin" valueType="num">
                                      <p:cBhvr>
                                        <p:cTn id="32" dur="700" fill="hold"/>
                                        <p:tgtEl>
                                          <p:spTgt spid="7"/>
                                        </p:tgtEl>
                                        <p:attrNameLst>
                                          <p:attrName>ppt_y</p:attrName>
                                        </p:attrNameLst>
                                      </p:cBhvr>
                                      <p:tavLst>
                                        <p:tav tm="0">
                                          <p:val>
                                            <p:strVal val="#ppt_y+.06"/>
                                          </p:val>
                                        </p:tav>
                                        <p:tav tm="100000">
                                          <p:val>
                                            <p:strVal val="#ppt_y"/>
                                          </p:val>
                                        </p:tav>
                                      </p:tavLst>
                                    </p:anim>
                                  </p:childTnLst>
                                </p:cTn>
                              </p:par>
                              <p:par>
                                <p:cTn id="33" presetID="42" presetClass="entr" presetSubtype="0" fill="hold" grpId="0" nodeType="withEffect">
                                  <p:stCondLst>
                                    <p:cond delay="44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700"/>
                                        <p:tgtEl>
                                          <p:spTgt spid="8"/>
                                        </p:tgtEl>
                                      </p:cBhvr>
                                    </p:animEffect>
                                    <p:anim calcmode="lin" valueType="num">
                                      <p:cBhvr>
                                        <p:cTn id="36" dur="700" fill="hold"/>
                                        <p:tgtEl>
                                          <p:spTgt spid="8"/>
                                        </p:tgtEl>
                                        <p:attrNameLst>
                                          <p:attrName>ppt_x</p:attrName>
                                        </p:attrNameLst>
                                      </p:cBhvr>
                                      <p:tavLst>
                                        <p:tav tm="0">
                                          <p:val>
                                            <p:strVal val="#ppt_x"/>
                                          </p:val>
                                        </p:tav>
                                        <p:tav tm="100000">
                                          <p:val>
                                            <p:strVal val="#ppt_x"/>
                                          </p:val>
                                        </p:tav>
                                      </p:tavLst>
                                    </p:anim>
                                    <p:anim calcmode="lin" valueType="num">
                                      <p:cBhvr>
                                        <p:cTn id="37" dur="700" fill="hold"/>
                                        <p:tgtEl>
                                          <p:spTgt spid="8"/>
                                        </p:tgtEl>
                                        <p:attrNameLst>
                                          <p:attrName>ppt_y</p:attrName>
                                        </p:attrNameLst>
                                      </p:cBhvr>
                                      <p:tavLst>
                                        <p:tav tm="0">
                                          <p:val>
                                            <p:strVal val="#ppt_y+.06"/>
                                          </p:val>
                                        </p:tav>
                                        <p:tav tm="100000">
                                          <p:val>
                                            <p:strVal val="#ppt_y"/>
                                          </p:val>
                                        </p:tav>
                                      </p:tavLst>
                                    </p:anim>
                                  </p:childTnLst>
                                </p:cTn>
                              </p:par>
                              <p:par>
                                <p:cTn id="38" presetID="42" presetClass="entr" presetSubtype="0" fill="hold" grpId="0" nodeType="withEffect">
                                  <p:stCondLst>
                                    <p:cond delay="440"/>
                                  </p:stCondLst>
                                  <p:childTnLst>
                                    <p:set>
                                      <p:cBhvr>
                                        <p:cTn id="39" dur="1" fill="hold">
                                          <p:stCondLst>
                                            <p:cond delay="0"/>
                                          </p:stCondLst>
                                        </p:cTn>
                                        <p:tgtEl>
                                          <p:spTgt spid="9"/>
                                        </p:tgtEl>
                                        <p:attrNameLst>
                                          <p:attrName>style.visibility</p:attrName>
                                        </p:attrNameLst>
                                      </p:cBhvr>
                                      <p:to>
                                        <p:strVal val="visible"/>
                                      </p:to>
                                    </p:set>
                                    <p:animEffect transition="in" filter="fade">
                                      <p:cBhvr>
                                        <p:cTn id="40" dur="700"/>
                                        <p:tgtEl>
                                          <p:spTgt spid="9"/>
                                        </p:tgtEl>
                                      </p:cBhvr>
                                    </p:animEffect>
                                    <p:anim calcmode="lin" valueType="num">
                                      <p:cBhvr>
                                        <p:cTn id="41" dur="700" fill="hold"/>
                                        <p:tgtEl>
                                          <p:spTgt spid="9"/>
                                        </p:tgtEl>
                                        <p:attrNameLst>
                                          <p:attrName>ppt_x</p:attrName>
                                        </p:attrNameLst>
                                      </p:cBhvr>
                                      <p:tavLst>
                                        <p:tav tm="0">
                                          <p:val>
                                            <p:strVal val="#ppt_x"/>
                                          </p:val>
                                        </p:tav>
                                        <p:tav tm="100000">
                                          <p:val>
                                            <p:strVal val="#ppt_x"/>
                                          </p:val>
                                        </p:tav>
                                      </p:tavLst>
                                    </p:anim>
                                    <p:anim calcmode="lin" valueType="num">
                                      <p:cBhvr>
                                        <p:cTn id="42" dur="700" fill="hold"/>
                                        <p:tgtEl>
                                          <p:spTgt spid="9"/>
                                        </p:tgtEl>
                                        <p:attrNameLst>
                                          <p:attrName>ppt_y</p:attrName>
                                        </p:attrNameLst>
                                      </p:cBhvr>
                                      <p:tavLst>
                                        <p:tav tm="0">
                                          <p:val>
                                            <p:strVal val="#ppt_y+.06"/>
                                          </p:val>
                                        </p:tav>
                                        <p:tav tm="100000">
                                          <p:val>
                                            <p:strVal val="#ppt_y"/>
                                          </p:val>
                                        </p:tav>
                                      </p:tavLst>
                                    </p:anim>
                                  </p:childTnLst>
                                </p:cTn>
                              </p:par>
                              <p:par>
                                <p:cTn id="43" presetID="42" presetClass="entr" presetSubtype="0" fill="hold" grpId="0" nodeType="withEffect">
                                  <p:stCondLst>
                                    <p:cond delay="440"/>
                                  </p:stCondLst>
                                  <p:childTnLst>
                                    <p:set>
                                      <p:cBhvr>
                                        <p:cTn id="44" dur="1" fill="hold">
                                          <p:stCondLst>
                                            <p:cond delay="0"/>
                                          </p:stCondLst>
                                        </p:cTn>
                                        <p:tgtEl>
                                          <p:spTgt spid="10"/>
                                        </p:tgtEl>
                                        <p:attrNameLst>
                                          <p:attrName>style.visibility</p:attrName>
                                        </p:attrNameLst>
                                      </p:cBhvr>
                                      <p:to>
                                        <p:strVal val="visible"/>
                                      </p:to>
                                    </p:set>
                                    <p:animEffect transition="in" filter="fade">
                                      <p:cBhvr>
                                        <p:cTn id="45" dur="700"/>
                                        <p:tgtEl>
                                          <p:spTgt spid="10"/>
                                        </p:tgtEl>
                                      </p:cBhvr>
                                    </p:animEffect>
                                    <p:anim calcmode="lin" valueType="num">
                                      <p:cBhvr>
                                        <p:cTn id="46" dur="700" fill="hold"/>
                                        <p:tgtEl>
                                          <p:spTgt spid="10"/>
                                        </p:tgtEl>
                                        <p:attrNameLst>
                                          <p:attrName>ppt_x</p:attrName>
                                        </p:attrNameLst>
                                      </p:cBhvr>
                                      <p:tavLst>
                                        <p:tav tm="0">
                                          <p:val>
                                            <p:strVal val="#ppt_x"/>
                                          </p:val>
                                        </p:tav>
                                        <p:tav tm="100000">
                                          <p:val>
                                            <p:strVal val="#ppt_x"/>
                                          </p:val>
                                        </p:tav>
                                      </p:tavLst>
                                    </p:anim>
                                    <p:anim calcmode="lin" valueType="num">
                                      <p:cBhvr>
                                        <p:cTn id="47" dur="700" fill="hold"/>
                                        <p:tgtEl>
                                          <p:spTgt spid="10"/>
                                        </p:tgtEl>
                                        <p:attrNameLst>
                                          <p:attrName>ppt_y</p:attrName>
                                        </p:attrNameLst>
                                      </p:cBhvr>
                                      <p:tavLst>
                                        <p:tav tm="0">
                                          <p:val>
                                            <p:strVal val="#ppt_y+.06"/>
                                          </p:val>
                                        </p:tav>
                                        <p:tav tm="100000">
                                          <p:val>
                                            <p:strVal val="#ppt_y"/>
                                          </p:val>
                                        </p:tav>
                                      </p:tavLst>
                                    </p:anim>
                                  </p:childTnLst>
                                </p:cTn>
                              </p:par>
                              <p:par>
                                <p:cTn id="48" presetID="42" presetClass="entr" presetSubtype="0" fill="hold" grpId="0" nodeType="withEffect">
                                  <p:stCondLst>
                                    <p:cond delay="440"/>
                                  </p:stCondLst>
                                  <p:childTnLst>
                                    <p:set>
                                      <p:cBhvr>
                                        <p:cTn id="49" dur="1" fill="hold">
                                          <p:stCondLst>
                                            <p:cond delay="0"/>
                                          </p:stCondLst>
                                        </p:cTn>
                                        <p:tgtEl>
                                          <p:spTgt spid="11"/>
                                        </p:tgtEl>
                                        <p:attrNameLst>
                                          <p:attrName>style.visibility</p:attrName>
                                        </p:attrNameLst>
                                      </p:cBhvr>
                                      <p:to>
                                        <p:strVal val="visible"/>
                                      </p:to>
                                    </p:set>
                                    <p:animEffect transition="in" filter="fade">
                                      <p:cBhvr>
                                        <p:cTn id="50" dur="700"/>
                                        <p:tgtEl>
                                          <p:spTgt spid="11"/>
                                        </p:tgtEl>
                                      </p:cBhvr>
                                    </p:animEffect>
                                    <p:anim calcmode="lin" valueType="num">
                                      <p:cBhvr>
                                        <p:cTn id="51" dur="700" fill="hold"/>
                                        <p:tgtEl>
                                          <p:spTgt spid="11"/>
                                        </p:tgtEl>
                                        <p:attrNameLst>
                                          <p:attrName>ppt_x</p:attrName>
                                        </p:attrNameLst>
                                      </p:cBhvr>
                                      <p:tavLst>
                                        <p:tav tm="0">
                                          <p:val>
                                            <p:strVal val="#ppt_x"/>
                                          </p:val>
                                        </p:tav>
                                        <p:tav tm="100000">
                                          <p:val>
                                            <p:strVal val="#ppt_x"/>
                                          </p:val>
                                        </p:tav>
                                      </p:tavLst>
                                    </p:anim>
                                    <p:anim calcmode="lin" valueType="num">
                                      <p:cBhvr>
                                        <p:cTn id="52" dur="700" fill="hold"/>
                                        <p:tgtEl>
                                          <p:spTgt spid="11"/>
                                        </p:tgtEl>
                                        <p:attrNameLst>
                                          <p:attrName>ppt_y</p:attrName>
                                        </p:attrNameLst>
                                      </p:cBhvr>
                                      <p:tavLst>
                                        <p:tav tm="0">
                                          <p:val>
                                            <p:strVal val="#ppt_y+.06"/>
                                          </p:val>
                                        </p:tav>
                                        <p:tav tm="100000">
                                          <p:val>
                                            <p:strVal val="#ppt_y"/>
                                          </p:val>
                                        </p:tav>
                                      </p:tavLst>
                                    </p:anim>
                                  </p:childTnLst>
                                </p:cTn>
                              </p:par>
                              <p:par>
                                <p:cTn id="53" presetID="42" presetClass="entr" presetSubtype="0" fill="hold" grpId="0" nodeType="withEffect">
                                  <p:stCondLst>
                                    <p:cond delay="66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700"/>
                                        <p:tgtEl>
                                          <p:spTgt spid="12"/>
                                        </p:tgtEl>
                                      </p:cBhvr>
                                    </p:animEffect>
                                    <p:anim calcmode="lin" valueType="num">
                                      <p:cBhvr>
                                        <p:cTn id="56" dur="700" fill="hold"/>
                                        <p:tgtEl>
                                          <p:spTgt spid="12"/>
                                        </p:tgtEl>
                                        <p:attrNameLst>
                                          <p:attrName>ppt_x</p:attrName>
                                        </p:attrNameLst>
                                      </p:cBhvr>
                                      <p:tavLst>
                                        <p:tav tm="0">
                                          <p:val>
                                            <p:strVal val="#ppt_x"/>
                                          </p:val>
                                        </p:tav>
                                        <p:tav tm="100000">
                                          <p:val>
                                            <p:strVal val="#ppt_x"/>
                                          </p:val>
                                        </p:tav>
                                      </p:tavLst>
                                    </p:anim>
                                    <p:anim calcmode="lin" valueType="num">
                                      <p:cBhvr>
                                        <p:cTn id="57" dur="700" fill="hold"/>
                                        <p:tgtEl>
                                          <p:spTgt spid="12"/>
                                        </p:tgtEl>
                                        <p:attrNameLst>
                                          <p:attrName>ppt_y</p:attrName>
                                        </p:attrNameLst>
                                      </p:cBhvr>
                                      <p:tavLst>
                                        <p:tav tm="0">
                                          <p:val>
                                            <p:strVal val="#ppt_y+.06"/>
                                          </p:val>
                                        </p:tav>
                                        <p:tav tm="100000">
                                          <p:val>
                                            <p:strVal val="#ppt_y"/>
                                          </p:val>
                                        </p:tav>
                                      </p:tavLst>
                                    </p:anim>
                                  </p:childTnLst>
                                </p:cTn>
                              </p:par>
                              <p:par>
                                <p:cTn id="58" presetID="42" presetClass="entr" presetSubtype="0" fill="hold" grpId="0" nodeType="withEffect">
                                  <p:stCondLst>
                                    <p:cond delay="660"/>
                                  </p:stCondLst>
                                  <p:childTnLst>
                                    <p:set>
                                      <p:cBhvr>
                                        <p:cTn id="59" dur="1" fill="hold">
                                          <p:stCondLst>
                                            <p:cond delay="0"/>
                                          </p:stCondLst>
                                        </p:cTn>
                                        <p:tgtEl>
                                          <p:spTgt spid="13"/>
                                        </p:tgtEl>
                                        <p:attrNameLst>
                                          <p:attrName>style.visibility</p:attrName>
                                        </p:attrNameLst>
                                      </p:cBhvr>
                                      <p:to>
                                        <p:strVal val="visible"/>
                                      </p:to>
                                    </p:set>
                                    <p:animEffect transition="in" filter="fade">
                                      <p:cBhvr>
                                        <p:cTn id="60" dur="700"/>
                                        <p:tgtEl>
                                          <p:spTgt spid="13"/>
                                        </p:tgtEl>
                                      </p:cBhvr>
                                    </p:animEffect>
                                    <p:anim calcmode="lin" valueType="num">
                                      <p:cBhvr>
                                        <p:cTn id="61" dur="700" fill="hold"/>
                                        <p:tgtEl>
                                          <p:spTgt spid="13"/>
                                        </p:tgtEl>
                                        <p:attrNameLst>
                                          <p:attrName>ppt_x</p:attrName>
                                        </p:attrNameLst>
                                      </p:cBhvr>
                                      <p:tavLst>
                                        <p:tav tm="0">
                                          <p:val>
                                            <p:strVal val="#ppt_x"/>
                                          </p:val>
                                        </p:tav>
                                        <p:tav tm="100000">
                                          <p:val>
                                            <p:strVal val="#ppt_x"/>
                                          </p:val>
                                        </p:tav>
                                      </p:tavLst>
                                    </p:anim>
                                    <p:anim calcmode="lin" valueType="num">
                                      <p:cBhvr>
                                        <p:cTn id="62" dur="700" fill="hold"/>
                                        <p:tgtEl>
                                          <p:spTgt spid="13"/>
                                        </p:tgtEl>
                                        <p:attrNameLst>
                                          <p:attrName>ppt_y</p:attrName>
                                        </p:attrNameLst>
                                      </p:cBhvr>
                                      <p:tavLst>
                                        <p:tav tm="0">
                                          <p:val>
                                            <p:strVal val="#ppt_y+.06"/>
                                          </p:val>
                                        </p:tav>
                                        <p:tav tm="100000">
                                          <p:val>
                                            <p:strVal val="#ppt_y"/>
                                          </p:val>
                                        </p:tav>
                                      </p:tavLst>
                                    </p:anim>
                                  </p:childTnLst>
                                </p:cTn>
                              </p:par>
                              <p:par>
                                <p:cTn id="63" presetID="42" presetClass="entr" presetSubtype="0" fill="hold" grpId="0" nodeType="withEffect">
                                  <p:stCondLst>
                                    <p:cond delay="660"/>
                                  </p:stCondLst>
                                  <p:childTnLst>
                                    <p:set>
                                      <p:cBhvr>
                                        <p:cTn id="64" dur="1" fill="hold">
                                          <p:stCondLst>
                                            <p:cond delay="0"/>
                                          </p:stCondLst>
                                        </p:cTn>
                                        <p:tgtEl>
                                          <p:spTgt spid="14"/>
                                        </p:tgtEl>
                                        <p:attrNameLst>
                                          <p:attrName>style.visibility</p:attrName>
                                        </p:attrNameLst>
                                      </p:cBhvr>
                                      <p:to>
                                        <p:strVal val="visible"/>
                                      </p:to>
                                    </p:set>
                                    <p:animEffect transition="in" filter="fade">
                                      <p:cBhvr>
                                        <p:cTn id="65" dur="700"/>
                                        <p:tgtEl>
                                          <p:spTgt spid="14"/>
                                        </p:tgtEl>
                                      </p:cBhvr>
                                    </p:animEffect>
                                    <p:anim calcmode="lin" valueType="num">
                                      <p:cBhvr>
                                        <p:cTn id="66" dur="700" fill="hold"/>
                                        <p:tgtEl>
                                          <p:spTgt spid="14"/>
                                        </p:tgtEl>
                                        <p:attrNameLst>
                                          <p:attrName>ppt_x</p:attrName>
                                        </p:attrNameLst>
                                      </p:cBhvr>
                                      <p:tavLst>
                                        <p:tav tm="0">
                                          <p:val>
                                            <p:strVal val="#ppt_x"/>
                                          </p:val>
                                        </p:tav>
                                        <p:tav tm="100000">
                                          <p:val>
                                            <p:strVal val="#ppt_x"/>
                                          </p:val>
                                        </p:tav>
                                      </p:tavLst>
                                    </p:anim>
                                    <p:anim calcmode="lin" valueType="num">
                                      <p:cBhvr>
                                        <p:cTn id="67" dur="700" fill="hold"/>
                                        <p:tgtEl>
                                          <p:spTgt spid="14"/>
                                        </p:tgtEl>
                                        <p:attrNameLst>
                                          <p:attrName>ppt_y</p:attrName>
                                        </p:attrNameLst>
                                      </p:cBhvr>
                                      <p:tavLst>
                                        <p:tav tm="0">
                                          <p:val>
                                            <p:strVal val="#ppt_y+.06"/>
                                          </p:val>
                                        </p:tav>
                                        <p:tav tm="100000">
                                          <p:val>
                                            <p:strVal val="#ppt_y"/>
                                          </p:val>
                                        </p:tav>
                                      </p:tavLst>
                                    </p:anim>
                                  </p:childTnLst>
                                </p:cTn>
                              </p:par>
                              <p:par>
                                <p:cTn id="68" presetID="42" presetClass="entr" presetSubtype="0" fill="hold" grpId="0" nodeType="withEffect">
                                  <p:stCondLst>
                                    <p:cond delay="660"/>
                                  </p:stCondLst>
                                  <p:childTnLst>
                                    <p:set>
                                      <p:cBhvr>
                                        <p:cTn id="69" dur="1" fill="hold">
                                          <p:stCondLst>
                                            <p:cond delay="0"/>
                                          </p:stCondLst>
                                        </p:cTn>
                                        <p:tgtEl>
                                          <p:spTgt spid="15"/>
                                        </p:tgtEl>
                                        <p:attrNameLst>
                                          <p:attrName>style.visibility</p:attrName>
                                        </p:attrNameLst>
                                      </p:cBhvr>
                                      <p:to>
                                        <p:strVal val="visible"/>
                                      </p:to>
                                    </p:set>
                                    <p:animEffect transition="in" filter="fade">
                                      <p:cBhvr>
                                        <p:cTn id="70" dur="700"/>
                                        <p:tgtEl>
                                          <p:spTgt spid="15"/>
                                        </p:tgtEl>
                                      </p:cBhvr>
                                    </p:animEffect>
                                    <p:anim calcmode="lin" valueType="num">
                                      <p:cBhvr>
                                        <p:cTn id="71" dur="700" fill="hold"/>
                                        <p:tgtEl>
                                          <p:spTgt spid="15"/>
                                        </p:tgtEl>
                                        <p:attrNameLst>
                                          <p:attrName>ppt_x</p:attrName>
                                        </p:attrNameLst>
                                      </p:cBhvr>
                                      <p:tavLst>
                                        <p:tav tm="0">
                                          <p:val>
                                            <p:strVal val="#ppt_x"/>
                                          </p:val>
                                        </p:tav>
                                        <p:tav tm="100000">
                                          <p:val>
                                            <p:strVal val="#ppt_x"/>
                                          </p:val>
                                        </p:tav>
                                      </p:tavLst>
                                    </p:anim>
                                    <p:anim calcmode="lin" valueType="num">
                                      <p:cBhvr>
                                        <p:cTn id="72" dur="700" fill="hold"/>
                                        <p:tgtEl>
                                          <p:spTgt spid="15"/>
                                        </p:tgtEl>
                                        <p:attrNameLst>
                                          <p:attrName>ppt_y</p:attrName>
                                        </p:attrNameLst>
                                      </p:cBhvr>
                                      <p:tavLst>
                                        <p:tav tm="0">
                                          <p:val>
                                            <p:strVal val="#ppt_y+.06"/>
                                          </p:val>
                                        </p:tav>
                                        <p:tav tm="100000">
                                          <p:val>
                                            <p:strVal val="#ppt_y"/>
                                          </p:val>
                                        </p:tav>
                                      </p:tavLst>
                                    </p:anim>
                                  </p:childTnLst>
                                </p:cTn>
                              </p:par>
                              <p:par>
                                <p:cTn id="73" presetID="22" presetClass="entr" presetSubtype="8" fill="hold" grpId="0" nodeType="withEffect">
                                  <p:stCondLst>
                                    <p:cond delay="880"/>
                                  </p:stCondLst>
                                  <p:childTnLst>
                                    <p:set>
                                      <p:cBhvr>
                                        <p:cTn id="74" dur="1" fill="hold">
                                          <p:stCondLst>
                                            <p:cond delay="0"/>
                                          </p:stCondLst>
                                        </p:cTn>
                                        <p:tgtEl>
                                          <p:spTgt spid="16"/>
                                        </p:tgtEl>
                                        <p:attrNameLst>
                                          <p:attrName>style.visibility</p:attrName>
                                        </p:attrNameLst>
                                      </p:cBhvr>
                                      <p:to>
                                        <p:strVal val="visible"/>
                                      </p:to>
                                    </p:set>
                                    <p:animEffect transition="in" filter="wipe(right)">
                                      <p:cBhvr>
                                        <p:cTn id="75" dur="700"/>
                                        <p:tgtEl>
                                          <p:spTgt spid="16"/>
                                        </p:tgtEl>
                                      </p:cBhvr>
                                    </p:animEffect>
                                  </p:childTnLst>
                                </p:cTn>
                              </p:par>
                              <p:par>
                                <p:cTn id="76" presetID="22" presetClass="entr" presetSubtype="8" fill="hold" grpId="0" nodeType="withEffect">
                                  <p:stCondLst>
                                    <p:cond delay="880"/>
                                  </p:stCondLst>
                                  <p:childTnLst>
                                    <p:set>
                                      <p:cBhvr>
                                        <p:cTn id="77" dur="1" fill="hold">
                                          <p:stCondLst>
                                            <p:cond delay="0"/>
                                          </p:stCondLst>
                                        </p:cTn>
                                        <p:tgtEl>
                                          <p:spTgt spid="17"/>
                                        </p:tgtEl>
                                        <p:attrNameLst>
                                          <p:attrName>style.visibility</p:attrName>
                                        </p:attrNameLst>
                                      </p:cBhvr>
                                      <p:to>
                                        <p:strVal val="visible"/>
                                      </p:to>
                                    </p:set>
                                    <p:animEffect transition="in" filter="wipe(right)">
                                      <p:cBhvr>
                                        <p:cTn id="78" dur="700"/>
                                        <p:tgtEl>
                                          <p:spTgt spid="17"/>
                                        </p:tgtEl>
                                      </p:cBhvr>
                                    </p:animEffect>
                                  </p:childTnLst>
                                </p:cTn>
                              </p:par>
                              <p:par>
                                <p:cTn id="79" presetID="22" presetClass="entr" presetSubtype="8" fill="hold" grpId="0" nodeType="withEffect">
                                  <p:stCondLst>
                                    <p:cond delay="880"/>
                                  </p:stCondLst>
                                  <p:childTnLst>
                                    <p:set>
                                      <p:cBhvr>
                                        <p:cTn id="80" dur="1" fill="hold">
                                          <p:stCondLst>
                                            <p:cond delay="0"/>
                                          </p:stCondLst>
                                        </p:cTn>
                                        <p:tgtEl>
                                          <p:spTgt spid="18"/>
                                        </p:tgtEl>
                                        <p:attrNameLst>
                                          <p:attrName>style.visibility</p:attrName>
                                        </p:attrNameLst>
                                      </p:cBhvr>
                                      <p:to>
                                        <p:strVal val="visible"/>
                                      </p:to>
                                    </p:set>
                                    <p:animEffect transition="in" filter="wipe(right)">
                                      <p:cBhvr>
                                        <p:cTn id="81" dur="7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E4A"/>
        </a:solidFill>
      </p:bgPr>
    </p:bg>
    <p:spTree>
      <p:nvGrpSpPr>
        <p:cNvPr id="1" name=""/>
        <p:cNvGrpSpPr/>
        <p:nvPr/>
      </p:nvGrpSpPr>
      <p:grpSpPr>
        <a:xfrm>
          <a:off x="0" y="0"/>
          <a:ext cx="0" cy="0"/>
          <a:chOff x="0" y="0"/>
          <a:chExt cx="0" cy="0"/>
        </a:xfrm>
      </p:grpSpPr>
      <p:pic>
        <p:nvPicPr>
          <p:cNvPr id="2" name="Image 0" descr="French city square at dusk">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E4A">
              <a:alpha val="82000"/>
            </a:srgbClr>
          </a:solidFill>
          <a:ln/>
        </p:spPr>
      </p:sp>
      <p:sp>
        <p:nvSpPr>
          <p:cNvPr id="4" name="A00_fade"/>
          <p:cNvSpPr txBox="1"/>
          <p:nvPr/>
        </p:nvSpPr>
        <p:spPr>
          <a:xfrm>
            <a:off x="0" y="1828800"/>
            <a:ext cx="12191695" cy="320040"/>
          </a:xfrm>
          <a:prstGeom prst="rect">
            <a:avLst/>
          </a:prstGeom>
          <a:noFill/>
          <a:ln/>
        </p:spPr>
        <p:txBody>
          <a:bodyPr wrap="square" lIns="0" tIns="0" rIns="0" bIns="0" rtlCol="0" anchor="ctr"/>
          <a:lstStyle/>
          <a:p>
            <a:pPr algn="ctr" indent="0" marL="0">
              <a:buNone/>
            </a:pPr>
            <a:r>
              <a:rPr lang="en-US" sz="1300" b="1" spc="600" kern="0" dirty="0">
                <a:solidFill>
                  <a:srgbClr val="5CC6E6"/>
                </a:solidFill>
                <a:latin typeface="Calibri" pitchFamily="34" charset="0"/>
                <a:ea typeface="Calibri" pitchFamily="34" charset="-122"/>
                <a:cs typeface="Calibri" pitchFamily="34" charset="-120"/>
              </a:rPr>
              <a:t>ERASMUS+ INTERNSHIP DEFENCE</a:t>
            </a:r>
            <a:endParaRPr lang="en-US" sz="1300" dirty="0"/>
          </a:p>
        </p:txBody>
      </p:sp>
      <p:sp>
        <p:nvSpPr>
          <p:cNvPr id="5" name="A01_zoom"/>
          <p:cNvSpPr txBox="1"/>
          <p:nvPr/>
        </p:nvSpPr>
        <p:spPr>
          <a:xfrm>
            <a:off x="0" y="2240280"/>
            <a:ext cx="12191695" cy="1280160"/>
          </a:xfrm>
          <a:prstGeom prst="rect">
            <a:avLst/>
          </a:prstGeom>
          <a:noFill/>
          <a:ln/>
        </p:spPr>
        <p:txBody>
          <a:bodyPr wrap="square" lIns="0" tIns="0" rIns="0" bIns="0" rtlCol="0" anchor="ctr"/>
          <a:lstStyle/>
          <a:p>
            <a:pPr algn="ctr" indent="0" marL="0">
              <a:buNone/>
            </a:pPr>
            <a:r>
              <a:rPr lang="en-US" sz="7200" b="1" i="1" dirty="0">
                <a:solidFill>
                  <a:srgbClr val="FFFFFF"/>
                </a:solidFill>
                <a:latin typeface="Cambria" pitchFamily="34" charset="0"/>
                <a:ea typeface="Cambria" pitchFamily="34" charset="-122"/>
                <a:cs typeface="Cambria" pitchFamily="34" charset="-120"/>
              </a:rPr>
              <a:t>Thank you!</a:t>
            </a:r>
            <a:endParaRPr lang="en-US" sz="7200" dirty="0"/>
          </a:p>
        </p:txBody>
      </p:sp>
      <p:sp>
        <p:nvSpPr>
          <p:cNvPr id="6" name="A02_float"/>
          <p:cNvSpPr txBox="1"/>
          <p:nvPr/>
        </p:nvSpPr>
        <p:spPr>
          <a:xfrm>
            <a:off x="0" y="3611880"/>
            <a:ext cx="12191695" cy="502920"/>
          </a:xfrm>
          <a:prstGeom prst="rect">
            <a:avLst/>
          </a:prstGeom>
          <a:noFill/>
          <a:ln/>
        </p:spPr>
        <p:txBody>
          <a:bodyPr wrap="square" lIns="0" tIns="0" rIns="0" bIns="0" rtlCol="0" anchor="ctr"/>
          <a:lstStyle/>
          <a:p>
            <a:pPr algn="ctr" indent="0" marL="0">
              <a:buNone/>
            </a:pPr>
            <a:r>
              <a:rPr lang="en-US" sz="2400" dirty="0">
                <a:solidFill>
                  <a:srgbClr val="D5DCEE"/>
                </a:solidFill>
                <a:latin typeface="Calibri" pitchFamily="34" charset="0"/>
                <a:ea typeface="Calibri" pitchFamily="34" charset="-122"/>
                <a:cs typeface="Calibri" pitchFamily="34" charset="-120"/>
              </a:rPr>
              <a:t>Questions are welcome.</a:t>
            </a:r>
            <a:endParaRPr lang="en-US" sz="2400" dirty="0"/>
          </a:p>
        </p:txBody>
      </p:sp>
      <p:sp>
        <p:nvSpPr>
          <p:cNvPr id="7" name="A02_float"/>
          <p:cNvSpPr txBox="1"/>
          <p:nvPr/>
        </p:nvSpPr>
        <p:spPr>
          <a:xfrm>
            <a:off x="0" y="4160520"/>
            <a:ext cx="12191695" cy="365760"/>
          </a:xfrm>
          <a:prstGeom prst="rect">
            <a:avLst/>
          </a:prstGeom>
          <a:noFill/>
          <a:ln/>
        </p:spPr>
        <p:txBody>
          <a:bodyPr wrap="square" lIns="0" tIns="0" rIns="0" bIns="0" rtlCol="0" anchor="ctr"/>
          <a:lstStyle/>
          <a:p>
            <a:pPr algn="ctr" indent="0" marL="0">
              <a:buNone/>
            </a:pPr>
            <a:r>
              <a:rPr lang="en-US" sz="1500" dirty="0">
                <a:solidFill>
                  <a:srgbClr val="AEB9D6"/>
                </a:solidFill>
                <a:latin typeface="Calibri" pitchFamily="34" charset="0"/>
                <a:ea typeface="Calibri" pitchFamily="34" charset="-122"/>
                <a:cs typeface="Calibri" pitchFamily="34" charset="-120"/>
              </a:rPr>
              <a:t>Haithem Cheniti  ·  Erasmus+ internship at KHELA, France</a:t>
            </a:r>
            <a:endParaRPr lang="en-US" sz="1500" dirty="0"/>
          </a:p>
        </p:txBody>
      </p:sp>
      <p:sp>
        <p:nvSpPr>
          <p:cNvPr id="8" name="A03_fade"/>
          <p:cNvSpPr/>
          <p:nvPr/>
        </p:nvSpPr>
        <p:spPr>
          <a:xfrm>
            <a:off x="4572000" y="5029200"/>
            <a:ext cx="1417320" cy="548640"/>
          </a:xfrm>
          <a:prstGeom prst="roundRect">
            <a:avLst>
              <a:gd name="adj" fmla="val 16667"/>
            </a:avLst>
          </a:prstGeom>
          <a:solidFill>
            <a:srgbClr val="FFFFFF"/>
          </a:solidFill>
          <a:ln/>
        </p:spPr>
      </p:sp>
      <p:pic>
        <p:nvPicPr>
          <p:cNvPr id="9" name="A03_fade" descr="KVK logo">    </p:cNvPr>
          <p:cNvPicPr>
            <a:picLocks noChangeAspect="1"/>
          </p:cNvPicPr>
          <p:nvPr/>
        </p:nvPicPr>
        <p:blipFill>
          <a:blip r:embed="rId2"/>
          <a:stretch>
            <a:fillRect/>
          </a:stretch>
        </p:blipFill>
        <p:spPr>
          <a:xfrm>
            <a:off x="4837176" y="5111496"/>
            <a:ext cx="886968" cy="365760"/>
          </a:xfrm>
          <a:prstGeom prst="rect">
            <a:avLst/>
          </a:prstGeom>
        </p:spPr>
      </p:pic>
      <p:sp>
        <p:nvSpPr>
          <p:cNvPr id="10" name="A03_fade"/>
          <p:cNvSpPr txBox="1"/>
          <p:nvPr/>
        </p:nvSpPr>
        <p:spPr>
          <a:xfrm>
            <a:off x="6199632" y="5029200"/>
            <a:ext cx="1417320" cy="548640"/>
          </a:xfrm>
          <a:prstGeom prst="roundRect">
            <a:avLst>
              <a:gd name="adj" fmla="val 16667"/>
            </a:avLst>
          </a:prstGeom>
          <a:solidFill>
            <a:srgbClr val="FFFFFF"/>
          </a:solidFill>
          <a:ln/>
        </p:spPr>
        <p:txBody>
          <a:bodyPr wrap="square" lIns="0" tIns="0" rIns="0" bIns="0" rtlCol="0" anchor="ctr"/>
          <a:lstStyle/>
          <a:p>
            <a:pPr algn="ctr" indent="0" marL="0">
              <a:buNone/>
            </a:pPr>
            <a:r>
              <a:rPr lang="en-US" sz="1700" b="1" dirty="0">
                <a:solidFill>
                  <a:srgbClr val="003399"/>
                </a:solidFill>
                <a:latin typeface="Calibri" pitchFamily="34" charset="0"/>
                <a:ea typeface="Calibri" pitchFamily="34" charset="-122"/>
                <a:cs typeface="Calibri" pitchFamily="34" charset="-120"/>
              </a:rPr>
              <a:t>Erasmus+</a:t>
            </a:r>
            <a:endParaRPr lang="en-US" sz="17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53" presetClass="entr" presetSubtype="16" fill="hold" grpId="0" nodeType="withEffect">
                                  <p:stCondLst>
                                    <p:cond delay="220"/>
                                  </p:stCondLst>
                                  <p:childTnLst>
                                    <p:set>
                                      <p:cBhvr>
                                        <p:cTn id="9" dur="1" fill="hold">
                                          <p:stCondLst>
                                            <p:cond delay="0"/>
                                          </p:stCondLst>
                                        </p:cTn>
                                        <p:tgtEl>
                                          <p:spTgt spid="5"/>
                                        </p:tgtEl>
                                        <p:attrNameLst>
                                          <p:attrName>style.visibility</p:attrName>
                                        </p:attrNameLst>
                                      </p:cBhvr>
                                      <p:to>
                                        <p:strVal val="visible"/>
                                      </p:to>
                                    </p:set>
                                    <p:anim calcmode="lin" valueType="num">
                                      <p:cBhvr>
                                        <p:cTn id="10" dur="500" fill="hold"/>
                                        <p:tgtEl>
                                          <p:spTgt spid="5"/>
                                        </p:tgtEl>
                                        <p:attrNameLst>
                                          <p:attrName>ppt_w</p:attrName>
                                        </p:attrNameLst>
                                      </p:cBhvr>
                                      <p:tavLst>
                                        <p:tav tm="0">
                                          <p:val>
                                            <p:fltVal val="0"/>
                                          </p:val>
                                        </p:tav>
                                        <p:tav tm="100000">
                                          <p:val>
                                            <p:strVal val="#ppt_w"/>
                                          </p:val>
                                        </p:tav>
                                      </p:tavLst>
                                    </p:anim>
                                    <p:anim calcmode="lin" valueType="num">
                                      <p:cBhvr>
                                        <p:cTn id="11" dur="500" fill="hold"/>
                                        <p:tgtEl>
                                          <p:spTgt spid="5"/>
                                        </p:tgtEl>
                                        <p:attrNameLst>
                                          <p:attrName>ppt_h</p:attrName>
                                        </p:attrNameLst>
                                      </p:cBhvr>
                                      <p:tavLst>
                                        <p:tav tm="0">
                                          <p:val>
                                            <p:fltVal val="0"/>
                                          </p:val>
                                        </p:tav>
                                        <p:tav tm="100000">
                                          <p:val>
                                            <p:strVal val="#ppt_h"/>
                                          </p:val>
                                        </p:tav>
                                      </p:tavLst>
                                    </p:anim>
                                    <p:animEffect transition="in" filter="fade">
                                      <p:cBhvr>
                                        <p:cTn id="12" dur="500"/>
                                        <p:tgtEl>
                                          <p:spTgt spid="5"/>
                                        </p:tgtEl>
                                      </p:cBhvr>
                                    </p:animEffect>
                                  </p:childTnLst>
                                </p:cTn>
                              </p:par>
                              <p:par>
                                <p:cTn id="13" presetID="42" presetClass="entr" presetSubtype="0" fill="hold" grpId="0" nodeType="withEffect">
                                  <p:stCondLst>
                                    <p:cond delay="44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700"/>
                                        <p:tgtEl>
                                          <p:spTgt spid="6"/>
                                        </p:tgtEl>
                                      </p:cBhvr>
                                    </p:animEffect>
                                    <p:anim calcmode="lin" valueType="num">
                                      <p:cBhvr>
                                        <p:cTn id="16" dur="700" fill="hold"/>
                                        <p:tgtEl>
                                          <p:spTgt spid="6"/>
                                        </p:tgtEl>
                                        <p:attrNameLst>
                                          <p:attrName>ppt_x</p:attrName>
                                        </p:attrNameLst>
                                      </p:cBhvr>
                                      <p:tavLst>
                                        <p:tav tm="0">
                                          <p:val>
                                            <p:strVal val="#ppt_x"/>
                                          </p:val>
                                        </p:tav>
                                        <p:tav tm="100000">
                                          <p:val>
                                            <p:strVal val="#ppt_x"/>
                                          </p:val>
                                        </p:tav>
                                      </p:tavLst>
                                    </p:anim>
                                    <p:anim calcmode="lin" valueType="num">
                                      <p:cBhvr>
                                        <p:cTn id="17" dur="700" fill="hold"/>
                                        <p:tgtEl>
                                          <p:spTgt spid="6"/>
                                        </p:tgtEl>
                                        <p:attrNameLst>
                                          <p:attrName>ppt_y</p:attrName>
                                        </p:attrNameLst>
                                      </p:cBhvr>
                                      <p:tavLst>
                                        <p:tav tm="0">
                                          <p:val>
                                            <p:strVal val="#ppt_y+.06"/>
                                          </p:val>
                                        </p:tav>
                                        <p:tav tm="100000">
                                          <p:val>
                                            <p:strVal val="#ppt_y"/>
                                          </p:val>
                                        </p:tav>
                                      </p:tavLst>
                                    </p:anim>
                                  </p:childTnLst>
                                </p:cTn>
                              </p:par>
                              <p:par>
                                <p:cTn id="18" presetID="42" presetClass="entr" presetSubtype="0" fill="hold" grpId="0" nodeType="withEffect">
                                  <p:stCondLst>
                                    <p:cond delay="44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700"/>
                                        <p:tgtEl>
                                          <p:spTgt spid="7"/>
                                        </p:tgtEl>
                                      </p:cBhvr>
                                    </p:animEffect>
                                    <p:anim calcmode="lin" valueType="num">
                                      <p:cBhvr>
                                        <p:cTn id="21" dur="700" fill="hold"/>
                                        <p:tgtEl>
                                          <p:spTgt spid="7"/>
                                        </p:tgtEl>
                                        <p:attrNameLst>
                                          <p:attrName>ppt_x</p:attrName>
                                        </p:attrNameLst>
                                      </p:cBhvr>
                                      <p:tavLst>
                                        <p:tav tm="0">
                                          <p:val>
                                            <p:strVal val="#ppt_x"/>
                                          </p:val>
                                        </p:tav>
                                        <p:tav tm="100000">
                                          <p:val>
                                            <p:strVal val="#ppt_x"/>
                                          </p:val>
                                        </p:tav>
                                      </p:tavLst>
                                    </p:anim>
                                    <p:anim calcmode="lin" valueType="num">
                                      <p:cBhvr>
                                        <p:cTn id="22" dur="700" fill="hold"/>
                                        <p:tgtEl>
                                          <p:spTgt spid="7"/>
                                        </p:tgtEl>
                                        <p:attrNameLst>
                                          <p:attrName>ppt_y</p:attrName>
                                        </p:attrNameLst>
                                      </p:cBhvr>
                                      <p:tavLst>
                                        <p:tav tm="0">
                                          <p:val>
                                            <p:strVal val="#ppt_y+.06"/>
                                          </p:val>
                                        </p:tav>
                                        <p:tav tm="100000">
                                          <p:val>
                                            <p:strVal val="#ppt_y"/>
                                          </p:val>
                                        </p:tav>
                                      </p:tavLst>
                                    </p:anim>
                                  </p:childTnLst>
                                </p:cTn>
                              </p:par>
                              <p:par>
                                <p:cTn id="23" presetID="10" presetClass="entr" presetSubtype="0" fill="hold" grpId="0" nodeType="withEffect">
                                  <p:stCondLst>
                                    <p:cond delay="66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600"/>
                                        <p:tgtEl>
                                          <p:spTgt spid="8"/>
                                        </p:tgtEl>
                                      </p:cBhvr>
                                    </p:animEffect>
                                  </p:childTnLst>
                                </p:cTn>
                              </p:par>
                              <p:par>
                                <p:cTn id="26" presetID="10" presetClass="entr" presetSubtype="0" fill="hold" grpId="0" nodeType="withEffect">
                                  <p:stCondLst>
                                    <p:cond delay="66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600"/>
                                        <p:tgtEl>
                                          <p:spTgt spid="9"/>
                                        </p:tgtEl>
                                      </p:cBhvr>
                                    </p:animEffect>
                                  </p:childTnLst>
                                </p:cTn>
                              </p:par>
                              <p:par>
                                <p:cTn id="29" presetID="10" presetClass="entr" presetSubtype="0" fill="hold" grpId="0" nodeType="withEffect">
                                  <p:stCondLst>
                                    <p:cond delay="660"/>
                                  </p:stCondLst>
                                  <p:childTnLst>
                                    <p:set>
                                      <p:cBhvr>
                                        <p:cTn id="30" dur="1" fill="hold">
                                          <p:stCondLst>
                                            <p:cond delay="0"/>
                                          </p:stCondLst>
                                        </p:cTn>
                                        <p:tgtEl>
                                          <p:spTgt spid="10"/>
                                        </p:tgtEl>
                                        <p:attrNameLst>
                                          <p:attrName>style.visibility</p:attrName>
                                        </p:attrNameLst>
                                      </p:cBhvr>
                                      <p:to>
                                        <p:strVal val="visible"/>
                                      </p:to>
                                    </p:set>
                                    <p:animEffect transition="in" filter="fade">
                                      <p:cBhvr>
                                        <p:cTn id="31" dur="6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My Erasmus+ Internship in France</dc:title>
  <dc:subject>Erasmus+ internship defence — KHELA, France</dc:subject>
  <dc:creator>Haithem Cheniti</dc:creator>
  <cp:lastModifiedBy>Haithem Cheniti</cp:lastModifiedBy>
  <cp:revision>1</cp:revision>
  <dcterms:created xsi:type="dcterms:W3CDTF">2026-09-29T07:14:42Z</dcterms:created>
  <dcterms:modified xsi:type="dcterms:W3CDTF">2026-09-29T07:14:42Z</dcterms:modified>
</cp:coreProperties>
</file>